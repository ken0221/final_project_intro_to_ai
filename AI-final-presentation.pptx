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53"/>
  </p:notesMasterIdLst>
  <p:sldIdLst>
    <p:sldId id="256" r:id="rId3"/>
    <p:sldId id="258" r:id="rId4"/>
    <p:sldId id="259" r:id="rId5"/>
    <p:sldId id="262" r:id="rId6"/>
    <p:sldId id="298" r:id="rId7"/>
    <p:sldId id="302" r:id="rId8"/>
    <p:sldId id="300" r:id="rId9"/>
    <p:sldId id="297" r:id="rId10"/>
    <p:sldId id="305" r:id="rId11"/>
    <p:sldId id="299" r:id="rId12"/>
    <p:sldId id="303" r:id="rId13"/>
    <p:sldId id="304" r:id="rId14"/>
    <p:sldId id="307" r:id="rId15"/>
    <p:sldId id="308" r:id="rId16"/>
    <p:sldId id="260" r:id="rId17"/>
    <p:sldId id="261"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Lst>
  <p:sldSz cx="9144000" cy="5143500" type="screen16x9"/>
  <p:notesSz cx="6858000" cy="9144000"/>
  <p:embeddedFontLst>
    <p:embeddedFont>
      <p:font typeface="Amatic SC" panose="00000500000000000000" pitchFamily="2" charset="-79"/>
      <p:regular r:id="rId54"/>
      <p:bold r:id="rId55"/>
    </p:embeddedFont>
    <p:embeddedFont>
      <p:font typeface="Gill Sans MT Ext Condensed Bold" panose="020B0902020104020203" pitchFamily="34" charset="0"/>
      <p:regular r:id="rId56"/>
    </p:embeddedFont>
    <p:embeddedFont>
      <p:font typeface="Grand Hotel" panose="02020500000000000000" charset="0"/>
      <p:regular r:id="rId57"/>
    </p:embeddedFont>
    <p:embeddedFont>
      <p:font typeface="Inter" panose="02020500000000000000" charset="0"/>
      <p:regular r:id="rId58"/>
      <p:bold r:id="rId59"/>
      <p:italic r:id="rId60"/>
      <p:boldItalic r:id="rId61"/>
    </p:embeddedFont>
    <p:embeddedFont>
      <p:font typeface="Nunito Light" pitchFamily="2" charset="0"/>
      <p:regular r:id="rId62"/>
      <p:italic r:id="rId63"/>
    </p:embeddedFont>
    <p:embeddedFont>
      <p:font typeface="Open Sans" panose="020B0606030504020204" pitchFamily="34" charset="0"/>
      <p:regular r:id="rId64"/>
      <p:bold r:id="rId65"/>
      <p:italic r:id="rId66"/>
      <p:boldItalic r:id="rId67"/>
    </p:embeddedFont>
    <p:embeddedFont>
      <p:font typeface="Proxima Nova" panose="02020500000000000000" charset="0"/>
      <p:regular r:id="rId68"/>
      <p:bold r:id="rId69"/>
      <p:italic r:id="rId70"/>
      <p:boldItalic r:id="rId71"/>
    </p:embeddedFont>
    <p:embeddedFont>
      <p:font typeface="Proxima Nova Semibold" panose="02020500000000000000" charset="0"/>
      <p:regular r:id="rId72"/>
      <p:bold r:id="rId73"/>
      <p:boldItalic r:id="rId74"/>
    </p:embeddedFont>
    <p:embeddedFont>
      <p:font typeface="Raleway" pitchFamily="2" charset="0"/>
      <p:regular r:id="rId75"/>
      <p:bold r:id="rId76"/>
      <p:italic r:id="rId77"/>
      <p:boldItalic r:id="rId78"/>
    </p:embeddedFont>
    <p:embeddedFont>
      <p:font typeface="Roboto Medium" panose="02000000000000000000" pitchFamily="2" charset="0"/>
      <p:regular r:id="rId79"/>
      <p:bold r:id="rId80"/>
      <p:italic r:id="rId81"/>
      <p:boldItalic r:id="rId8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A67DA41-102D-49F8-9347-3EE96F2B75BE}">
  <a:tblStyle styleId="{7A67DA41-102D-49F8-9347-3EE96F2B75B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8D17F84-AC52-4ED1-82E9-318A1719A5E2}"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8" d="100"/>
          <a:sy n="88" d="100"/>
        </p:scale>
        <p:origin x="588"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10.fntdata"/><Relationship Id="rId68" Type="http://schemas.openxmlformats.org/officeDocument/2006/relationships/font" Target="fonts/font15.fntdata"/><Relationship Id="rId84" Type="http://schemas.openxmlformats.org/officeDocument/2006/relationships/viewProps" Target="view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notesMaster" Target="notesMasters/notesMaster1.xml"/><Relationship Id="rId58" Type="http://schemas.openxmlformats.org/officeDocument/2006/relationships/font" Target="fonts/font5.fntdata"/><Relationship Id="rId74" Type="http://schemas.openxmlformats.org/officeDocument/2006/relationships/font" Target="fonts/font21.fntdata"/><Relationship Id="rId79" Type="http://schemas.openxmlformats.org/officeDocument/2006/relationships/font" Target="fonts/font26.fntdata"/><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3.fntdata"/><Relationship Id="rId64" Type="http://schemas.openxmlformats.org/officeDocument/2006/relationships/font" Target="fonts/font11.fntdata"/><Relationship Id="rId69" Type="http://schemas.openxmlformats.org/officeDocument/2006/relationships/font" Target="fonts/font16.fntdata"/><Relationship Id="rId77" Type="http://schemas.openxmlformats.org/officeDocument/2006/relationships/font" Target="fonts/font24.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9.fntdata"/><Relationship Id="rId80" Type="http://schemas.openxmlformats.org/officeDocument/2006/relationships/font" Target="fonts/font27.fntdata"/><Relationship Id="rId85"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6.fntdata"/><Relationship Id="rId67" Type="http://schemas.openxmlformats.org/officeDocument/2006/relationships/font" Target="fonts/font14.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1.fntdata"/><Relationship Id="rId62" Type="http://schemas.openxmlformats.org/officeDocument/2006/relationships/font" Target="fonts/font9.fntdata"/><Relationship Id="rId70" Type="http://schemas.openxmlformats.org/officeDocument/2006/relationships/font" Target="fonts/font17.fntdata"/><Relationship Id="rId75" Type="http://schemas.openxmlformats.org/officeDocument/2006/relationships/font" Target="fonts/font22.fntdata"/><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4.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7.fntdata"/><Relationship Id="rId65" Type="http://schemas.openxmlformats.org/officeDocument/2006/relationships/font" Target="fonts/font12.fntdata"/><Relationship Id="rId73" Type="http://schemas.openxmlformats.org/officeDocument/2006/relationships/font" Target="fonts/font20.fntdata"/><Relationship Id="rId78" Type="http://schemas.openxmlformats.org/officeDocument/2006/relationships/font" Target="fonts/font25.fntdata"/><Relationship Id="rId81" Type="http://schemas.openxmlformats.org/officeDocument/2006/relationships/font" Target="fonts/font28.fntdata"/><Relationship Id="rId86"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font" Target="fonts/font2.fntdata"/><Relationship Id="rId76" Type="http://schemas.openxmlformats.org/officeDocument/2006/relationships/font" Target="fonts/font23.fntdata"/><Relationship Id="rId7" Type="http://schemas.openxmlformats.org/officeDocument/2006/relationships/slide" Target="slides/slide5.xml"/><Relationship Id="rId71" Type="http://schemas.openxmlformats.org/officeDocument/2006/relationships/font" Target="fonts/font18.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13.fntdata"/><Relationship Id="rId61" Type="http://schemas.openxmlformats.org/officeDocument/2006/relationships/font" Target="fonts/font8.fntdata"/><Relationship Id="rId82" Type="http://schemas.openxmlformats.org/officeDocument/2006/relationships/font" Target="fonts/font2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292a03982d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292a03982d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1ff18b49f31_1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1ff18b49f31_1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1125d80b419_0_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9" name="Google Shape;409;g1125d80b419_0_2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g1125d80b419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ADE5242C-1497-419A-5177-C43A9A4ECF33}"/>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022D8918-257B-8B2D-D6FF-31AD8BB386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C248BE4B-6DAC-5574-F7D0-F18646228B7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3403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DF593999-0D83-6DCB-3863-CECC64C4E48B}"/>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C8705DA3-8EF8-F105-D5F0-6AEE54E39CE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B10CE844-6E2D-39DF-0354-18545FFC7E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392221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0A583D67-BE44-E37B-DBD2-ED44564C0D3A}"/>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4913B4C4-5051-98AC-4C34-00FC3F7D81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C5149724-DA87-E43B-DD6A-BCD352FEF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08117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6BD76D5A-0736-80F8-4563-6C2B9A911DA9}"/>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8B893C02-D236-B8E6-FC38-2F1A2BDACC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10C60EA6-212F-3B38-4092-E760368101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973065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84C23AA7-F6FD-08EA-958A-4669C32CBC26}"/>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DB73810F-E293-1AF5-CCA8-ED0A93C6EDF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1DBD50DF-7639-9960-5D4E-431CC6E3A7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90986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DBC160F4-99F7-C28D-C688-1BA391DB1024}"/>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52C785B0-586E-EF6D-A78B-56AE724293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E0F90571-15E4-4729-4810-055F95E2FE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979378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71BDDB78-1CFA-BED0-BAF9-3E618807E89B}"/>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7DE1079C-E857-B483-7857-0C5EA6FBA1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8CDD5B5A-6DFB-49DA-D726-F61B964E26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341476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24C4ED32-3A7F-2F1D-1066-29B2BC698129}"/>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79DFB364-0469-E7AC-DEB5-AB37690C237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5A11EDEA-0D9A-EC07-5A60-0380A1DA85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49026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7253AFB5-2C00-F679-0082-552B56B3C8AE}"/>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6A311563-F34D-6FD5-1AFB-94EAF9DB86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220B35D6-BCAA-187B-3C2F-46AE4E521A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557484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a:extLst>
            <a:ext uri="{FF2B5EF4-FFF2-40B4-BE49-F238E27FC236}">
              <a16:creationId xmlns:a16="http://schemas.microsoft.com/office/drawing/2014/main" id="{F914D22F-D336-5286-8094-1CA26E692083}"/>
            </a:ext>
          </a:extLst>
        </p:cNvPr>
        <p:cNvGrpSpPr/>
        <p:nvPr/>
      </p:nvGrpSpPr>
      <p:grpSpPr>
        <a:xfrm>
          <a:off x="0" y="0"/>
          <a:ext cx="0" cy="0"/>
          <a:chOff x="0" y="0"/>
          <a:chExt cx="0" cy="0"/>
        </a:xfrm>
      </p:grpSpPr>
      <p:sp>
        <p:nvSpPr>
          <p:cNvPr id="573" name="Google Shape;573;g1125d80b419_0_49:notes">
            <a:extLst>
              <a:ext uri="{FF2B5EF4-FFF2-40B4-BE49-F238E27FC236}">
                <a16:creationId xmlns:a16="http://schemas.microsoft.com/office/drawing/2014/main" id="{62A862B0-6792-10C6-2067-29B08F2A4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125d80b419_0_49:notes">
            <a:extLst>
              <a:ext uri="{FF2B5EF4-FFF2-40B4-BE49-F238E27FC236}">
                <a16:creationId xmlns:a16="http://schemas.microsoft.com/office/drawing/2014/main" id="{69A99592-5133-2A90-FB42-252FA5969D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906482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13376c3136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0" name="Google Shape;440;g13376c3136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g110860aa57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0" name="Google Shape;520;g110860aa57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g1125d80b419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1" name="Google Shape;671;g1125d80b419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g1125d80b419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4" name="Google Shape;704;g1125d80b419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g1ff18b49f31_1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9" name="Google Shape;769;g1ff18b49f31_1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g1ff18b49f31_1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7" name="Google Shape;797;g1ff18b49f31_1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p:cNvGrpSpPr/>
        <p:nvPr/>
      </p:nvGrpSpPr>
      <p:grpSpPr>
        <a:xfrm>
          <a:off x="0" y="0"/>
          <a:ext cx="0" cy="0"/>
          <a:chOff x="0" y="0"/>
          <a:chExt cx="0" cy="0"/>
        </a:xfrm>
      </p:grpSpPr>
      <p:sp>
        <p:nvSpPr>
          <p:cNvPr id="926" name="Google Shape;926;g1125d80b419_0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1125d80b419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1ff18b49f31_1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1ff18b49f31_1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5"/>
        <p:cNvGrpSpPr/>
        <p:nvPr/>
      </p:nvGrpSpPr>
      <p:grpSpPr>
        <a:xfrm>
          <a:off x="0" y="0"/>
          <a:ext cx="0" cy="0"/>
          <a:chOff x="0" y="0"/>
          <a:chExt cx="0" cy="0"/>
        </a:xfrm>
      </p:grpSpPr>
      <p:sp>
        <p:nvSpPr>
          <p:cNvPr id="986" name="Google Shape;986;g204a4cecdb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7" name="Google Shape;987;g204a4cecdb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4"/>
        <p:cNvGrpSpPr/>
        <p:nvPr/>
      </p:nvGrpSpPr>
      <p:grpSpPr>
        <a:xfrm>
          <a:off x="0" y="0"/>
          <a:ext cx="0" cy="0"/>
          <a:chOff x="0" y="0"/>
          <a:chExt cx="0" cy="0"/>
        </a:xfrm>
      </p:grpSpPr>
      <p:sp>
        <p:nvSpPr>
          <p:cNvPr id="1005" name="Google Shape;1005;g1ff18b49f31_1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6" name="Google Shape;1006;g1ff18b49f31_1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p:cNvGrpSpPr/>
        <p:nvPr/>
      </p:nvGrpSpPr>
      <p:grpSpPr>
        <a:xfrm>
          <a:off x="0" y="0"/>
          <a:ext cx="0" cy="0"/>
          <a:chOff x="0" y="0"/>
          <a:chExt cx="0" cy="0"/>
        </a:xfrm>
      </p:grpSpPr>
      <p:sp>
        <p:nvSpPr>
          <p:cNvPr id="1029" name="Google Shape;1029;g204a31f3634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04a31f3634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5"/>
        <p:cNvGrpSpPr/>
        <p:nvPr/>
      </p:nvGrpSpPr>
      <p:grpSpPr>
        <a:xfrm>
          <a:off x="0" y="0"/>
          <a:ext cx="0" cy="0"/>
          <a:chOff x="0" y="0"/>
          <a:chExt cx="0" cy="0"/>
        </a:xfrm>
      </p:grpSpPr>
      <p:sp>
        <p:nvSpPr>
          <p:cNvPr id="1046" name="Google Shape;1046;g204a31f3634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7" name="Google Shape;1047;g204a31f3634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6"/>
        <p:cNvGrpSpPr/>
        <p:nvPr/>
      </p:nvGrpSpPr>
      <p:grpSpPr>
        <a:xfrm>
          <a:off x="0" y="0"/>
          <a:ext cx="0" cy="0"/>
          <a:chOff x="0" y="0"/>
          <a:chExt cx="0" cy="0"/>
        </a:xfrm>
      </p:grpSpPr>
      <p:sp>
        <p:nvSpPr>
          <p:cNvPr id="1077" name="Google Shape;1077;g1ff18b49f31_1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8" name="Google Shape;1078;g1ff18b49f31_1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7"/>
        <p:cNvGrpSpPr/>
        <p:nvPr/>
      </p:nvGrpSpPr>
      <p:grpSpPr>
        <a:xfrm>
          <a:off x="0" y="0"/>
          <a:ext cx="0" cy="0"/>
          <a:chOff x="0" y="0"/>
          <a:chExt cx="0" cy="0"/>
        </a:xfrm>
      </p:grpSpPr>
      <p:sp>
        <p:nvSpPr>
          <p:cNvPr id="1118" name="Google Shape;1118;g1125d80b419_0_1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9" name="Google Shape;1119;g1125d80b419_0_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g1125d80b419_0_2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6" name="Google Shape;1156;g1125d80b419_0_2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9"/>
        <p:cNvGrpSpPr/>
        <p:nvPr/>
      </p:nvGrpSpPr>
      <p:grpSpPr>
        <a:xfrm>
          <a:off x="0" y="0"/>
          <a:ext cx="0" cy="0"/>
          <a:chOff x="0" y="0"/>
          <a:chExt cx="0" cy="0"/>
        </a:xfrm>
      </p:grpSpPr>
      <p:sp>
        <p:nvSpPr>
          <p:cNvPr id="1240" name="Google Shape;1240;g25013dc255c_1_14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1" name="Google Shape;1241;g25013dc255c_1_14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0"/>
        <p:cNvGrpSpPr/>
        <p:nvPr/>
      </p:nvGrpSpPr>
      <p:grpSpPr>
        <a:xfrm>
          <a:off x="0" y="0"/>
          <a:ext cx="0" cy="0"/>
          <a:chOff x="0" y="0"/>
          <a:chExt cx="0" cy="0"/>
        </a:xfrm>
      </p:grpSpPr>
      <p:sp>
        <p:nvSpPr>
          <p:cNvPr id="1441" name="Google Shape;1441;g25013dc255c_1_12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2" name="Google Shape;1442;g25013dc255c_1_12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8"/>
        <p:cNvGrpSpPr/>
        <p:nvPr/>
      </p:nvGrpSpPr>
      <p:grpSpPr>
        <a:xfrm>
          <a:off x="0" y="0"/>
          <a:ext cx="0" cy="0"/>
          <a:chOff x="0" y="0"/>
          <a:chExt cx="0" cy="0"/>
        </a:xfrm>
      </p:grpSpPr>
      <p:sp>
        <p:nvSpPr>
          <p:cNvPr id="1509" name="Google Shape;1509;g25013dc255c_1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0" name="Google Shape;1510;g25013dc255c_1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5"/>
        <p:cNvGrpSpPr/>
        <p:nvPr/>
      </p:nvGrpSpPr>
      <p:grpSpPr>
        <a:xfrm>
          <a:off x="0" y="0"/>
          <a:ext cx="0" cy="0"/>
          <a:chOff x="0" y="0"/>
          <a:chExt cx="0" cy="0"/>
        </a:xfrm>
      </p:grpSpPr>
      <p:sp>
        <p:nvSpPr>
          <p:cNvPr id="1516" name="Google Shape;1516;g25013dc255c_1_106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7" name="Google Shape;1517;g25013dc255c_1_106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1"/>
        <p:cNvGrpSpPr/>
        <p:nvPr/>
      </p:nvGrpSpPr>
      <p:grpSpPr>
        <a:xfrm>
          <a:off x="0" y="0"/>
          <a:ext cx="0" cy="0"/>
          <a:chOff x="0" y="0"/>
          <a:chExt cx="0" cy="0"/>
        </a:xfrm>
      </p:grpSpPr>
      <p:sp>
        <p:nvSpPr>
          <p:cNvPr id="1522" name="Google Shape;1522;g25013dc255c_1_106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3" name="Google Shape;1523;g25013dc255c_1_106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7"/>
        <p:cNvGrpSpPr/>
        <p:nvPr/>
      </p:nvGrpSpPr>
      <p:grpSpPr>
        <a:xfrm>
          <a:off x="0" y="0"/>
          <a:ext cx="0" cy="0"/>
          <a:chOff x="0" y="0"/>
          <a:chExt cx="0" cy="0"/>
        </a:xfrm>
      </p:grpSpPr>
      <p:sp>
        <p:nvSpPr>
          <p:cNvPr id="1528" name="Google Shape;1528;g25013dc255c_1_106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9" name="Google Shape;1529;g25013dc255c_1_106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1"/>
        <p:cNvGrpSpPr/>
        <p:nvPr/>
      </p:nvGrpSpPr>
      <p:grpSpPr>
        <a:xfrm>
          <a:off x="0" y="0"/>
          <a:ext cx="0" cy="0"/>
          <a:chOff x="0" y="0"/>
          <a:chExt cx="0" cy="0"/>
        </a:xfrm>
      </p:grpSpPr>
      <p:sp>
        <p:nvSpPr>
          <p:cNvPr id="1552" name="Google Shape;1552;g25013dc255c_1_106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3" name="Google Shape;1553;g25013dc255c_1_106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7"/>
        <p:cNvGrpSpPr/>
        <p:nvPr/>
      </p:nvGrpSpPr>
      <p:grpSpPr>
        <a:xfrm>
          <a:off x="0" y="0"/>
          <a:ext cx="0" cy="0"/>
          <a:chOff x="0" y="0"/>
          <a:chExt cx="0" cy="0"/>
        </a:xfrm>
      </p:grpSpPr>
      <p:sp>
        <p:nvSpPr>
          <p:cNvPr id="1568" name="Google Shape;1568;g25013dc255c_1_106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9" name="Google Shape;1569;g25013dc255c_1_10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6"/>
        <p:cNvGrpSpPr/>
        <p:nvPr/>
      </p:nvGrpSpPr>
      <p:grpSpPr>
        <a:xfrm>
          <a:off x="0" y="0"/>
          <a:ext cx="0" cy="0"/>
          <a:chOff x="0" y="0"/>
          <a:chExt cx="0" cy="0"/>
        </a:xfrm>
      </p:grpSpPr>
      <p:sp>
        <p:nvSpPr>
          <p:cNvPr id="1907" name="Google Shape;1907;g25013dc255c_1_110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8" name="Google Shape;1908;g25013dc255c_1_110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7"/>
        <p:cNvGrpSpPr/>
        <p:nvPr/>
      </p:nvGrpSpPr>
      <p:grpSpPr>
        <a:xfrm>
          <a:off x="0" y="0"/>
          <a:ext cx="0" cy="0"/>
          <a:chOff x="0" y="0"/>
          <a:chExt cx="0" cy="0"/>
        </a:xfrm>
      </p:grpSpPr>
      <p:sp>
        <p:nvSpPr>
          <p:cNvPr id="4108" name="Google Shape;4108;g25013dc255c_1_13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09" name="Google Shape;4109;g25013dc255c_1_13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6"/>
        <p:cNvGrpSpPr/>
        <p:nvPr/>
      </p:nvGrpSpPr>
      <p:grpSpPr>
        <a:xfrm>
          <a:off x="0" y="0"/>
          <a:ext cx="0" cy="0"/>
          <a:chOff x="0" y="0"/>
          <a:chExt cx="0" cy="0"/>
        </a:xfrm>
      </p:grpSpPr>
      <p:sp>
        <p:nvSpPr>
          <p:cNvPr id="4527" name="Google Shape;4527;g25013dc255c_1_136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8" name="Google Shape;4528;g25013dc255c_1_136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6"/>
        <p:cNvGrpSpPr/>
        <p:nvPr/>
      </p:nvGrpSpPr>
      <p:grpSpPr>
        <a:xfrm>
          <a:off x="0" y="0"/>
          <a:ext cx="0" cy="0"/>
          <a:chOff x="0" y="0"/>
          <a:chExt cx="0" cy="0"/>
        </a:xfrm>
      </p:grpSpPr>
      <p:sp>
        <p:nvSpPr>
          <p:cNvPr id="4697" name="Google Shape;4697;g25013dc255c_1_13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8" name="Google Shape;4698;g25013dc255c_1_13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1"/>
        <p:cNvGrpSpPr/>
        <p:nvPr/>
      </p:nvGrpSpPr>
      <p:grpSpPr>
        <a:xfrm>
          <a:off x="0" y="0"/>
          <a:ext cx="0" cy="0"/>
          <a:chOff x="0" y="0"/>
          <a:chExt cx="0" cy="0"/>
        </a:xfrm>
      </p:grpSpPr>
      <p:sp>
        <p:nvSpPr>
          <p:cNvPr id="5102" name="Google Shape;5102;g25013dc255c_1_142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3" name="Google Shape;5103;g25013dc255c_1_14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1"/>
        <p:cNvGrpSpPr/>
        <p:nvPr/>
      </p:nvGrpSpPr>
      <p:grpSpPr>
        <a:xfrm>
          <a:off x="0" y="0"/>
          <a:ext cx="0" cy="0"/>
          <a:chOff x="0" y="0"/>
          <a:chExt cx="0" cy="0"/>
        </a:xfrm>
      </p:grpSpPr>
      <p:sp>
        <p:nvSpPr>
          <p:cNvPr id="5482" name="Google Shape;5482;g25013dc255c_1_145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3" name="Google Shape;5483;g25013dc255c_1_145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7"/>
        <p:cNvGrpSpPr/>
        <p:nvPr/>
      </p:nvGrpSpPr>
      <p:grpSpPr>
        <a:xfrm>
          <a:off x="0" y="0"/>
          <a:ext cx="0" cy="0"/>
          <a:chOff x="0" y="0"/>
          <a:chExt cx="0" cy="0"/>
        </a:xfrm>
      </p:grpSpPr>
      <p:sp>
        <p:nvSpPr>
          <p:cNvPr id="5908" name="Google Shape;5908;g25013dc255c_1_150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9" name="Google Shape;5909;g25013dc255c_1_150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8"/>
        <p:cNvGrpSpPr/>
        <p:nvPr/>
      </p:nvGrpSpPr>
      <p:grpSpPr>
        <a:xfrm>
          <a:off x="0" y="0"/>
          <a:ext cx="0" cy="0"/>
          <a:chOff x="0" y="0"/>
          <a:chExt cx="0" cy="0"/>
        </a:xfrm>
      </p:grpSpPr>
      <p:sp>
        <p:nvSpPr>
          <p:cNvPr id="6269" name="Google Shape;6269;g25013dc255c_1_15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70" name="Google Shape;6270;g25013dc255c_1_153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78"/>
        <p:cNvGrpSpPr/>
        <p:nvPr/>
      </p:nvGrpSpPr>
      <p:grpSpPr>
        <a:xfrm>
          <a:off x="0" y="0"/>
          <a:ext cx="0" cy="0"/>
          <a:chOff x="0" y="0"/>
          <a:chExt cx="0" cy="0"/>
        </a:xfrm>
      </p:grpSpPr>
      <p:sp>
        <p:nvSpPr>
          <p:cNvPr id="6779" name="Google Shape;6779;g25013dc255c_1_158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0" name="Google Shape;6780;g25013dc255c_1_158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98"/>
        <p:cNvGrpSpPr/>
        <p:nvPr/>
      </p:nvGrpSpPr>
      <p:grpSpPr>
        <a:xfrm>
          <a:off x="0" y="0"/>
          <a:ext cx="0" cy="0"/>
          <a:chOff x="0" y="0"/>
          <a:chExt cx="0" cy="0"/>
        </a:xfrm>
      </p:grpSpPr>
      <p:sp>
        <p:nvSpPr>
          <p:cNvPr id="7399" name="Google Shape;7399;g25013dc255c_1_165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00" name="Google Shape;7400;g25013dc255c_1_165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2"/>
        <p:cNvGrpSpPr/>
        <p:nvPr/>
      </p:nvGrpSpPr>
      <p:grpSpPr>
        <a:xfrm>
          <a:off x="0" y="0"/>
          <a:ext cx="0" cy="0"/>
          <a:chOff x="0" y="0"/>
          <a:chExt cx="0" cy="0"/>
        </a:xfrm>
      </p:grpSpPr>
      <p:sp>
        <p:nvSpPr>
          <p:cNvPr id="7993" name="Google Shape;7993;g25013dc255c_1_170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94" name="Google Shape;7994;g25013dc255c_1_170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3"/>
        <p:cNvGrpSpPr/>
        <p:nvPr/>
      </p:nvGrpSpPr>
      <p:grpSpPr>
        <a:xfrm>
          <a:off x="0" y="0"/>
          <a:ext cx="0" cy="0"/>
          <a:chOff x="0" y="0"/>
          <a:chExt cx="0" cy="0"/>
        </a:xfrm>
      </p:grpSpPr>
      <p:sp>
        <p:nvSpPr>
          <p:cNvPr id="8314" name="Google Shape;8314;g25013dc255c_1_17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15" name="Google Shape;8315;g25013dc255c_1_17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1"/>
        <p:cNvGrpSpPr/>
        <p:nvPr/>
      </p:nvGrpSpPr>
      <p:grpSpPr>
        <a:xfrm>
          <a:off x="0" y="0"/>
          <a:ext cx="0" cy="0"/>
          <a:chOff x="0" y="0"/>
          <a:chExt cx="0" cy="0"/>
        </a:xfrm>
      </p:grpSpPr>
      <p:sp>
        <p:nvSpPr>
          <p:cNvPr id="8622" name="Google Shape;8622;g25013dc255c_1_19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23" name="Google Shape;8623;g25013dc255c_1_193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hyperlink" Target="https://bit.ly/3A1uf1Q" TargetMode="External"/><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rotWithShape="1">
          <a:blip r:embed="rId2">
            <a:alphaModFix amt="70000"/>
          </a:blip>
          <a:srcRect l="4224" t="4890" r="5710" b="4881"/>
          <a:stretch/>
        </p:blipFill>
        <p:spPr>
          <a:xfrm>
            <a:off x="0" y="0"/>
            <a:ext cx="9144003" cy="5143499"/>
          </a:xfrm>
          <a:prstGeom prst="rect">
            <a:avLst/>
          </a:prstGeom>
          <a:noFill/>
          <a:ln>
            <a:noFill/>
          </a:ln>
        </p:spPr>
      </p:pic>
      <p:grpSp>
        <p:nvGrpSpPr>
          <p:cNvPr id="10" name="Google Shape;10;p2"/>
          <p:cNvGrpSpPr/>
          <p:nvPr/>
        </p:nvGrpSpPr>
        <p:grpSpPr>
          <a:xfrm>
            <a:off x="0" y="0"/>
            <a:ext cx="9144050" cy="5143500"/>
            <a:chOff x="0" y="0"/>
            <a:chExt cx="9144050" cy="5143500"/>
          </a:xfrm>
        </p:grpSpPr>
        <p:sp>
          <p:nvSpPr>
            <p:cNvPr id="11" name="Google Shape;11;p2"/>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2" name="Google Shape;12;p2"/>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3" name="Google Shape;13;p2"/>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4" name="Google Shape;14;p2"/>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15" name="Google Shape;15;p2"/>
          <p:cNvSpPr txBox="1">
            <a:spLocks noGrp="1"/>
          </p:cNvSpPr>
          <p:nvPr>
            <p:ph type="ctrTitle"/>
          </p:nvPr>
        </p:nvSpPr>
        <p:spPr>
          <a:xfrm>
            <a:off x="715106" y="634975"/>
            <a:ext cx="4736700" cy="2039400"/>
          </a:xfrm>
          <a:prstGeom prst="rect">
            <a:avLst/>
          </a:prstGeom>
        </p:spPr>
        <p:txBody>
          <a:bodyPr spcFirstLastPara="1" wrap="square" lIns="91425" tIns="91425" rIns="91425" bIns="91425" anchor="b" anchorCtr="0">
            <a:noAutofit/>
          </a:bodyPr>
          <a:lstStyle>
            <a:lvl1pPr lvl="0" algn="ctr">
              <a:lnSpc>
                <a:spcPct val="100000"/>
              </a:lnSpc>
              <a:spcBef>
                <a:spcPts val="0"/>
              </a:spcBef>
              <a:spcAft>
                <a:spcPts val="0"/>
              </a:spcAft>
              <a:buClr>
                <a:srgbClr val="191919"/>
              </a:buClr>
              <a:buSzPts val="5200"/>
              <a:buNone/>
              <a:defRPr sz="6000"/>
            </a:lvl1pPr>
            <a:lvl2pPr lvl="1" algn="ctr">
              <a:lnSpc>
                <a:spcPct val="100000"/>
              </a:lnSpc>
              <a:spcBef>
                <a:spcPts val="0"/>
              </a:spcBef>
              <a:spcAft>
                <a:spcPts val="0"/>
              </a:spcAft>
              <a:buClr>
                <a:srgbClr val="191919"/>
              </a:buClr>
              <a:buSzPts val="5200"/>
              <a:buNone/>
              <a:defRPr sz="5200">
                <a:solidFill>
                  <a:srgbClr val="191919"/>
                </a:solidFill>
              </a:defRPr>
            </a:lvl2pPr>
            <a:lvl3pPr lvl="2" algn="ctr">
              <a:lnSpc>
                <a:spcPct val="100000"/>
              </a:lnSpc>
              <a:spcBef>
                <a:spcPts val="0"/>
              </a:spcBef>
              <a:spcAft>
                <a:spcPts val="0"/>
              </a:spcAft>
              <a:buClr>
                <a:srgbClr val="191919"/>
              </a:buClr>
              <a:buSzPts val="5200"/>
              <a:buNone/>
              <a:defRPr sz="5200">
                <a:solidFill>
                  <a:srgbClr val="191919"/>
                </a:solidFill>
              </a:defRPr>
            </a:lvl3pPr>
            <a:lvl4pPr lvl="3" algn="ctr">
              <a:lnSpc>
                <a:spcPct val="100000"/>
              </a:lnSpc>
              <a:spcBef>
                <a:spcPts val="0"/>
              </a:spcBef>
              <a:spcAft>
                <a:spcPts val="0"/>
              </a:spcAft>
              <a:buClr>
                <a:srgbClr val="191919"/>
              </a:buClr>
              <a:buSzPts val="5200"/>
              <a:buNone/>
              <a:defRPr sz="5200">
                <a:solidFill>
                  <a:srgbClr val="191919"/>
                </a:solidFill>
              </a:defRPr>
            </a:lvl4pPr>
            <a:lvl5pPr lvl="4" algn="ctr">
              <a:lnSpc>
                <a:spcPct val="100000"/>
              </a:lnSpc>
              <a:spcBef>
                <a:spcPts val="0"/>
              </a:spcBef>
              <a:spcAft>
                <a:spcPts val="0"/>
              </a:spcAft>
              <a:buClr>
                <a:srgbClr val="191919"/>
              </a:buClr>
              <a:buSzPts val="5200"/>
              <a:buNone/>
              <a:defRPr sz="5200">
                <a:solidFill>
                  <a:srgbClr val="191919"/>
                </a:solidFill>
              </a:defRPr>
            </a:lvl5pPr>
            <a:lvl6pPr lvl="5" algn="ctr">
              <a:lnSpc>
                <a:spcPct val="100000"/>
              </a:lnSpc>
              <a:spcBef>
                <a:spcPts val="0"/>
              </a:spcBef>
              <a:spcAft>
                <a:spcPts val="0"/>
              </a:spcAft>
              <a:buClr>
                <a:srgbClr val="191919"/>
              </a:buClr>
              <a:buSzPts val="5200"/>
              <a:buNone/>
              <a:defRPr sz="5200">
                <a:solidFill>
                  <a:srgbClr val="191919"/>
                </a:solidFill>
              </a:defRPr>
            </a:lvl6pPr>
            <a:lvl7pPr lvl="6" algn="ctr">
              <a:lnSpc>
                <a:spcPct val="100000"/>
              </a:lnSpc>
              <a:spcBef>
                <a:spcPts val="0"/>
              </a:spcBef>
              <a:spcAft>
                <a:spcPts val="0"/>
              </a:spcAft>
              <a:buClr>
                <a:srgbClr val="191919"/>
              </a:buClr>
              <a:buSzPts val="5200"/>
              <a:buNone/>
              <a:defRPr sz="5200">
                <a:solidFill>
                  <a:srgbClr val="191919"/>
                </a:solidFill>
              </a:defRPr>
            </a:lvl7pPr>
            <a:lvl8pPr lvl="7" algn="ctr">
              <a:lnSpc>
                <a:spcPct val="100000"/>
              </a:lnSpc>
              <a:spcBef>
                <a:spcPts val="0"/>
              </a:spcBef>
              <a:spcAft>
                <a:spcPts val="0"/>
              </a:spcAft>
              <a:buClr>
                <a:srgbClr val="191919"/>
              </a:buClr>
              <a:buSzPts val="5200"/>
              <a:buNone/>
              <a:defRPr sz="5200">
                <a:solidFill>
                  <a:srgbClr val="191919"/>
                </a:solidFill>
              </a:defRPr>
            </a:lvl8pPr>
            <a:lvl9pPr lvl="8" algn="ctr">
              <a:lnSpc>
                <a:spcPct val="100000"/>
              </a:lnSpc>
              <a:spcBef>
                <a:spcPts val="0"/>
              </a:spcBef>
              <a:spcAft>
                <a:spcPts val="0"/>
              </a:spcAft>
              <a:buClr>
                <a:srgbClr val="191919"/>
              </a:buClr>
              <a:buSzPts val="5200"/>
              <a:buNone/>
              <a:defRPr sz="5200">
                <a:solidFill>
                  <a:srgbClr val="191919"/>
                </a:solidFill>
              </a:defRPr>
            </a:lvl9pPr>
          </a:lstStyle>
          <a:p>
            <a:endParaRPr/>
          </a:p>
        </p:txBody>
      </p:sp>
      <p:sp>
        <p:nvSpPr>
          <p:cNvPr id="16" name="Google Shape;16;p2"/>
          <p:cNvSpPr txBox="1">
            <a:spLocks noGrp="1"/>
          </p:cNvSpPr>
          <p:nvPr>
            <p:ph type="subTitle" idx="1"/>
          </p:nvPr>
        </p:nvSpPr>
        <p:spPr>
          <a:xfrm>
            <a:off x="1682900" y="2914198"/>
            <a:ext cx="2801100" cy="644400"/>
          </a:xfrm>
          <a:prstGeom prst="rect">
            <a:avLst/>
          </a:prstGeom>
          <a:solidFill>
            <a:schemeClr val="accent4"/>
          </a:solidFill>
        </p:spPr>
        <p:txBody>
          <a:bodyPr spcFirstLastPara="1" wrap="square" lIns="91425" tIns="91425" rIns="91425" bIns="91425" anchor="ctr" anchorCtr="0">
            <a:noAutofit/>
          </a:bodyPr>
          <a:lstStyle>
            <a:lvl1pPr lvl="0" algn="ctr">
              <a:lnSpc>
                <a:spcPct val="100000"/>
              </a:lnSpc>
              <a:spcBef>
                <a:spcPts val="0"/>
              </a:spcBef>
              <a:spcAft>
                <a:spcPts val="0"/>
              </a:spcAft>
              <a:buSzPts val="12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mt="70000"/>
          </a:blip>
          <a:srcRect l="4224" t="4890" r="5710" b="4881"/>
          <a:stretch/>
        </p:blipFill>
        <p:spPr>
          <a:xfrm>
            <a:off x="0" y="0"/>
            <a:ext cx="9144003" cy="5143499"/>
          </a:xfrm>
          <a:prstGeom prst="rect">
            <a:avLst/>
          </a:prstGeom>
          <a:noFill/>
          <a:ln>
            <a:noFill/>
          </a:ln>
        </p:spPr>
      </p:pic>
      <p:grpSp>
        <p:nvGrpSpPr>
          <p:cNvPr id="19" name="Google Shape;19;p3"/>
          <p:cNvGrpSpPr/>
          <p:nvPr/>
        </p:nvGrpSpPr>
        <p:grpSpPr>
          <a:xfrm>
            <a:off x="0" y="0"/>
            <a:ext cx="9144050" cy="5143500"/>
            <a:chOff x="0" y="0"/>
            <a:chExt cx="9144050" cy="5143500"/>
          </a:xfrm>
        </p:grpSpPr>
        <p:sp>
          <p:nvSpPr>
            <p:cNvPr id="20" name="Google Shape;20;p3"/>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1" name="Google Shape;21;p3"/>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2" name="Google Shape;22;p3"/>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3" name="Google Shape;23;p3"/>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24" name="Google Shape;24;p3"/>
          <p:cNvSpPr txBox="1">
            <a:spLocks noGrp="1"/>
          </p:cNvSpPr>
          <p:nvPr>
            <p:ph type="title"/>
          </p:nvPr>
        </p:nvSpPr>
        <p:spPr>
          <a:xfrm>
            <a:off x="4987875" y="2400400"/>
            <a:ext cx="3011700" cy="1012500"/>
          </a:xfrm>
          <a:prstGeom prst="rect">
            <a:avLst/>
          </a:prstGeom>
        </p:spPr>
        <p:txBody>
          <a:bodyPr spcFirstLastPara="1" wrap="square" lIns="91425" tIns="91425" rIns="91425" bIns="91425" anchor="t" anchorCtr="0">
            <a:noAutofit/>
          </a:bodyPr>
          <a:lstStyle>
            <a:lvl1pPr lvl="0" algn="ctr">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a:endParaRPr/>
          </a:p>
        </p:txBody>
      </p:sp>
      <p:sp>
        <p:nvSpPr>
          <p:cNvPr id="25" name="Google Shape;25;p3"/>
          <p:cNvSpPr txBox="1">
            <a:spLocks noGrp="1"/>
          </p:cNvSpPr>
          <p:nvPr>
            <p:ph type="title" idx="2" hasCustomPrompt="1"/>
          </p:nvPr>
        </p:nvSpPr>
        <p:spPr>
          <a:xfrm>
            <a:off x="5948775" y="1338549"/>
            <a:ext cx="1089900" cy="8949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6000"/>
              <a:buNone/>
              <a:defRPr sz="5000">
                <a:solidFill>
                  <a:schemeClr val="accent5"/>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3"/>
        <p:cNvGrpSpPr/>
        <p:nvPr/>
      </p:nvGrpSpPr>
      <p:grpSpPr>
        <a:xfrm>
          <a:off x="0" y="0"/>
          <a:ext cx="0" cy="0"/>
          <a:chOff x="0" y="0"/>
          <a:chExt cx="0" cy="0"/>
        </a:xfrm>
      </p:grpSpPr>
      <p:pic>
        <p:nvPicPr>
          <p:cNvPr id="44" name="Google Shape;44;p5"/>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45" name="Google Shape;45;p5"/>
          <p:cNvGrpSpPr/>
          <p:nvPr/>
        </p:nvGrpSpPr>
        <p:grpSpPr>
          <a:xfrm>
            <a:off x="0" y="0"/>
            <a:ext cx="9144050" cy="5143500"/>
            <a:chOff x="0" y="0"/>
            <a:chExt cx="9144050" cy="5143500"/>
          </a:xfrm>
        </p:grpSpPr>
        <p:sp>
          <p:nvSpPr>
            <p:cNvPr id="46" name="Google Shape;46;p5"/>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47" name="Google Shape;47;p5"/>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48" name="Google Shape;48;p5"/>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49" name="Google Shape;49;p5"/>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50" name="Google Shape;50;p5"/>
          <p:cNvSpPr txBox="1">
            <a:spLocks noGrp="1"/>
          </p:cNvSpPr>
          <p:nvPr>
            <p:ph type="subTitle" idx="1"/>
          </p:nvPr>
        </p:nvSpPr>
        <p:spPr>
          <a:xfrm>
            <a:off x="1290775" y="2059175"/>
            <a:ext cx="2907600" cy="572700"/>
          </a:xfrm>
          <a:prstGeom prst="rect">
            <a:avLst/>
          </a:prstGeom>
        </p:spPr>
        <p:txBody>
          <a:bodyPr spcFirstLastPara="1" wrap="square" lIns="91425" tIns="91425" rIns="91425" bIns="91425" anchor="b" anchorCtr="0">
            <a:noAutofit/>
          </a:bodyPr>
          <a:lstStyle>
            <a:lvl1pPr lvl="0" algn="ctr">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51" name="Google Shape;51;p5"/>
          <p:cNvSpPr txBox="1">
            <a:spLocks noGrp="1"/>
          </p:cNvSpPr>
          <p:nvPr>
            <p:ph type="subTitle" idx="2"/>
          </p:nvPr>
        </p:nvSpPr>
        <p:spPr>
          <a:xfrm>
            <a:off x="4945650" y="2059175"/>
            <a:ext cx="29076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52" name="Google Shape;52;p5"/>
          <p:cNvSpPr txBox="1">
            <a:spLocks noGrp="1"/>
          </p:cNvSpPr>
          <p:nvPr>
            <p:ph type="subTitle" idx="3"/>
          </p:nvPr>
        </p:nvSpPr>
        <p:spPr>
          <a:xfrm>
            <a:off x="1290775" y="2653750"/>
            <a:ext cx="2907600" cy="1350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3" name="Google Shape;53;p5"/>
          <p:cNvSpPr txBox="1">
            <a:spLocks noGrp="1"/>
          </p:cNvSpPr>
          <p:nvPr>
            <p:ph type="subTitle" idx="4"/>
          </p:nvPr>
        </p:nvSpPr>
        <p:spPr>
          <a:xfrm>
            <a:off x="4945650" y="2653750"/>
            <a:ext cx="2907600" cy="1350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4" name="Google Shape;54;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5"/>
        <p:cNvGrpSpPr/>
        <p:nvPr/>
      </p:nvGrpSpPr>
      <p:grpSpPr>
        <a:xfrm>
          <a:off x="0" y="0"/>
          <a:ext cx="0" cy="0"/>
          <a:chOff x="0" y="0"/>
          <a:chExt cx="0" cy="0"/>
        </a:xfrm>
      </p:grpSpPr>
      <p:pic>
        <p:nvPicPr>
          <p:cNvPr id="56" name="Google Shape;56;p6"/>
          <p:cNvPicPr preferRelativeResize="0"/>
          <p:nvPr/>
        </p:nvPicPr>
        <p:blipFill rotWithShape="1">
          <a:blip r:embed="rId2">
            <a:alphaModFix amt="70000"/>
          </a:blip>
          <a:srcRect/>
          <a:stretch/>
        </p:blipFill>
        <p:spPr>
          <a:xfrm>
            <a:off x="0" y="0"/>
            <a:ext cx="9144003" cy="5143501"/>
          </a:xfrm>
          <a:prstGeom prst="rect">
            <a:avLst/>
          </a:prstGeom>
          <a:noFill/>
          <a:ln>
            <a:noFill/>
          </a:ln>
        </p:spPr>
      </p:pic>
      <p:sp>
        <p:nvSpPr>
          <p:cNvPr id="57" name="Google Shape;57;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8"/>
        <p:cNvGrpSpPr/>
        <p:nvPr/>
      </p:nvGrpSpPr>
      <p:grpSpPr>
        <a:xfrm>
          <a:off x="0" y="0"/>
          <a:ext cx="0" cy="0"/>
          <a:chOff x="0" y="0"/>
          <a:chExt cx="0" cy="0"/>
        </a:xfrm>
      </p:grpSpPr>
      <p:pic>
        <p:nvPicPr>
          <p:cNvPr id="59" name="Google Shape;59;p7"/>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60" name="Google Shape;60;p7"/>
          <p:cNvGrpSpPr/>
          <p:nvPr/>
        </p:nvGrpSpPr>
        <p:grpSpPr>
          <a:xfrm>
            <a:off x="0" y="0"/>
            <a:ext cx="9144050" cy="5143500"/>
            <a:chOff x="0" y="0"/>
            <a:chExt cx="9144050" cy="5143500"/>
          </a:xfrm>
        </p:grpSpPr>
        <p:sp>
          <p:nvSpPr>
            <p:cNvPr id="61" name="Google Shape;61;p7"/>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2" name="Google Shape;62;p7"/>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3" name="Google Shape;63;p7"/>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4" name="Google Shape;64;p7"/>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65" name="Google Shape;65;p7"/>
          <p:cNvSpPr txBox="1">
            <a:spLocks noGrp="1"/>
          </p:cNvSpPr>
          <p:nvPr>
            <p:ph type="title"/>
          </p:nvPr>
        </p:nvSpPr>
        <p:spPr>
          <a:xfrm>
            <a:off x="1159625" y="1227675"/>
            <a:ext cx="2625900" cy="572700"/>
          </a:xfrm>
          <a:prstGeom prst="rect">
            <a:avLst/>
          </a:prstGeom>
        </p:spPr>
        <p:txBody>
          <a:bodyPr spcFirstLastPara="1" wrap="square" lIns="91425" tIns="91425" rIns="91425" bIns="91425" anchor="t" anchorCtr="0">
            <a:noAutofit/>
          </a:bodyPr>
          <a:lstStyle>
            <a:lvl1pPr lvl="0" algn="l" rtl="0">
              <a:lnSpc>
                <a:spcPct val="100000"/>
              </a:lnSpc>
              <a:spcBef>
                <a:spcPts val="0"/>
              </a:spcBef>
              <a:spcAft>
                <a:spcPts val="0"/>
              </a:spcAft>
              <a:buSzPts val="3500"/>
              <a:buNone/>
              <a:defRPr/>
            </a:lvl1pPr>
            <a:lvl2pPr lvl="1" rtl="0">
              <a:lnSpc>
                <a:spcPct val="100000"/>
              </a:lnSpc>
              <a:spcBef>
                <a:spcPts val="0"/>
              </a:spcBef>
              <a:spcAft>
                <a:spcPts val="0"/>
              </a:spcAft>
              <a:buSzPts val="3000"/>
              <a:buNone/>
              <a:defRPr/>
            </a:lvl2pPr>
            <a:lvl3pPr lvl="2" rtl="0">
              <a:lnSpc>
                <a:spcPct val="100000"/>
              </a:lnSpc>
              <a:spcBef>
                <a:spcPts val="0"/>
              </a:spcBef>
              <a:spcAft>
                <a:spcPts val="0"/>
              </a:spcAft>
              <a:buSzPts val="3000"/>
              <a:buNone/>
              <a:defRPr/>
            </a:lvl3pPr>
            <a:lvl4pPr lvl="3" rtl="0">
              <a:lnSpc>
                <a:spcPct val="100000"/>
              </a:lnSpc>
              <a:spcBef>
                <a:spcPts val="0"/>
              </a:spcBef>
              <a:spcAft>
                <a:spcPts val="0"/>
              </a:spcAft>
              <a:buSzPts val="3000"/>
              <a:buNone/>
              <a:defRPr/>
            </a:lvl4pPr>
            <a:lvl5pPr lvl="4" rtl="0">
              <a:lnSpc>
                <a:spcPct val="100000"/>
              </a:lnSpc>
              <a:spcBef>
                <a:spcPts val="0"/>
              </a:spcBef>
              <a:spcAft>
                <a:spcPts val="0"/>
              </a:spcAft>
              <a:buSzPts val="3000"/>
              <a:buNone/>
              <a:defRPr/>
            </a:lvl5pPr>
            <a:lvl6pPr lvl="5" rtl="0">
              <a:lnSpc>
                <a:spcPct val="100000"/>
              </a:lnSpc>
              <a:spcBef>
                <a:spcPts val="0"/>
              </a:spcBef>
              <a:spcAft>
                <a:spcPts val="0"/>
              </a:spcAft>
              <a:buSzPts val="3000"/>
              <a:buNone/>
              <a:defRPr/>
            </a:lvl6pPr>
            <a:lvl7pPr lvl="6" rtl="0">
              <a:lnSpc>
                <a:spcPct val="100000"/>
              </a:lnSpc>
              <a:spcBef>
                <a:spcPts val="0"/>
              </a:spcBef>
              <a:spcAft>
                <a:spcPts val="0"/>
              </a:spcAft>
              <a:buSzPts val="3000"/>
              <a:buNone/>
              <a:defRPr/>
            </a:lvl7pPr>
            <a:lvl8pPr lvl="7" rtl="0">
              <a:lnSpc>
                <a:spcPct val="100000"/>
              </a:lnSpc>
              <a:spcBef>
                <a:spcPts val="0"/>
              </a:spcBef>
              <a:spcAft>
                <a:spcPts val="0"/>
              </a:spcAft>
              <a:buSzPts val="3000"/>
              <a:buNone/>
              <a:defRPr/>
            </a:lvl8pPr>
            <a:lvl9pPr lvl="8" rtl="0">
              <a:lnSpc>
                <a:spcPct val="100000"/>
              </a:lnSpc>
              <a:spcBef>
                <a:spcPts val="0"/>
              </a:spcBef>
              <a:spcAft>
                <a:spcPts val="0"/>
              </a:spcAft>
              <a:buSzPts val="3000"/>
              <a:buNone/>
              <a:defRPr/>
            </a:lvl9pPr>
          </a:lstStyle>
          <a:p>
            <a:endParaRPr/>
          </a:p>
        </p:txBody>
      </p:sp>
      <p:sp>
        <p:nvSpPr>
          <p:cNvPr id="66" name="Google Shape;66;p7"/>
          <p:cNvSpPr txBox="1">
            <a:spLocks noGrp="1"/>
          </p:cNvSpPr>
          <p:nvPr>
            <p:ph type="body" idx="1"/>
          </p:nvPr>
        </p:nvSpPr>
        <p:spPr>
          <a:xfrm>
            <a:off x="1159625" y="2105925"/>
            <a:ext cx="2625900" cy="1809900"/>
          </a:xfrm>
          <a:prstGeom prst="rect">
            <a:avLst/>
          </a:prstGeom>
        </p:spPr>
        <p:txBody>
          <a:bodyPr spcFirstLastPara="1" wrap="square" lIns="91425" tIns="91425" rIns="91425" bIns="91425" anchor="ctr"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
        <p:nvSpPr>
          <p:cNvPr id="67" name="Google Shape;67;p7"/>
          <p:cNvSpPr>
            <a:spLocks noGrp="1"/>
          </p:cNvSpPr>
          <p:nvPr>
            <p:ph type="pic" idx="2"/>
          </p:nvPr>
        </p:nvSpPr>
        <p:spPr>
          <a:xfrm>
            <a:off x="4572050" y="535050"/>
            <a:ext cx="3856800" cy="4073400"/>
          </a:xfrm>
          <a:prstGeom prst="ellipse">
            <a:avLst/>
          </a:prstGeom>
          <a:noFill/>
          <a:ln>
            <a:noFill/>
          </a:ln>
        </p:spPr>
        <p:txBody>
          <a:bodyPr/>
          <a:lstStyle/>
          <a:p>
            <a:endParaRPr lang="zh-TW"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8"/>
        <p:cNvGrpSpPr/>
        <p:nvPr/>
      </p:nvGrpSpPr>
      <p:grpSpPr>
        <a:xfrm>
          <a:off x="0" y="0"/>
          <a:ext cx="0" cy="0"/>
          <a:chOff x="0" y="0"/>
          <a:chExt cx="0" cy="0"/>
        </a:xfrm>
      </p:grpSpPr>
      <p:pic>
        <p:nvPicPr>
          <p:cNvPr id="69" name="Google Shape;69;p8"/>
          <p:cNvPicPr preferRelativeResize="0"/>
          <p:nvPr/>
        </p:nvPicPr>
        <p:blipFill rotWithShape="1">
          <a:blip r:embed="rId2">
            <a:alphaModFix amt="70000"/>
          </a:blip>
          <a:srcRect/>
          <a:stretch/>
        </p:blipFill>
        <p:spPr>
          <a:xfrm>
            <a:off x="0" y="0"/>
            <a:ext cx="9144003" cy="5143501"/>
          </a:xfrm>
          <a:prstGeom prst="rect">
            <a:avLst/>
          </a:prstGeom>
          <a:noFill/>
          <a:ln>
            <a:noFill/>
          </a:ln>
        </p:spPr>
      </p:pic>
      <p:sp>
        <p:nvSpPr>
          <p:cNvPr id="70" name="Google Shape;70;p8"/>
          <p:cNvSpPr txBox="1">
            <a:spLocks noGrp="1"/>
          </p:cNvSpPr>
          <p:nvPr>
            <p:ph type="title"/>
          </p:nvPr>
        </p:nvSpPr>
        <p:spPr>
          <a:xfrm>
            <a:off x="1388100" y="1307100"/>
            <a:ext cx="6367800" cy="25293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1"/>
        <p:cNvGrpSpPr/>
        <p:nvPr/>
      </p:nvGrpSpPr>
      <p:grpSpPr>
        <a:xfrm>
          <a:off x="0" y="0"/>
          <a:ext cx="0" cy="0"/>
          <a:chOff x="0" y="0"/>
          <a:chExt cx="0" cy="0"/>
        </a:xfrm>
      </p:grpSpPr>
      <p:pic>
        <p:nvPicPr>
          <p:cNvPr id="72" name="Google Shape;72;p9"/>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73" name="Google Shape;73;p9"/>
          <p:cNvGrpSpPr/>
          <p:nvPr/>
        </p:nvGrpSpPr>
        <p:grpSpPr>
          <a:xfrm>
            <a:off x="0" y="0"/>
            <a:ext cx="9144050" cy="5143500"/>
            <a:chOff x="0" y="0"/>
            <a:chExt cx="9144050" cy="5143500"/>
          </a:xfrm>
        </p:grpSpPr>
        <p:sp>
          <p:nvSpPr>
            <p:cNvPr id="74" name="Google Shape;74;p9"/>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5" name="Google Shape;75;p9"/>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6" name="Google Shape;76;p9"/>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7" name="Google Shape;77;p9"/>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78" name="Google Shape;78;p9"/>
          <p:cNvSpPr txBox="1">
            <a:spLocks noGrp="1"/>
          </p:cNvSpPr>
          <p:nvPr>
            <p:ph type="title"/>
          </p:nvPr>
        </p:nvSpPr>
        <p:spPr>
          <a:xfrm>
            <a:off x="2241425" y="1606300"/>
            <a:ext cx="4661100" cy="841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4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79" name="Google Shape;79;p9"/>
          <p:cNvSpPr txBox="1">
            <a:spLocks noGrp="1"/>
          </p:cNvSpPr>
          <p:nvPr>
            <p:ph type="subTitle" idx="1"/>
          </p:nvPr>
        </p:nvSpPr>
        <p:spPr>
          <a:xfrm>
            <a:off x="2241475" y="2481800"/>
            <a:ext cx="4661100" cy="464700"/>
          </a:xfrm>
          <a:prstGeom prst="rect">
            <a:avLst/>
          </a:prstGeom>
          <a:solidFill>
            <a:schemeClr val="accent4"/>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sz="1400"/>
            </a:lvl2pPr>
            <a:lvl3pPr lvl="2" algn="ctr" rtl="0">
              <a:lnSpc>
                <a:spcPct val="100000"/>
              </a:lnSpc>
              <a:spcBef>
                <a:spcPts val="0"/>
              </a:spcBef>
              <a:spcAft>
                <a:spcPts val="0"/>
              </a:spcAft>
              <a:buSzPts val="1400"/>
              <a:buNone/>
              <a:defRPr sz="1400"/>
            </a:lvl3pPr>
            <a:lvl4pPr lvl="3" algn="ctr" rtl="0">
              <a:lnSpc>
                <a:spcPct val="100000"/>
              </a:lnSpc>
              <a:spcBef>
                <a:spcPts val="0"/>
              </a:spcBef>
              <a:spcAft>
                <a:spcPts val="0"/>
              </a:spcAft>
              <a:buSzPts val="1400"/>
              <a:buNone/>
              <a:defRPr sz="1400"/>
            </a:lvl4pPr>
            <a:lvl5pPr lvl="4" algn="ctr" rtl="0">
              <a:lnSpc>
                <a:spcPct val="100000"/>
              </a:lnSpc>
              <a:spcBef>
                <a:spcPts val="0"/>
              </a:spcBef>
              <a:spcAft>
                <a:spcPts val="0"/>
              </a:spcAft>
              <a:buSzPts val="1400"/>
              <a:buNone/>
              <a:defRPr sz="1400"/>
            </a:lvl5pPr>
            <a:lvl6pPr lvl="5" algn="ctr" rtl="0">
              <a:lnSpc>
                <a:spcPct val="100000"/>
              </a:lnSpc>
              <a:spcBef>
                <a:spcPts val="0"/>
              </a:spcBef>
              <a:spcAft>
                <a:spcPts val="0"/>
              </a:spcAft>
              <a:buSzPts val="1400"/>
              <a:buNone/>
              <a:defRPr sz="1400"/>
            </a:lvl6pPr>
            <a:lvl7pPr lvl="6" algn="ctr" rtl="0">
              <a:lnSpc>
                <a:spcPct val="100000"/>
              </a:lnSpc>
              <a:spcBef>
                <a:spcPts val="0"/>
              </a:spcBef>
              <a:spcAft>
                <a:spcPts val="0"/>
              </a:spcAft>
              <a:buSzPts val="1400"/>
              <a:buNone/>
              <a:defRPr sz="1400"/>
            </a:lvl7pPr>
            <a:lvl8pPr lvl="7" algn="ctr" rtl="0">
              <a:lnSpc>
                <a:spcPct val="100000"/>
              </a:lnSpc>
              <a:spcBef>
                <a:spcPts val="0"/>
              </a:spcBef>
              <a:spcAft>
                <a:spcPts val="0"/>
              </a:spcAft>
              <a:buSzPts val="1400"/>
              <a:buNone/>
              <a:defRPr sz="1400"/>
            </a:lvl8pPr>
            <a:lvl9pPr lvl="8" algn="ctr" rtl="0">
              <a:lnSpc>
                <a:spcPct val="100000"/>
              </a:lnSpc>
              <a:spcBef>
                <a:spcPts val="0"/>
              </a:spcBef>
              <a:spcAft>
                <a:spcPts val="0"/>
              </a:spcAft>
              <a:buSzPts val="1400"/>
              <a:buNone/>
              <a:defRPr sz="14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0"/>
        <p:cNvGrpSpPr/>
        <p:nvPr/>
      </p:nvGrpSpPr>
      <p:grpSpPr>
        <a:xfrm>
          <a:off x="0" y="0"/>
          <a:ext cx="0" cy="0"/>
          <a:chOff x="0" y="0"/>
          <a:chExt cx="0" cy="0"/>
        </a:xfrm>
      </p:grpSpPr>
      <p:pic>
        <p:nvPicPr>
          <p:cNvPr id="81" name="Google Shape;81;p10"/>
          <p:cNvPicPr preferRelativeResize="0"/>
          <p:nvPr/>
        </p:nvPicPr>
        <p:blipFill rotWithShape="1">
          <a:blip r:embed="rId2">
            <a:alphaModFix amt="70000"/>
          </a:blip>
          <a:srcRect/>
          <a:stretch/>
        </p:blipFill>
        <p:spPr>
          <a:xfrm>
            <a:off x="0" y="0"/>
            <a:ext cx="9144003" cy="5143501"/>
          </a:xfrm>
          <a:prstGeom prst="rect">
            <a:avLst/>
          </a:prstGeom>
          <a:noFill/>
          <a:ln>
            <a:noFill/>
          </a:ln>
        </p:spPr>
      </p:pic>
      <p:sp>
        <p:nvSpPr>
          <p:cNvPr id="82" name="Google Shape;82;p10"/>
          <p:cNvSpPr txBox="1">
            <a:spLocks noGrp="1"/>
          </p:cNvSpPr>
          <p:nvPr>
            <p:ph type="title"/>
          </p:nvPr>
        </p:nvSpPr>
        <p:spPr>
          <a:xfrm>
            <a:off x="1779300" y="4038275"/>
            <a:ext cx="5585400" cy="425700"/>
          </a:xfrm>
          <a:prstGeom prst="rect">
            <a:avLst/>
          </a:prstGeom>
          <a:solidFill>
            <a:schemeClr val="accent4"/>
          </a:solidFill>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3"/>
        <p:cNvGrpSpPr/>
        <p:nvPr/>
      </p:nvGrpSpPr>
      <p:grpSpPr>
        <a:xfrm>
          <a:off x="0" y="0"/>
          <a:ext cx="0" cy="0"/>
          <a:chOff x="0" y="0"/>
          <a:chExt cx="0" cy="0"/>
        </a:xfrm>
      </p:grpSpPr>
      <p:pic>
        <p:nvPicPr>
          <p:cNvPr id="84" name="Google Shape;84;p11"/>
          <p:cNvPicPr preferRelativeResize="0"/>
          <p:nvPr/>
        </p:nvPicPr>
        <p:blipFill rotWithShape="1">
          <a:blip r:embed="rId2">
            <a:alphaModFix amt="70000"/>
          </a:blip>
          <a:srcRect l="4224" t="4890" r="5710" b="4881"/>
          <a:stretch/>
        </p:blipFill>
        <p:spPr>
          <a:xfrm>
            <a:off x="0" y="0"/>
            <a:ext cx="9144003" cy="5143499"/>
          </a:xfrm>
          <a:prstGeom prst="rect">
            <a:avLst/>
          </a:prstGeom>
          <a:noFill/>
          <a:ln>
            <a:noFill/>
          </a:ln>
        </p:spPr>
      </p:pic>
      <p:grpSp>
        <p:nvGrpSpPr>
          <p:cNvPr id="85" name="Google Shape;85;p11"/>
          <p:cNvGrpSpPr/>
          <p:nvPr/>
        </p:nvGrpSpPr>
        <p:grpSpPr>
          <a:xfrm>
            <a:off x="0" y="0"/>
            <a:ext cx="9144050" cy="5143500"/>
            <a:chOff x="0" y="0"/>
            <a:chExt cx="9144050" cy="5143500"/>
          </a:xfrm>
        </p:grpSpPr>
        <p:sp>
          <p:nvSpPr>
            <p:cNvPr id="86" name="Google Shape;86;p11"/>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87" name="Google Shape;87;p11"/>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88" name="Google Shape;88;p11"/>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89" name="Google Shape;89;p11"/>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90" name="Google Shape;90;p11"/>
          <p:cNvSpPr txBox="1">
            <a:spLocks noGrp="1"/>
          </p:cNvSpPr>
          <p:nvPr>
            <p:ph type="title" hasCustomPrompt="1"/>
          </p:nvPr>
        </p:nvSpPr>
        <p:spPr>
          <a:xfrm>
            <a:off x="5423975" y="709025"/>
            <a:ext cx="2751300" cy="12039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91" name="Google Shape;91;p11"/>
          <p:cNvSpPr txBox="1">
            <a:spLocks noGrp="1"/>
          </p:cNvSpPr>
          <p:nvPr>
            <p:ph type="subTitle" idx="1"/>
          </p:nvPr>
        </p:nvSpPr>
        <p:spPr>
          <a:xfrm>
            <a:off x="5423975" y="2099150"/>
            <a:ext cx="2751300" cy="728700"/>
          </a:xfrm>
          <a:prstGeom prst="rect">
            <a:avLst/>
          </a:prstGeom>
          <a:solidFill>
            <a:schemeClr val="accent4"/>
          </a:solidFill>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5"/>
        </a:solidFill>
        <a:effectLst/>
      </p:bgPr>
    </p:bg>
    <p:spTree>
      <p:nvGrpSpPr>
        <p:cNvPr id="1" name="Shape 92"/>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93"/>
        <p:cNvGrpSpPr/>
        <p:nvPr/>
      </p:nvGrpSpPr>
      <p:grpSpPr>
        <a:xfrm>
          <a:off x="0" y="0"/>
          <a:ext cx="0" cy="0"/>
          <a:chOff x="0" y="0"/>
          <a:chExt cx="0" cy="0"/>
        </a:xfrm>
      </p:grpSpPr>
      <p:pic>
        <p:nvPicPr>
          <p:cNvPr id="94" name="Google Shape;94;p13"/>
          <p:cNvPicPr preferRelativeResize="0"/>
          <p:nvPr/>
        </p:nvPicPr>
        <p:blipFill rotWithShape="1">
          <a:blip r:embed="rId2">
            <a:alphaModFix amt="70000"/>
          </a:blip>
          <a:srcRect/>
          <a:stretch/>
        </p:blipFill>
        <p:spPr>
          <a:xfrm flipH="1">
            <a:off x="0" y="0"/>
            <a:ext cx="9144003" cy="5143501"/>
          </a:xfrm>
          <a:prstGeom prst="rect">
            <a:avLst/>
          </a:prstGeom>
          <a:noFill/>
          <a:ln>
            <a:noFill/>
          </a:ln>
        </p:spPr>
      </p:pic>
      <p:grpSp>
        <p:nvGrpSpPr>
          <p:cNvPr id="95" name="Google Shape;95;p13"/>
          <p:cNvGrpSpPr/>
          <p:nvPr/>
        </p:nvGrpSpPr>
        <p:grpSpPr>
          <a:xfrm>
            <a:off x="-81865" y="320143"/>
            <a:ext cx="627008" cy="627008"/>
            <a:chOff x="6118535" y="-1026182"/>
            <a:chExt cx="627008" cy="627008"/>
          </a:xfrm>
        </p:grpSpPr>
        <p:sp>
          <p:nvSpPr>
            <p:cNvPr id="96" name="Google Shape;96;p13"/>
            <p:cNvSpPr/>
            <p:nvPr/>
          </p:nvSpPr>
          <p:spPr>
            <a:xfrm>
              <a:off x="6118535" y="-1026182"/>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 name="Google Shape;97;p13"/>
            <p:cNvSpPr/>
            <p:nvPr/>
          </p:nvSpPr>
          <p:spPr>
            <a:xfrm>
              <a:off x="6149433" y="-988909"/>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 name="Google Shape;98;p13"/>
            <p:cNvSpPr/>
            <p:nvPr/>
          </p:nvSpPr>
          <p:spPr>
            <a:xfrm>
              <a:off x="6198968" y="-950654"/>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 name="Google Shape;99;p13"/>
            <p:cNvSpPr/>
            <p:nvPr/>
          </p:nvSpPr>
          <p:spPr>
            <a:xfrm>
              <a:off x="6182510" y="-75321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 name="Google Shape;100;p13"/>
            <p:cNvSpPr/>
            <p:nvPr/>
          </p:nvSpPr>
          <p:spPr>
            <a:xfrm>
              <a:off x="6279155" y="-761834"/>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 name="Google Shape;101;p13"/>
            <p:cNvSpPr/>
            <p:nvPr/>
          </p:nvSpPr>
          <p:spPr>
            <a:xfrm>
              <a:off x="6416478" y="-761589"/>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 name="Google Shape;102;p13"/>
            <p:cNvSpPr/>
            <p:nvPr/>
          </p:nvSpPr>
          <p:spPr>
            <a:xfrm>
              <a:off x="6344383" y="-676007"/>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3" name="Google Shape;103;p13"/>
          <p:cNvSpPr/>
          <p:nvPr/>
        </p:nvSpPr>
        <p:spPr>
          <a:xfrm>
            <a:off x="8428900" y="445025"/>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04" name="Google Shape;104;p13"/>
          <p:cNvSpPr/>
          <p:nvPr/>
        </p:nvSpPr>
        <p:spPr>
          <a:xfrm>
            <a:off x="471775" y="383145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05" name="Google Shape;105;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06" name="Google Shape;106;p13"/>
          <p:cNvSpPr txBox="1">
            <a:spLocks noGrp="1"/>
          </p:cNvSpPr>
          <p:nvPr>
            <p:ph type="title" idx="2" hasCustomPrompt="1"/>
          </p:nvPr>
        </p:nvSpPr>
        <p:spPr>
          <a:xfrm>
            <a:off x="1505375" y="1670958"/>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7" name="Google Shape;107;p13"/>
          <p:cNvSpPr txBox="1">
            <a:spLocks noGrp="1"/>
          </p:cNvSpPr>
          <p:nvPr>
            <p:ph type="title" idx="3" hasCustomPrompt="1"/>
          </p:nvPr>
        </p:nvSpPr>
        <p:spPr>
          <a:xfrm>
            <a:off x="1505425" y="3259541"/>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8" name="Google Shape;108;p13"/>
          <p:cNvSpPr txBox="1">
            <a:spLocks noGrp="1"/>
          </p:cNvSpPr>
          <p:nvPr>
            <p:ph type="title" idx="4" hasCustomPrompt="1"/>
          </p:nvPr>
        </p:nvSpPr>
        <p:spPr>
          <a:xfrm>
            <a:off x="4204650" y="1670958"/>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9" name="Google Shape;109;p13"/>
          <p:cNvSpPr txBox="1">
            <a:spLocks noGrp="1"/>
          </p:cNvSpPr>
          <p:nvPr>
            <p:ph type="title" idx="5" hasCustomPrompt="1"/>
          </p:nvPr>
        </p:nvSpPr>
        <p:spPr>
          <a:xfrm>
            <a:off x="4204700" y="3259541"/>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0" name="Google Shape;110;p13"/>
          <p:cNvSpPr txBox="1">
            <a:spLocks noGrp="1"/>
          </p:cNvSpPr>
          <p:nvPr>
            <p:ph type="title" idx="6" hasCustomPrompt="1"/>
          </p:nvPr>
        </p:nvSpPr>
        <p:spPr>
          <a:xfrm>
            <a:off x="6903925" y="1670958"/>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1" name="Google Shape;111;p13"/>
          <p:cNvSpPr txBox="1">
            <a:spLocks noGrp="1"/>
          </p:cNvSpPr>
          <p:nvPr>
            <p:ph type="title" idx="7" hasCustomPrompt="1"/>
          </p:nvPr>
        </p:nvSpPr>
        <p:spPr>
          <a:xfrm>
            <a:off x="6903975" y="3259541"/>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5"/>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2" name="Google Shape;112;p13"/>
          <p:cNvSpPr txBox="1">
            <a:spLocks noGrp="1"/>
          </p:cNvSpPr>
          <p:nvPr>
            <p:ph type="subTitle" idx="1"/>
          </p:nvPr>
        </p:nvSpPr>
        <p:spPr>
          <a:xfrm>
            <a:off x="719975" y="229375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
        <p:nvSpPr>
          <p:cNvPr id="113" name="Google Shape;113;p13"/>
          <p:cNvSpPr txBox="1">
            <a:spLocks noGrp="1"/>
          </p:cNvSpPr>
          <p:nvPr>
            <p:ph type="subTitle" idx="8"/>
          </p:nvPr>
        </p:nvSpPr>
        <p:spPr>
          <a:xfrm>
            <a:off x="3419250" y="229375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
        <p:nvSpPr>
          <p:cNvPr id="114" name="Google Shape;114;p13"/>
          <p:cNvSpPr txBox="1">
            <a:spLocks noGrp="1"/>
          </p:cNvSpPr>
          <p:nvPr>
            <p:ph type="subTitle" idx="9"/>
          </p:nvPr>
        </p:nvSpPr>
        <p:spPr>
          <a:xfrm>
            <a:off x="6118525" y="229375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
        <p:nvSpPr>
          <p:cNvPr id="115" name="Google Shape;115;p13"/>
          <p:cNvSpPr txBox="1">
            <a:spLocks noGrp="1"/>
          </p:cNvSpPr>
          <p:nvPr>
            <p:ph type="subTitle" idx="13"/>
          </p:nvPr>
        </p:nvSpPr>
        <p:spPr>
          <a:xfrm>
            <a:off x="719975" y="389080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
        <p:nvSpPr>
          <p:cNvPr id="116" name="Google Shape;116;p13"/>
          <p:cNvSpPr txBox="1">
            <a:spLocks noGrp="1"/>
          </p:cNvSpPr>
          <p:nvPr>
            <p:ph type="subTitle" idx="14"/>
          </p:nvPr>
        </p:nvSpPr>
        <p:spPr>
          <a:xfrm>
            <a:off x="3419250" y="389080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
        <p:nvSpPr>
          <p:cNvPr id="117" name="Google Shape;117;p13"/>
          <p:cNvSpPr txBox="1">
            <a:spLocks noGrp="1"/>
          </p:cNvSpPr>
          <p:nvPr>
            <p:ph type="subTitle" idx="15"/>
          </p:nvPr>
        </p:nvSpPr>
        <p:spPr>
          <a:xfrm>
            <a:off x="6118525" y="3890800"/>
            <a:ext cx="2305500" cy="67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Raleway"/>
              <a:buNone/>
              <a:defRPr sz="2500">
                <a:solidFill>
                  <a:schemeClr val="dk1"/>
                </a:solidFill>
                <a:latin typeface="Grand Hotel"/>
                <a:ea typeface="Grand Hotel"/>
                <a:cs typeface="Grand Hotel"/>
                <a:sym typeface="Grand Hotel"/>
              </a:defRPr>
            </a:lvl1pPr>
            <a:lvl2pPr lvl="1" rtl="0">
              <a:lnSpc>
                <a:spcPct val="100000"/>
              </a:lnSpc>
              <a:spcBef>
                <a:spcPts val="0"/>
              </a:spcBef>
              <a:spcAft>
                <a:spcPts val="0"/>
              </a:spcAft>
              <a:buSzPts val="2000"/>
              <a:buFont typeface="Raleway"/>
              <a:buNone/>
              <a:defRPr sz="2000" b="1">
                <a:latin typeface="Raleway"/>
                <a:ea typeface="Raleway"/>
                <a:cs typeface="Raleway"/>
                <a:sym typeface="Raleway"/>
              </a:defRPr>
            </a:lvl2pPr>
            <a:lvl3pPr lvl="2" rtl="0">
              <a:lnSpc>
                <a:spcPct val="100000"/>
              </a:lnSpc>
              <a:spcBef>
                <a:spcPts val="0"/>
              </a:spcBef>
              <a:spcAft>
                <a:spcPts val="0"/>
              </a:spcAft>
              <a:buSzPts val="2000"/>
              <a:buFont typeface="Raleway"/>
              <a:buNone/>
              <a:defRPr sz="2000" b="1">
                <a:latin typeface="Raleway"/>
                <a:ea typeface="Raleway"/>
                <a:cs typeface="Raleway"/>
                <a:sym typeface="Raleway"/>
              </a:defRPr>
            </a:lvl3pPr>
            <a:lvl4pPr lvl="3" rtl="0">
              <a:lnSpc>
                <a:spcPct val="100000"/>
              </a:lnSpc>
              <a:spcBef>
                <a:spcPts val="0"/>
              </a:spcBef>
              <a:spcAft>
                <a:spcPts val="0"/>
              </a:spcAft>
              <a:buSzPts val="2000"/>
              <a:buFont typeface="Raleway"/>
              <a:buNone/>
              <a:defRPr sz="2000" b="1">
                <a:latin typeface="Raleway"/>
                <a:ea typeface="Raleway"/>
                <a:cs typeface="Raleway"/>
                <a:sym typeface="Raleway"/>
              </a:defRPr>
            </a:lvl4pPr>
            <a:lvl5pPr lvl="4" rtl="0">
              <a:lnSpc>
                <a:spcPct val="100000"/>
              </a:lnSpc>
              <a:spcBef>
                <a:spcPts val="0"/>
              </a:spcBef>
              <a:spcAft>
                <a:spcPts val="0"/>
              </a:spcAft>
              <a:buSzPts val="2000"/>
              <a:buFont typeface="Raleway"/>
              <a:buNone/>
              <a:defRPr sz="2000" b="1">
                <a:latin typeface="Raleway"/>
                <a:ea typeface="Raleway"/>
                <a:cs typeface="Raleway"/>
                <a:sym typeface="Raleway"/>
              </a:defRPr>
            </a:lvl5pPr>
            <a:lvl6pPr lvl="5" rtl="0">
              <a:lnSpc>
                <a:spcPct val="100000"/>
              </a:lnSpc>
              <a:spcBef>
                <a:spcPts val="0"/>
              </a:spcBef>
              <a:spcAft>
                <a:spcPts val="0"/>
              </a:spcAft>
              <a:buSzPts val="2000"/>
              <a:buFont typeface="Raleway"/>
              <a:buNone/>
              <a:defRPr sz="2000" b="1">
                <a:latin typeface="Raleway"/>
                <a:ea typeface="Raleway"/>
                <a:cs typeface="Raleway"/>
                <a:sym typeface="Raleway"/>
              </a:defRPr>
            </a:lvl6pPr>
            <a:lvl7pPr lvl="6" rtl="0">
              <a:lnSpc>
                <a:spcPct val="100000"/>
              </a:lnSpc>
              <a:spcBef>
                <a:spcPts val="0"/>
              </a:spcBef>
              <a:spcAft>
                <a:spcPts val="0"/>
              </a:spcAft>
              <a:buSzPts val="2000"/>
              <a:buFont typeface="Raleway"/>
              <a:buNone/>
              <a:defRPr sz="2000" b="1">
                <a:latin typeface="Raleway"/>
                <a:ea typeface="Raleway"/>
                <a:cs typeface="Raleway"/>
                <a:sym typeface="Raleway"/>
              </a:defRPr>
            </a:lvl7pPr>
            <a:lvl8pPr lvl="7" rtl="0">
              <a:lnSpc>
                <a:spcPct val="100000"/>
              </a:lnSpc>
              <a:spcBef>
                <a:spcPts val="0"/>
              </a:spcBef>
              <a:spcAft>
                <a:spcPts val="0"/>
              </a:spcAft>
              <a:buSzPts val="2000"/>
              <a:buFont typeface="Raleway"/>
              <a:buNone/>
              <a:defRPr sz="2000" b="1">
                <a:latin typeface="Raleway"/>
                <a:ea typeface="Raleway"/>
                <a:cs typeface="Raleway"/>
                <a:sym typeface="Raleway"/>
              </a:defRPr>
            </a:lvl8pPr>
            <a:lvl9pPr lvl="8" rtl="0">
              <a:lnSpc>
                <a:spcPct val="100000"/>
              </a:lnSpc>
              <a:spcBef>
                <a:spcPts val="0"/>
              </a:spcBef>
              <a:spcAft>
                <a:spcPts val="0"/>
              </a:spcAft>
              <a:buSzPts val="2000"/>
              <a:buFont typeface="Raleway"/>
              <a:buNone/>
              <a:defRPr sz="2000" b="1">
                <a:latin typeface="Raleway"/>
                <a:ea typeface="Raleway"/>
                <a:cs typeface="Raleway"/>
                <a:sym typeface="Raleway"/>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18"/>
        <p:cNvGrpSpPr/>
        <p:nvPr/>
      </p:nvGrpSpPr>
      <p:grpSpPr>
        <a:xfrm>
          <a:off x="0" y="0"/>
          <a:ext cx="0" cy="0"/>
          <a:chOff x="0" y="0"/>
          <a:chExt cx="0" cy="0"/>
        </a:xfrm>
      </p:grpSpPr>
      <p:pic>
        <p:nvPicPr>
          <p:cNvPr id="119" name="Google Shape;119;p14"/>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120" name="Google Shape;120;p14"/>
          <p:cNvGrpSpPr/>
          <p:nvPr/>
        </p:nvGrpSpPr>
        <p:grpSpPr>
          <a:xfrm>
            <a:off x="0" y="0"/>
            <a:ext cx="9144050" cy="5143500"/>
            <a:chOff x="0" y="0"/>
            <a:chExt cx="9144050" cy="5143500"/>
          </a:xfrm>
        </p:grpSpPr>
        <p:sp>
          <p:nvSpPr>
            <p:cNvPr id="121" name="Google Shape;121;p14"/>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22" name="Google Shape;122;p14"/>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23" name="Google Shape;123;p14"/>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24" name="Google Shape;124;p14"/>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grpSp>
        <p:nvGrpSpPr>
          <p:cNvPr id="125" name="Google Shape;125;p14"/>
          <p:cNvGrpSpPr/>
          <p:nvPr/>
        </p:nvGrpSpPr>
        <p:grpSpPr>
          <a:xfrm>
            <a:off x="3731885" y="-174057"/>
            <a:ext cx="5412160" cy="5024357"/>
            <a:chOff x="3731885" y="-174057"/>
            <a:chExt cx="5412160" cy="5024357"/>
          </a:xfrm>
        </p:grpSpPr>
        <p:sp>
          <p:nvSpPr>
            <p:cNvPr id="126" name="Google Shape;126;p14"/>
            <p:cNvSpPr/>
            <p:nvPr/>
          </p:nvSpPr>
          <p:spPr>
            <a:xfrm>
              <a:off x="4830750" y="46589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27" name="Google Shape;127;p14"/>
            <p:cNvGrpSpPr/>
            <p:nvPr/>
          </p:nvGrpSpPr>
          <p:grpSpPr>
            <a:xfrm>
              <a:off x="8469150" y="1285387"/>
              <a:ext cx="674895" cy="1168388"/>
              <a:chOff x="8469150" y="1285387"/>
              <a:chExt cx="674895" cy="1168388"/>
            </a:xfrm>
          </p:grpSpPr>
          <p:sp>
            <p:nvSpPr>
              <p:cNvPr id="128" name="Google Shape;128;p14"/>
              <p:cNvSpPr/>
              <p:nvPr/>
            </p:nvSpPr>
            <p:spPr>
              <a:xfrm>
                <a:off x="8469150" y="2106375"/>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29" name="Google Shape;129;p14"/>
              <p:cNvGrpSpPr/>
              <p:nvPr/>
            </p:nvGrpSpPr>
            <p:grpSpPr>
              <a:xfrm rot="-1170349">
                <a:off x="8711260" y="1309436"/>
                <a:ext cx="294809" cy="877119"/>
                <a:chOff x="4158618" y="3532330"/>
                <a:chExt cx="294811" cy="877126"/>
              </a:xfrm>
            </p:grpSpPr>
            <p:sp>
              <p:nvSpPr>
                <p:cNvPr id="130" name="Google Shape;130;p14"/>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 name="Google Shape;131;p14"/>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 name="Google Shape;132;p14"/>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33" name="Google Shape;133;p14"/>
            <p:cNvGrpSpPr/>
            <p:nvPr/>
          </p:nvGrpSpPr>
          <p:grpSpPr>
            <a:xfrm>
              <a:off x="3731885" y="-174057"/>
              <a:ext cx="627008" cy="627008"/>
              <a:chOff x="4329122" y="2173318"/>
              <a:chExt cx="627008" cy="627008"/>
            </a:xfrm>
          </p:grpSpPr>
          <p:sp>
            <p:nvSpPr>
              <p:cNvPr id="134" name="Google Shape;134;p14"/>
              <p:cNvSpPr/>
              <p:nvPr/>
            </p:nvSpPr>
            <p:spPr>
              <a:xfrm>
                <a:off x="4329122" y="2173318"/>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 name="Google Shape;135;p14"/>
              <p:cNvSpPr/>
              <p:nvPr/>
            </p:nvSpPr>
            <p:spPr>
              <a:xfrm>
                <a:off x="4360020" y="2210591"/>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 name="Google Shape;136;p14"/>
              <p:cNvSpPr/>
              <p:nvPr/>
            </p:nvSpPr>
            <p:spPr>
              <a:xfrm>
                <a:off x="4409555" y="2248846"/>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 name="Google Shape;137;p14"/>
              <p:cNvSpPr/>
              <p:nvPr/>
            </p:nvSpPr>
            <p:spPr>
              <a:xfrm>
                <a:off x="4393098" y="244628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 name="Google Shape;138;p14"/>
              <p:cNvSpPr/>
              <p:nvPr/>
            </p:nvSpPr>
            <p:spPr>
              <a:xfrm>
                <a:off x="4489742" y="2437666"/>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 name="Google Shape;139;p14"/>
              <p:cNvSpPr/>
              <p:nvPr/>
            </p:nvSpPr>
            <p:spPr>
              <a:xfrm>
                <a:off x="4627066" y="2437911"/>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 name="Google Shape;140;p14"/>
              <p:cNvSpPr/>
              <p:nvPr/>
            </p:nvSpPr>
            <p:spPr>
              <a:xfrm>
                <a:off x="4554971" y="2523493"/>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41" name="Google Shape;141;p14"/>
          <p:cNvSpPr txBox="1">
            <a:spLocks noGrp="1"/>
          </p:cNvSpPr>
          <p:nvPr>
            <p:ph type="subTitle" idx="1"/>
          </p:nvPr>
        </p:nvSpPr>
        <p:spPr>
          <a:xfrm>
            <a:off x="4663950" y="1943675"/>
            <a:ext cx="3765000" cy="2352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AutoNum type="arabicPeriod"/>
              <a:defRPr/>
            </a:lvl1pPr>
            <a:lvl2pPr lvl="1" rtl="0">
              <a:lnSpc>
                <a:spcPct val="100000"/>
              </a:lnSpc>
              <a:spcBef>
                <a:spcPts val="0"/>
              </a:spcBef>
              <a:spcAft>
                <a:spcPts val="0"/>
              </a:spcAft>
              <a:buSzPts val="1600"/>
              <a:buAutoNum type="alphaLcPeriod"/>
              <a:defRPr sz="1600"/>
            </a:lvl2pPr>
            <a:lvl3pPr lvl="2" rtl="0">
              <a:lnSpc>
                <a:spcPct val="100000"/>
              </a:lnSpc>
              <a:spcBef>
                <a:spcPts val="0"/>
              </a:spcBef>
              <a:spcAft>
                <a:spcPts val="0"/>
              </a:spcAft>
              <a:buSzPts val="1600"/>
              <a:buAutoNum type="romanLcPeriod"/>
              <a:defRPr sz="1600"/>
            </a:lvl3pPr>
            <a:lvl4pPr lvl="3" rtl="0">
              <a:lnSpc>
                <a:spcPct val="100000"/>
              </a:lnSpc>
              <a:spcBef>
                <a:spcPts val="0"/>
              </a:spcBef>
              <a:spcAft>
                <a:spcPts val="0"/>
              </a:spcAft>
              <a:buSzPts val="1600"/>
              <a:buAutoNum type="arabicPeriod"/>
              <a:defRPr sz="1600"/>
            </a:lvl4pPr>
            <a:lvl5pPr lvl="4" rtl="0">
              <a:lnSpc>
                <a:spcPct val="100000"/>
              </a:lnSpc>
              <a:spcBef>
                <a:spcPts val="0"/>
              </a:spcBef>
              <a:spcAft>
                <a:spcPts val="0"/>
              </a:spcAft>
              <a:buSzPts val="1600"/>
              <a:buAutoNum type="alphaLcPeriod"/>
              <a:defRPr sz="1600"/>
            </a:lvl5pPr>
            <a:lvl6pPr lvl="5" rtl="0">
              <a:lnSpc>
                <a:spcPct val="100000"/>
              </a:lnSpc>
              <a:spcBef>
                <a:spcPts val="0"/>
              </a:spcBef>
              <a:spcAft>
                <a:spcPts val="0"/>
              </a:spcAft>
              <a:buSzPts val="1600"/>
              <a:buAutoNum type="romanLcPeriod"/>
              <a:defRPr sz="1600"/>
            </a:lvl6pPr>
            <a:lvl7pPr lvl="6" rtl="0">
              <a:lnSpc>
                <a:spcPct val="100000"/>
              </a:lnSpc>
              <a:spcBef>
                <a:spcPts val="0"/>
              </a:spcBef>
              <a:spcAft>
                <a:spcPts val="0"/>
              </a:spcAft>
              <a:buSzPts val="1600"/>
              <a:buAutoNum type="arabicPeriod"/>
              <a:defRPr sz="1600"/>
            </a:lvl7pPr>
            <a:lvl8pPr lvl="7" rtl="0">
              <a:lnSpc>
                <a:spcPct val="100000"/>
              </a:lnSpc>
              <a:spcBef>
                <a:spcPts val="0"/>
              </a:spcBef>
              <a:spcAft>
                <a:spcPts val="0"/>
              </a:spcAft>
              <a:buSzPts val="1600"/>
              <a:buAutoNum type="alphaLcPeriod"/>
              <a:defRPr sz="1600"/>
            </a:lvl8pPr>
            <a:lvl9pPr lvl="8" rtl="0">
              <a:lnSpc>
                <a:spcPct val="100000"/>
              </a:lnSpc>
              <a:spcBef>
                <a:spcPts val="0"/>
              </a:spcBef>
              <a:spcAft>
                <a:spcPts val="0"/>
              </a:spcAft>
              <a:buSzPts val="1600"/>
              <a:buAutoNum type="romanLcPeriod"/>
              <a:defRPr sz="1600"/>
            </a:lvl9pPr>
          </a:lstStyle>
          <a:p>
            <a:endParaRPr/>
          </a:p>
        </p:txBody>
      </p:sp>
      <p:sp>
        <p:nvSpPr>
          <p:cNvPr id="142" name="Google Shape;142;p14"/>
          <p:cNvSpPr txBox="1">
            <a:spLocks noGrp="1"/>
          </p:cNvSpPr>
          <p:nvPr>
            <p:ph type="title"/>
          </p:nvPr>
        </p:nvSpPr>
        <p:spPr>
          <a:xfrm>
            <a:off x="4663950" y="664075"/>
            <a:ext cx="3765000" cy="12276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1">
  <p:cSld name="CUSTOM_2">
    <p:spTree>
      <p:nvGrpSpPr>
        <p:cNvPr id="1" name="Shape 143"/>
        <p:cNvGrpSpPr/>
        <p:nvPr/>
      </p:nvGrpSpPr>
      <p:grpSpPr>
        <a:xfrm>
          <a:off x="0" y="0"/>
          <a:ext cx="0" cy="0"/>
          <a:chOff x="0" y="0"/>
          <a:chExt cx="0" cy="0"/>
        </a:xfrm>
      </p:grpSpPr>
      <p:pic>
        <p:nvPicPr>
          <p:cNvPr id="144" name="Google Shape;144;p15"/>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145" name="Google Shape;145;p15"/>
          <p:cNvGrpSpPr/>
          <p:nvPr/>
        </p:nvGrpSpPr>
        <p:grpSpPr>
          <a:xfrm>
            <a:off x="0" y="0"/>
            <a:ext cx="9144050" cy="5143500"/>
            <a:chOff x="0" y="0"/>
            <a:chExt cx="9144050" cy="5143500"/>
          </a:xfrm>
        </p:grpSpPr>
        <p:sp>
          <p:nvSpPr>
            <p:cNvPr id="146" name="Google Shape;146;p15"/>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47" name="Google Shape;147;p15"/>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48" name="Google Shape;148;p15"/>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49" name="Google Shape;149;p15"/>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150" name="Google Shape;150;p1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3500"/>
              <a:buNone/>
              <a:defRPr/>
            </a:lvl1pPr>
            <a:lvl2pPr lvl="1" rtl="0">
              <a:lnSpc>
                <a:spcPct val="100000"/>
              </a:lnSpc>
              <a:spcBef>
                <a:spcPts val="0"/>
              </a:spcBef>
              <a:spcAft>
                <a:spcPts val="0"/>
              </a:spcAft>
              <a:buSzPts val="3000"/>
              <a:buNone/>
              <a:defRPr/>
            </a:lvl2pPr>
            <a:lvl3pPr lvl="2" rtl="0">
              <a:lnSpc>
                <a:spcPct val="100000"/>
              </a:lnSpc>
              <a:spcBef>
                <a:spcPts val="0"/>
              </a:spcBef>
              <a:spcAft>
                <a:spcPts val="0"/>
              </a:spcAft>
              <a:buSzPts val="3000"/>
              <a:buNone/>
              <a:defRPr/>
            </a:lvl3pPr>
            <a:lvl4pPr lvl="3" rtl="0">
              <a:lnSpc>
                <a:spcPct val="100000"/>
              </a:lnSpc>
              <a:spcBef>
                <a:spcPts val="0"/>
              </a:spcBef>
              <a:spcAft>
                <a:spcPts val="0"/>
              </a:spcAft>
              <a:buSzPts val="3000"/>
              <a:buNone/>
              <a:defRPr/>
            </a:lvl4pPr>
            <a:lvl5pPr lvl="4" rtl="0">
              <a:lnSpc>
                <a:spcPct val="100000"/>
              </a:lnSpc>
              <a:spcBef>
                <a:spcPts val="0"/>
              </a:spcBef>
              <a:spcAft>
                <a:spcPts val="0"/>
              </a:spcAft>
              <a:buSzPts val="3000"/>
              <a:buNone/>
              <a:defRPr/>
            </a:lvl5pPr>
            <a:lvl6pPr lvl="5" rtl="0">
              <a:lnSpc>
                <a:spcPct val="100000"/>
              </a:lnSpc>
              <a:spcBef>
                <a:spcPts val="0"/>
              </a:spcBef>
              <a:spcAft>
                <a:spcPts val="0"/>
              </a:spcAft>
              <a:buSzPts val="3000"/>
              <a:buNone/>
              <a:defRPr/>
            </a:lvl6pPr>
            <a:lvl7pPr lvl="6" rtl="0">
              <a:lnSpc>
                <a:spcPct val="100000"/>
              </a:lnSpc>
              <a:spcBef>
                <a:spcPts val="0"/>
              </a:spcBef>
              <a:spcAft>
                <a:spcPts val="0"/>
              </a:spcAft>
              <a:buSzPts val="3000"/>
              <a:buNone/>
              <a:defRPr/>
            </a:lvl7pPr>
            <a:lvl8pPr lvl="7" rtl="0">
              <a:lnSpc>
                <a:spcPct val="100000"/>
              </a:lnSpc>
              <a:spcBef>
                <a:spcPts val="0"/>
              </a:spcBef>
              <a:spcAft>
                <a:spcPts val="0"/>
              </a:spcAft>
              <a:buSzPts val="3000"/>
              <a:buNone/>
              <a:defRPr/>
            </a:lvl8pPr>
            <a:lvl9pPr lvl="8" rtl="0">
              <a:lnSpc>
                <a:spcPct val="100000"/>
              </a:lnSpc>
              <a:spcBef>
                <a:spcPts val="0"/>
              </a:spcBef>
              <a:spcAft>
                <a:spcPts val="0"/>
              </a:spcAft>
              <a:buSzPts val="3000"/>
              <a:buNone/>
              <a:defRPr/>
            </a:lvl9pPr>
          </a:lstStyle>
          <a:p>
            <a:endParaRPr/>
          </a:p>
        </p:txBody>
      </p:sp>
      <p:sp>
        <p:nvSpPr>
          <p:cNvPr id="151" name="Google Shape;151;p15"/>
          <p:cNvSpPr txBox="1">
            <a:spLocks noGrp="1"/>
          </p:cNvSpPr>
          <p:nvPr>
            <p:ph type="body" idx="1"/>
          </p:nvPr>
        </p:nvSpPr>
        <p:spPr>
          <a:xfrm>
            <a:off x="720000" y="1152475"/>
            <a:ext cx="7704000" cy="1383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a:lvl1pPr>
            <a:lvl2pPr marL="914400" lvl="1" indent="-304800" rtl="0">
              <a:lnSpc>
                <a:spcPct val="100000"/>
              </a:lnSpc>
              <a:spcBef>
                <a:spcPts val="0"/>
              </a:spcBef>
              <a:spcAft>
                <a:spcPts val="0"/>
              </a:spcAft>
              <a:buSzPts val="1200"/>
              <a:buChar char="○"/>
              <a:defRPr/>
            </a:lvl2pPr>
            <a:lvl3pPr marL="1371600" lvl="2" indent="-304800" rtl="0">
              <a:lnSpc>
                <a:spcPct val="100000"/>
              </a:lnSpc>
              <a:spcBef>
                <a:spcPts val="0"/>
              </a:spcBef>
              <a:spcAft>
                <a:spcPts val="0"/>
              </a:spcAft>
              <a:buSzPts val="1200"/>
              <a:buChar char="■"/>
              <a:defRPr/>
            </a:lvl3pPr>
            <a:lvl4pPr marL="1828800" lvl="3" indent="-304800" rtl="0">
              <a:lnSpc>
                <a:spcPct val="100000"/>
              </a:lnSpc>
              <a:spcBef>
                <a:spcPts val="0"/>
              </a:spcBef>
              <a:spcAft>
                <a:spcPts val="0"/>
              </a:spcAft>
              <a:buSzPts val="1200"/>
              <a:buChar char="●"/>
              <a:defRPr/>
            </a:lvl4pPr>
            <a:lvl5pPr marL="2286000" lvl="4" indent="-304800" rtl="0">
              <a:lnSpc>
                <a:spcPct val="100000"/>
              </a:lnSpc>
              <a:spcBef>
                <a:spcPts val="0"/>
              </a:spcBef>
              <a:spcAft>
                <a:spcPts val="0"/>
              </a:spcAft>
              <a:buSzPts val="1200"/>
              <a:buChar char="○"/>
              <a:defRPr/>
            </a:lvl5pPr>
            <a:lvl6pPr marL="2743200" lvl="5" indent="-304800" rtl="0">
              <a:lnSpc>
                <a:spcPct val="100000"/>
              </a:lnSpc>
              <a:spcBef>
                <a:spcPts val="0"/>
              </a:spcBef>
              <a:spcAft>
                <a:spcPts val="0"/>
              </a:spcAft>
              <a:buSzPts val="1200"/>
              <a:buChar char="■"/>
              <a:defRPr/>
            </a:lvl6pPr>
            <a:lvl7pPr marL="3200400" lvl="6" indent="-304800" rtl="0">
              <a:lnSpc>
                <a:spcPct val="100000"/>
              </a:lnSpc>
              <a:spcBef>
                <a:spcPts val="0"/>
              </a:spcBef>
              <a:spcAft>
                <a:spcPts val="0"/>
              </a:spcAft>
              <a:buSzPts val="1200"/>
              <a:buChar char="●"/>
              <a:defRPr/>
            </a:lvl7pPr>
            <a:lvl8pPr marL="3657600" lvl="7" indent="-304800" rtl="0">
              <a:lnSpc>
                <a:spcPct val="100000"/>
              </a:lnSpc>
              <a:spcBef>
                <a:spcPts val="0"/>
              </a:spcBef>
              <a:spcAft>
                <a:spcPts val="0"/>
              </a:spcAft>
              <a:buSzPts val="1200"/>
              <a:buChar char="○"/>
              <a:defRPr/>
            </a:lvl8pPr>
            <a:lvl9pPr marL="4114800" lvl="8" indent="-304800" rtl="0">
              <a:lnSpc>
                <a:spcPct val="100000"/>
              </a:lnSpc>
              <a:spcBef>
                <a:spcPts val="0"/>
              </a:spcBef>
              <a:spcAft>
                <a:spcPts val="0"/>
              </a:spcAft>
              <a:buSzPts val="1200"/>
              <a:buChar char="■"/>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2">
  <p:cSld name="CUSTOM_2_1">
    <p:spTree>
      <p:nvGrpSpPr>
        <p:cNvPr id="1" name="Shape 152"/>
        <p:cNvGrpSpPr/>
        <p:nvPr/>
      </p:nvGrpSpPr>
      <p:grpSpPr>
        <a:xfrm>
          <a:off x="0" y="0"/>
          <a:ext cx="0" cy="0"/>
          <a:chOff x="0" y="0"/>
          <a:chExt cx="0" cy="0"/>
        </a:xfrm>
      </p:grpSpPr>
      <p:pic>
        <p:nvPicPr>
          <p:cNvPr id="153" name="Google Shape;153;p16"/>
          <p:cNvPicPr preferRelativeResize="0"/>
          <p:nvPr/>
        </p:nvPicPr>
        <p:blipFill rotWithShape="1">
          <a:blip r:embed="rId2">
            <a:alphaModFix amt="70000"/>
          </a:blip>
          <a:srcRect/>
          <a:stretch/>
        </p:blipFill>
        <p:spPr>
          <a:xfrm flipH="1">
            <a:off x="0" y="0"/>
            <a:ext cx="9144003" cy="5143501"/>
          </a:xfrm>
          <a:prstGeom prst="rect">
            <a:avLst/>
          </a:prstGeom>
          <a:noFill/>
          <a:ln>
            <a:noFill/>
          </a:ln>
        </p:spPr>
      </p:pic>
      <p:sp>
        <p:nvSpPr>
          <p:cNvPr id="154" name="Google Shape;154;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3500"/>
              <a:buNone/>
              <a:defRPr/>
            </a:lvl1pPr>
            <a:lvl2pPr lvl="1" rtl="0">
              <a:lnSpc>
                <a:spcPct val="100000"/>
              </a:lnSpc>
              <a:spcBef>
                <a:spcPts val="0"/>
              </a:spcBef>
              <a:spcAft>
                <a:spcPts val="0"/>
              </a:spcAft>
              <a:buSzPts val="3000"/>
              <a:buNone/>
              <a:defRPr/>
            </a:lvl2pPr>
            <a:lvl3pPr lvl="2" rtl="0">
              <a:lnSpc>
                <a:spcPct val="100000"/>
              </a:lnSpc>
              <a:spcBef>
                <a:spcPts val="0"/>
              </a:spcBef>
              <a:spcAft>
                <a:spcPts val="0"/>
              </a:spcAft>
              <a:buSzPts val="3000"/>
              <a:buNone/>
              <a:defRPr/>
            </a:lvl3pPr>
            <a:lvl4pPr lvl="3" rtl="0">
              <a:lnSpc>
                <a:spcPct val="100000"/>
              </a:lnSpc>
              <a:spcBef>
                <a:spcPts val="0"/>
              </a:spcBef>
              <a:spcAft>
                <a:spcPts val="0"/>
              </a:spcAft>
              <a:buSzPts val="3000"/>
              <a:buNone/>
              <a:defRPr/>
            </a:lvl4pPr>
            <a:lvl5pPr lvl="4" rtl="0">
              <a:lnSpc>
                <a:spcPct val="100000"/>
              </a:lnSpc>
              <a:spcBef>
                <a:spcPts val="0"/>
              </a:spcBef>
              <a:spcAft>
                <a:spcPts val="0"/>
              </a:spcAft>
              <a:buSzPts val="3000"/>
              <a:buNone/>
              <a:defRPr/>
            </a:lvl5pPr>
            <a:lvl6pPr lvl="5" rtl="0">
              <a:lnSpc>
                <a:spcPct val="100000"/>
              </a:lnSpc>
              <a:spcBef>
                <a:spcPts val="0"/>
              </a:spcBef>
              <a:spcAft>
                <a:spcPts val="0"/>
              </a:spcAft>
              <a:buSzPts val="3000"/>
              <a:buNone/>
              <a:defRPr/>
            </a:lvl6pPr>
            <a:lvl7pPr lvl="6" rtl="0">
              <a:lnSpc>
                <a:spcPct val="100000"/>
              </a:lnSpc>
              <a:spcBef>
                <a:spcPts val="0"/>
              </a:spcBef>
              <a:spcAft>
                <a:spcPts val="0"/>
              </a:spcAft>
              <a:buSzPts val="3000"/>
              <a:buNone/>
              <a:defRPr/>
            </a:lvl7pPr>
            <a:lvl8pPr lvl="7" rtl="0">
              <a:lnSpc>
                <a:spcPct val="100000"/>
              </a:lnSpc>
              <a:spcBef>
                <a:spcPts val="0"/>
              </a:spcBef>
              <a:spcAft>
                <a:spcPts val="0"/>
              </a:spcAft>
              <a:buSzPts val="3000"/>
              <a:buNone/>
              <a:defRPr/>
            </a:lvl8pPr>
            <a:lvl9pPr lvl="8" rtl="0">
              <a:lnSpc>
                <a:spcPct val="100000"/>
              </a:lnSpc>
              <a:spcBef>
                <a:spcPts val="0"/>
              </a:spcBef>
              <a:spcAft>
                <a:spcPts val="0"/>
              </a:spcAft>
              <a:buSzPts val="3000"/>
              <a:buNone/>
              <a:defRPr/>
            </a:lvl9pPr>
          </a:lstStyle>
          <a:p>
            <a:endParaRPr/>
          </a:p>
        </p:txBody>
      </p:sp>
      <p:sp>
        <p:nvSpPr>
          <p:cNvPr id="155" name="Google Shape;155;p16"/>
          <p:cNvSpPr txBox="1">
            <a:spLocks noGrp="1"/>
          </p:cNvSpPr>
          <p:nvPr>
            <p:ph type="body" idx="1"/>
          </p:nvPr>
        </p:nvSpPr>
        <p:spPr>
          <a:xfrm>
            <a:off x="720000" y="1152475"/>
            <a:ext cx="7704000" cy="3029100"/>
          </a:xfrm>
          <a:prstGeom prst="rect">
            <a:avLst/>
          </a:prstGeom>
        </p:spPr>
        <p:txBody>
          <a:bodyPr spcFirstLastPara="1" wrap="square" lIns="91425" tIns="91425" rIns="91425" bIns="91425" anchor="t" anchorCtr="0">
            <a:noAutofit/>
          </a:bodyPr>
          <a:lstStyle>
            <a:lvl1pPr marL="457200" lvl="0" indent="-317500" rtl="0">
              <a:lnSpc>
                <a:spcPct val="115000"/>
              </a:lnSpc>
              <a:spcBef>
                <a:spcPts val="0"/>
              </a:spcBef>
              <a:spcAft>
                <a:spcPts val="0"/>
              </a:spcAft>
              <a:buSzPts val="1400"/>
              <a:buChar char="●"/>
              <a:defRPr/>
            </a:lvl1pPr>
            <a:lvl2pPr marL="914400" lvl="1" indent="-304800" rtl="0">
              <a:lnSpc>
                <a:spcPct val="100000"/>
              </a:lnSpc>
              <a:spcBef>
                <a:spcPts val="0"/>
              </a:spcBef>
              <a:spcAft>
                <a:spcPts val="0"/>
              </a:spcAft>
              <a:buSzPts val="1200"/>
              <a:buChar char="○"/>
              <a:defRPr/>
            </a:lvl2pPr>
            <a:lvl3pPr marL="1371600" lvl="2" indent="-304800" rtl="0">
              <a:lnSpc>
                <a:spcPct val="100000"/>
              </a:lnSpc>
              <a:spcBef>
                <a:spcPts val="0"/>
              </a:spcBef>
              <a:spcAft>
                <a:spcPts val="0"/>
              </a:spcAft>
              <a:buSzPts val="1200"/>
              <a:buChar char="■"/>
              <a:defRPr/>
            </a:lvl3pPr>
            <a:lvl4pPr marL="1828800" lvl="3" indent="-304800" rtl="0">
              <a:lnSpc>
                <a:spcPct val="100000"/>
              </a:lnSpc>
              <a:spcBef>
                <a:spcPts val="0"/>
              </a:spcBef>
              <a:spcAft>
                <a:spcPts val="0"/>
              </a:spcAft>
              <a:buSzPts val="1200"/>
              <a:buChar char="●"/>
              <a:defRPr/>
            </a:lvl4pPr>
            <a:lvl5pPr marL="2286000" lvl="4" indent="-304800" rtl="0">
              <a:lnSpc>
                <a:spcPct val="100000"/>
              </a:lnSpc>
              <a:spcBef>
                <a:spcPts val="0"/>
              </a:spcBef>
              <a:spcAft>
                <a:spcPts val="0"/>
              </a:spcAft>
              <a:buSzPts val="1200"/>
              <a:buChar char="○"/>
              <a:defRPr/>
            </a:lvl5pPr>
            <a:lvl6pPr marL="2743200" lvl="5" indent="-304800" rtl="0">
              <a:lnSpc>
                <a:spcPct val="100000"/>
              </a:lnSpc>
              <a:spcBef>
                <a:spcPts val="0"/>
              </a:spcBef>
              <a:spcAft>
                <a:spcPts val="0"/>
              </a:spcAft>
              <a:buSzPts val="1200"/>
              <a:buChar char="■"/>
              <a:defRPr/>
            </a:lvl6pPr>
            <a:lvl7pPr marL="3200400" lvl="6" indent="-304800" rtl="0">
              <a:lnSpc>
                <a:spcPct val="100000"/>
              </a:lnSpc>
              <a:spcBef>
                <a:spcPts val="0"/>
              </a:spcBef>
              <a:spcAft>
                <a:spcPts val="0"/>
              </a:spcAft>
              <a:buSzPts val="1200"/>
              <a:buChar char="●"/>
              <a:defRPr/>
            </a:lvl7pPr>
            <a:lvl8pPr marL="3657600" lvl="7" indent="-304800" rtl="0">
              <a:lnSpc>
                <a:spcPct val="100000"/>
              </a:lnSpc>
              <a:spcBef>
                <a:spcPts val="0"/>
              </a:spcBef>
              <a:spcAft>
                <a:spcPts val="0"/>
              </a:spcAft>
              <a:buSzPts val="1200"/>
              <a:buChar char="○"/>
              <a:defRPr/>
            </a:lvl8pPr>
            <a:lvl9pPr marL="4114800" lvl="8" indent="-304800" rtl="0">
              <a:lnSpc>
                <a:spcPct val="100000"/>
              </a:lnSpc>
              <a:spcBef>
                <a:spcPts val="0"/>
              </a:spcBef>
              <a:spcAft>
                <a:spcPts val="0"/>
              </a:spcAft>
              <a:buSzPts val="1200"/>
              <a:buChar char="■"/>
              <a:defRPr/>
            </a:lvl9pPr>
          </a:lstStyle>
          <a:p>
            <a:endParaRPr/>
          </a:p>
        </p:txBody>
      </p:sp>
      <p:sp>
        <p:nvSpPr>
          <p:cNvPr id="156" name="Google Shape;156;p16"/>
          <p:cNvSpPr/>
          <p:nvPr/>
        </p:nvSpPr>
        <p:spPr>
          <a:xfrm>
            <a:off x="8553375" y="25116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157"/>
        <p:cNvGrpSpPr/>
        <p:nvPr/>
      </p:nvGrpSpPr>
      <p:grpSpPr>
        <a:xfrm>
          <a:off x="0" y="0"/>
          <a:ext cx="0" cy="0"/>
          <a:chOff x="0" y="0"/>
          <a:chExt cx="0" cy="0"/>
        </a:xfrm>
      </p:grpSpPr>
      <p:pic>
        <p:nvPicPr>
          <p:cNvPr id="158" name="Google Shape;158;p17"/>
          <p:cNvPicPr preferRelativeResize="0"/>
          <p:nvPr/>
        </p:nvPicPr>
        <p:blipFill rotWithShape="1">
          <a:blip r:embed="rId2">
            <a:alphaModFix amt="70000"/>
          </a:blip>
          <a:srcRect/>
          <a:stretch/>
        </p:blipFill>
        <p:spPr>
          <a:xfrm>
            <a:off x="0" y="0"/>
            <a:ext cx="9144003" cy="5143501"/>
          </a:xfrm>
          <a:prstGeom prst="rect">
            <a:avLst/>
          </a:prstGeom>
          <a:noFill/>
          <a:ln>
            <a:noFill/>
          </a:ln>
        </p:spPr>
      </p:pic>
      <p:sp>
        <p:nvSpPr>
          <p:cNvPr id="159" name="Google Shape;159;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60" name="Google Shape;160;p17"/>
          <p:cNvSpPr txBox="1">
            <a:spLocks noGrp="1"/>
          </p:cNvSpPr>
          <p:nvPr>
            <p:ph type="subTitle" idx="1"/>
          </p:nvPr>
        </p:nvSpPr>
        <p:spPr>
          <a:xfrm>
            <a:off x="714975" y="2059300"/>
            <a:ext cx="2180400" cy="5727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161" name="Google Shape;161;p17"/>
          <p:cNvSpPr txBox="1">
            <a:spLocks noGrp="1"/>
          </p:cNvSpPr>
          <p:nvPr>
            <p:ph type="subTitle" idx="2"/>
          </p:nvPr>
        </p:nvSpPr>
        <p:spPr>
          <a:xfrm>
            <a:off x="714975" y="2659825"/>
            <a:ext cx="2180400" cy="102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62" name="Google Shape;162;p17"/>
          <p:cNvSpPr txBox="1">
            <a:spLocks noGrp="1"/>
          </p:cNvSpPr>
          <p:nvPr>
            <p:ph type="subTitle" idx="3"/>
          </p:nvPr>
        </p:nvSpPr>
        <p:spPr>
          <a:xfrm>
            <a:off x="3481788" y="2659825"/>
            <a:ext cx="2180400" cy="102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63" name="Google Shape;163;p17"/>
          <p:cNvSpPr txBox="1">
            <a:spLocks noGrp="1"/>
          </p:cNvSpPr>
          <p:nvPr>
            <p:ph type="subTitle" idx="4"/>
          </p:nvPr>
        </p:nvSpPr>
        <p:spPr>
          <a:xfrm>
            <a:off x="6248625" y="2659825"/>
            <a:ext cx="2180400" cy="102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64" name="Google Shape;164;p17"/>
          <p:cNvSpPr txBox="1">
            <a:spLocks noGrp="1"/>
          </p:cNvSpPr>
          <p:nvPr>
            <p:ph type="subTitle" idx="5"/>
          </p:nvPr>
        </p:nvSpPr>
        <p:spPr>
          <a:xfrm>
            <a:off x="3481788" y="2059300"/>
            <a:ext cx="2180400" cy="5727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165" name="Google Shape;165;p17"/>
          <p:cNvSpPr txBox="1">
            <a:spLocks noGrp="1"/>
          </p:cNvSpPr>
          <p:nvPr>
            <p:ph type="subTitle" idx="6"/>
          </p:nvPr>
        </p:nvSpPr>
        <p:spPr>
          <a:xfrm>
            <a:off x="6248625" y="2059300"/>
            <a:ext cx="2180400" cy="5727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four columns">
  <p:cSld name="BLANK_1_1_1_1">
    <p:spTree>
      <p:nvGrpSpPr>
        <p:cNvPr id="1" name="Shape 166"/>
        <p:cNvGrpSpPr/>
        <p:nvPr/>
      </p:nvGrpSpPr>
      <p:grpSpPr>
        <a:xfrm>
          <a:off x="0" y="0"/>
          <a:ext cx="0" cy="0"/>
          <a:chOff x="0" y="0"/>
          <a:chExt cx="0" cy="0"/>
        </a:xfrm>
      </p:grpSpPr>
      <p:pic>
        <p:nvPicPr>
          <p:cNvPr id="167" name="Google Shape;167;p18"/>
          <p:cNvPicPr preferRelativeResize="0"/>
          <p:nvPr/>
        </p:nvPicPr>
        <p:blipFill rotWithShape="1">
          <a:blip r:embed="rId2">
            <a:alphaModFix amt="70000"/>
          </a:blip>
          <a:srcRect l="4224" t="4890" r="5710" b="4881"/>
          <a:stretch/>
        </p:blipFill>
        <p:spPr>
          <a:xfrm>
            <a:off x="0" y="0"/>
            <a:ext cx="9144003" cy="5143499"/>
          </a:xfrm>
          <a:prstGeom prst="rect">
            <a:avLst/>
          </a:prstGeom>
          <a:noFill/>
          <a:ln>
            <a:noFill/>
          </a:ln>
        </p:spPr>
      </p:pic>
      <p:grpSp>
        <p:nvGrpSpPr>
          <p:cNvPr id="168" name="Google Shape;168;p18"/>
          <p:cNvGrpSpPr/>
          <p:nvPr/>
        </p:nvGrpSpPr>
        <p:grpSpPr>
          <a:xfrm>
            <a:off x="0" y="0"/>
            <a:ext cx="9144050" cy="5143500"/>
            <a:chOff x="0" y="0"/>
            <a:chExt cx="9144050" cy="5143500"/>
          </a:xfrm>
        </p:grpSpPr>
        <p:sp>
          <p:nvSpPr>
            <p:cNvPr id="169" name="Google Shape;169;p18"/>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70" name="Google Shape;170;p18"/>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71" name="Google Shape;171;p18"/>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72" name="Google Shape;172;p18"/>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grpSp>
        <p:nvGrpSpPr>
          <p:cNvPr id="173" name="Google Shape;173;p18"/>
          <p:cNvGrpSpPr/>
          <p:nvPr/>
        </p:nvGrpSpPr>
        <p:grpSpPr>
          <a:xfrm>
            <a:off x="341250" y="343600"/>
            <a:ext cx="8704270" cy="3882575"/>
            <a:chOff x="341250" y="343600"/>
            <a:chExt cx="8704270" cy="3882575"/>
          </a:xfrm>
        </p:grpSpPr>
        <p:sp>
          <p:nvSpPr>
            <p:cNvPr id="174" name="Google Shape;174;p18"/>
            <p:cNvSpPr/>
            <p:nvPr/>
          </p:nvSpPr>
          <p:spPr>
            <a:xfrm>
              <a:off x="341250" y="403477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75" name="Google Shape;175;p18"/>
            <p:cNvGrpSpPr/>
            <p:nvPr/>
          </p:nvGrpSpPr>
          <p:grpSpPr>
            <a:xfrm rot="-1170349">
              <a:off x="8612735" y="1144348"/>
              <a:ext cx="294809" cy="877119"/>
              <a:chOff x="4158618" y="3532330"/>
              <a:chExt cx="294811" cy="877126"/>
            </a:xfrm>
          </p:grpSpPr>
          <p:sp>
            <p:nvSpPr>
              <p:cNvPr id="176" name="Google Shape;176;p18"/>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 name="Google Shape;177;p18"/>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8" name="Google Shape;178;p18"/>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79" name="Google Shape;179;p18"/>
            <p:cNvSpPr/>
            <p:nvPr/>
          </p:nvSpPr>
          <p:spPr>
            <a:xfrm>
              <a:off x="1680200" y="3436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180" name="Google Shape;180;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81" name="Google Shape;181;p18"/>
          <p:cNvSpPr txBox="1">
            <a:spLocks noGrp="1"/>
          </p:cNvSpPr>
          <p:nvPr>
            <p:ph type="subTitle" idx="1"/>
          </p:nvPr>
        </p:nvSpPr>
        <p:spPr>
          <a:xfrm>
            <a:off x="1544725" y="1319950"/>
            <a:ext cx="2909700" cy="5259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182" name="Google Shape;182;p18"/>
          <p:cNvSpPr txBox="1">
            <a:spLocks noGrp="1"/>
          </p:cNvSpPr>
          <p:nvPr>
            <p:ph type="subTitle" idx="2"/>
          </p:nvPr>
        </p:nvSpPr>
        <p:spPr>
          <a:xfrm>
            <a:off x="1544726" y="1845850"/>
            <a:ext cx="2909700" cy="10278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3" name="Google Shape;183;p18"/>
          <p:cNvSpPr txBox="1">
            <a:spLocks noGrp="1"/>
          </p:cNvSpPr>
          <p:nvPr>
            <p:ph type="subTitle" idx="3"/>
          </p:nvPr>
        </p:nvSpPr>
        <p:spPr>
          <a:xfrm>
            <a:off x="5514302" y="1845850"/>
            <a:ext cx="2909700" cy="10278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4" name="Google Shape;184;p18"/>
          <p:cNvSpPr txBox="1">
            <a:spLocks noGrp="1"/>
          </p:cNvSpPr>
          <p:nvPr>
            <p:ph type="subTitle" idx="4"/>
          </p:nvPr>
        </p:nvSpPr>
        <p:spPr>
          <a:xfrm>
            <a:off x="1544726" y="3477675"/>
            <a:ext cx="2909700" cy="10278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5" name="Google Shape;185;p18"/>
          <p:cNvSpPr txBox="1">
            <a:spLocks noGrp="1"/>
          </p:cNvSpPr>
          <p:nvPr>
            <p:ph type="subTitle" idx="5"/>
          </p:nvPr>
        </p:nvSpPr>
        <p:spPr>
          <a:xfrm>
            <a:off x="5514302" y="3477675"/>
            <a:ext cx="2909700" cy="10278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6" name="Google Shape;186;p18"/>
          <p:cNvSpPr txBox="1">
            <a:spLocks noGrp="1"/>
          </p:cNvSpPr>
          <p:nvPr>
            <p:ph type="subTitle" idx="6"/>
          </p:nvPr>
        </p:nvSpPr>
        <p:spPr>
          <a:xfrm>
            <a:off x="1544725" y="2951775"/>
            <a:ext cx="2909700" cy="5259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187" name="Google Shape;187;p18"/>
          <p:cNvSpPr txBox="1">
            <a:spLocks noGrp="1"/>
          </p:cNvSpPr>
          <p:nvPr>
            <p:ph type="subTitle" idx="7"/>
          </p:nvPr>
        </p:nvSpPr>
        <p:spPr>
          <a:xfrm>
            <a:off x="5514300" y="1319950"/>
            <a:ext cx="2909700" cy="5259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188" name="Google Shape;188;p18"/>
          <p:cNvSpPr txBox="1">
            <a:spLocks noGrp="1"/>
          </p:cNvSpPr>
          <p:nvPr>
            <p:ph type="subTitle" idx="8"/>
          </p:nvPr>
        </p:nvSpPr>
        <p:spPr>
          <a:xfrm>
            <a:off x="5514300" y="2951775"/>
            <a:ext cx="2909700" cy="5259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six columns">
  <p:cSld name="BLANK_1_1_1_1_1">
    <p:spTree>
      <p:nvGrpSpPr>
        <p:cNvPr id="1" name="Shape 189"/>
        <p:cNvGrpSpPr/>
        <p:nvPr/>
      </p:nvGrpSpPr>
      <p:grpSpPr>
        <a:xfrm>
          <a:off x="0" y="0"/>
          <a:ext cx="0" cy="0"/>
          <a:chOff x="0" y="0"/>
          <a:chExt cx="0" cy="0"/>
        </a:xfrm>
      </p:grpSpPr>
      <p:pic>
        <p:nvPicPr>
          <p:cNvPr id="190" name="Google Shape;190;p19"/>
          <p:cNvPicPr preferRelativeResize="0"/>
          <p:nvPr/>
        </p:nvPicPr>
        <p:blipFill rotWithShape="1">
          <a:blip r:embed="rId2">
            <a:alphaModFix amt="70000"/>
          </a:blip>
          <a:srcRect/>
          <a:stretch/>
        </p:blipFill>
        <p:spPr>
          <a:xfrm flipH="1">
            <a:off x="0" y="0"/>
            <a:ext cx="9144003" cy="5143501"/>
          </a:xfrm>
          <a:prstGeom prst="rect">
            <a:avLst/>
          </a:prstGeom>
          <a:noFill/>
          <a:ln>
            <a:noFill/>
          </a:ln>
        </p:spPr>
      </p:pic>
      <p:grpSp>
        <p:nvGrpSpPr>
          <p:cNvPr id="191" name="Google Shape;191;p19"/>
          <p:cNvGrpSpPr/>
          <p:nvPr/>
        </p:nvGrpSpPr>
        <p:grpSpPr>
          <a:xfrm>
            <a:off x="7473585" y="-181982"/>
            <a:ext cx="627008" cy="627008"/>
            <a:chOff x="4329122" y="2173318"/>
            <a:chExt cx="627008" cy="627008"/>
          </a:xfrm>
        </p:grpSpPr>
        <p:sp>
          <p:nvSpPr>
            <p:cNvPr id="192" name="Google Shape;192;p19"/>
            <p:cNvSpPr/>
            <p:nvPr/>
          </p:nvSpPr>
          <p:spPr>
            <a:xfrm>
              <a:off x="4329122" y="2173318"/>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 name="Google Shape;193;p19"/>
            <p:cNvSpPr/>
            <p:nvPr/>
          </p:nvSpPr>
          <p:spPr>
            <a:xfrm>
              <a:off x="4360020" y="2210591"/>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 name="Google Shape;194;p19"/>
            <p:cNvSpPr/>
            <p:nvPr/>
          </p:nvSpPr>
          <p:spPr>
            <a:xfrm>
              <a:off x="4409555" y="2248846"/>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 name="Google Shape;195;p19"/>
            <p:cNvSpPr/>
            <p:nvPr/>
          </p:nvSpPr>
          <p:spPr>
            <a:xfrm>
              <a:off x="4393098" y="244628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6" name="Google Shape;196;p19"/>
            <p:cNvSpPr/>
            <p:nvPr/>
          </p:nvSpPr>
          <p:spPr>
            <a:xfrm>
              <a:off x="4489742" y="2437666"/>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7" name="Google Shape;197;p19"/>
            <p:cNvSpPr/>
            <p:nvPr/>
          </p:nvSpPr>
          <p:spPr>
            <a:xfrm>
              <a:off x="4627066" y="2437911"/>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8" name="Google Shape;198;p19"/>
            <p:cNvSpPr/>
            <p:nvPr/>
          </p:nvSpPr>
          <p:spPr>
            <a:xfrm>
              <a:off x="4554971" y="2523493"/>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99" name="Google Shape;199;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00" name="Google Shape;200;p19"/>
          <p:cNvSpPr txBox="1">
            <a:spLocks noGrp="1"/>
          </p:cNvSpPr>
          <p:nvPr>
            <p:ph type="subTitle" idx="1"/>
          </p:nvPr>
        </p:nvSpPr>
        <p:spPr>
          <a:xfrm>
            <a:off x="725150" y="2214901"/>
            <a:ext cx="2459100" cy="4689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1" name="Google Shape;201;p19"/>
          <p:cNvSpPr txBox="1">
            <a:spLocks noGrp="1"/>
          </p:cNvSpPr>
          <p:nvPr>
            <p:ph type="subTitle" idx="2"/>
          </p:nvPr>
        </p:nvSpPr>
        <p:spPr>
          <a:xfrm>
            <a:off x="3342471" y="2214901"/>
            <a:ext cx="2459100" cy="4689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2" name="Google Shape;202;p19"/>
          <p:cNvSpPr txBox="1">
            <a:spLocks noGrp="1"/>
          </p:cNvSpPr>
          <p:nvPr>
            <p:ph type="subTitle" idx="3"/>
          </p:nvPr>
        </p:nvSpPr>
        <p:spPr>
          <a:xfrm>
            <a:off x="5964601" y="2214901"/>
            <a:ext cx="2454000" cy="4689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3" name="Google Shape;203;p19"/>
          <p:cNvSpPr txBox="1">
            <a:spLocks noGrp="1"/>
          </p:cNvSpPr>
          <p:nvPr>
            <p:ph type="subTitle" idx="4"/>
          </p:nvPr>
        </p:nvSpPr>
        <p:spPr>
          <a:xfrm>
            <a:off x="723900" y="4079000"/>
            <a:ext cx="2459100" cy="5373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4" name="Google Shape;204;p19"/>
          <p:cNvSpPr txBox="1">
            <a:spLocks noGrp="1"/>
          </p:cNvSpPr>
          <p:nvPr>
            <p:ph type="subTitle" idx="5"/>
          </p:nvPr>
        </p:nvSpPr>
        <p:spPr>
          <a:xfrm>
            <a:off x="3343626" y="4079000"/>
            <a:ext cx="2459100" cy="5373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5" name="Google Shape;205;p19"/>
          <p:cNvSpPr txBox="1">
            <a:spLocks noGrp="1"/>
          </p:cNvSpPr>
          <p:nvPr>
            <p:ph type="subTitle" idx="6"/>
          </p:nvPr>
        </p:nvSpPr>
        <p:spPr>
          <a:xfrm>
            <a:off x="5963351" y="4079000"/>
            <a:ext cx="2454000" cy="5373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6" name="Google Shape;206;p19"/>
          <p:cNvSpPr txBox="1">
            <a:spLocks noGrp="1"/>
          </p:cNvSpPr>
          <p:nvPr>
            <p:ph type="subTitle" idx="7"/>
          </p:nvPr>
        </p:nvSpPr>
        <p:spPr>
          <a:xfrm>
            <a:off x="720000" y="1756274"/>
            <a:ext cx="2459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207" name="Google Shape;207;p19"/>
          <p:cNvSpPr txBox="1">
            <a:spLocks noGrp="1"/>
          </p:cNvSpPr>
          <p:nvPr>
            <p:ph type="subTitle" idx="8"/>
          </p:nvPr>
        </p:nvSpPr>
        <p:spPr>
          <a:xfrm>
            <a:off x="3342479" y="1756274"/>
            <a:ext cx="2459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208" name="Google Shape;208;p19"/>
          <p:cNvSpPr txBox="1">
            <a:spLocks noGrp="1"/>
          </p:cNvSpPr>
          <p:nvPr>
            <p:ph type="subTitle" idx="9"/>
          </p:nvPr>
        </p:nvSpPr>
        <p:spPr>
          <a:xfrm>
            <a:off x="5969757" y="1756274"/>
            <a:ext cx="24540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209" name="Google Shape;209;p19"/>
          <p:cNvSpPr txBox="1">
            <a:spLocks noGrp="1"/>
          </p:cNvSpPr>
          <p:nvPr>
            <p:ph type="subTitle" idx="13"/>
          </p:nvPr>
        </p:nvSpPr>
        <p:spPr>
          <a:xfrm>
            <a:off x="719094" y="3615857"/>
            <a:ext cx="2459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210" name="Google Shape;210;p19"/>
          <p:cNvSpPr txBox="1">
            <a:spLocks noGrp="1"/>
          </p:cNvSpPr>
          <p:nvPr>
            <p:ph type="subTitle" idx="14"/>
          </p:nvPr>
        </p:nvSpPr>
        <p:spPr>
          <a:xfrm>
            <a:off x="3341229" y="3615857"/>
            <a:ext cx="2459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
        <p:nvSpPr>
          <p:cNvPr id="211" name="Google Shape;211;p19"/>
          <p:cNvSpPr txBox="1">
            <a:spLocks noGrp="1"/>
          </p:cNvSpPr>
          <p:nvPr>
            <p:ph type="subTitle" idx="15"/>
          </p:nvPr>
        </p:nvSpPr>
        <p:spPr>
          <a:xfrm>
            <a:off x="5965898" y="3615857"/>
            <a:ext cx="2459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Raleway"/>
              <a:buNone/>
              <a:defRPr sz="2500">
                <a:solidFill>
                  <a:schemeClr val="dk1"/>
                </a:solidFill>
                <a:latin typeface="Grand Hotel"/>
                <a:ea typeface="Grand Hotel"/>
                <a:cs typeface="Grand Hotel"/>
                <a:sym typeface="Grand Hotel"/>
              </a:defRPr>
            </a:lvl1pPr>
            <a:lvl2pPr lvl="1"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Numbers and text">
  <p:cSld name="BLANK_1_1_1_1_1_1">
    <p:spTree>
      <p:nvGrpSpPr>
        <p:cNvPr id="1" name="Shape 212"/>
        <p:cNvGrpSpPr/>
        <p:nvPr/>
      </p:nvGrpSpPr>
      <p:grpSpPr>
        <a:xfrm>
          <a:off x="0" y="0"/>
          <a:ext cx="0" cy="0"/>
          <a:chOff x="0" y="0"/>
          <a:chExt cx="0" cy="0"/>
        </a:xfrm>
      </p:grpSpPr>
      <p:pic>
        <p:nvPicPr>
          <p:cNvPr id="213" name="Google Shape;213;p20"/>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214" name="Google Shape;214;p20"/>
          <p:cNvGrpSpPr/>
          <p:nvPr/>
        </p:nvGrpSpPr>
        <p:grpSpPr>
          <a:xfrm>
            <a:off x="0" y="0"/>
            <a:ext cx="9144050" cy="5143500"/>
            <a:chOff x="0" y="0"/>
            <a:chExt cx="9144050" cy="5143500"/>
          </a:xfrm>
        </p:grpSpPr>
        <p:sp>
          <p:nvSpPr>
            <p:cNvPr id="215" name="Google Shape;215;p20"/>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16" name="Google Shape;216;p20"/>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17" name="Google Shape;217;p20"/>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18" name="Google Shape;218;p20"/>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grpSp>
        <p:nvGrpSpPr>
          <p:cNvPr id="219" name="Google Shape;219;p20"/>
          <p:cNvGrpSpPr/>
          <p:nvPr/>
        </p:nvGrpSpPr>
        <p:grpSpPr>
          <a:xfrm>
            <a:off x="624050" y="1071575"/>
            <a:ext cx="8253600" cy="257400"/>
            <a:chOff x="624050" y="1071575"/>
            <a:chExt cx="8253600" cy="257400"/>
          </a:xfrm>
        </p:grpSpPr>
        <p:sp>
          <p:nvSpPr>
            <p:cNvPr id="220" name="Google Shape;220;p20"/>
            <p:cNvSpPr/>
            <p:nvPr/>
          </p:nvSpPr>
          <p:spPr>
            <a:xfrm>
              <a:off x="624050" y="107157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21" name="Google Shape;221;p20"/>
            <p:cNvSpPr/>
            <p:nvPr/>
          </p:nvSpPr>
          <p:spPr>
            <a:xfrm>
              <a:off x="8695550" y="113757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222" name="Google Shape;222;p20"/>
          <p:cNvSpPr txBox="1">
            <a:spLocks noGrp="1"/>
          </p:cNvSpPr>
          <p:nvPr>
            <p:ph type="title" hasCustomPrompt="1"/>
          </p:nvPr>
        </p:nvSpPr>
        <p:spPr>
          <a:xfrm>
            <a:off x="1843520" y="562300"/>
            <a:ext cx="5457000" cy="736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200"/>
              <a:buNone/>
              <a:defRPr sz="48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223" name="Google Shape;223;p20"/>
          <p:cNvSpPr txBox="1">
            <a:spLocks noGrp="1"/>
          </p:cNvSpPr>
          <p:nvPr>
            <p:ph type="subTitle" idx="1"/>
          </p:nvPr>
        </p:nvSpPr>
        <p:spPr>
          <a:xfrm>
            <a:off x="1843475" y="1298500"/>
            <a:ext cx="5457000" cy="445200"/>
          </a:xfrm>
          <a:prstGeom prst="rect">
            <a:avLst/>
          </a:prstGeom>
          <a:solidFill>
            <a:schemeClr val="accent4"/>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4" name="Google Shape;224;p20"/>
          <p:cNvSpPr txBox="1">
            <a:spLocks noGrp="1"/>
          </p:cNvSpPr>
          <p:nvPr>
            <p:ph type="title" idx="2" hasCustomPrompt="1"/>
          </p:nvPr>
        </p:nvSpPr>
        <p:spPr>
          <a:xfrm>
            <a:off x="1843520" y="1996650"/>
            <a:ext cx="5457000" cy="720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200"/>
              <a:buNone/>
              <a:defRPr sz="48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225" name="Google Shape;225;p20"/>
          <p:cNvSpPr txBox="1">
            <a:spLocks noGrp="1"/>
          </p:cNvSpPr>
          <p:nvPr>
            <p:ph type="subTitle" idx="3"/>
          </p:nvPr>
        </p:nvSpPr>
        <p:spPr>
          <a:xfrm>
            <a:off x="1843520" y="2717250"/>
            <a:ext cx="5457000" cy="445200"/>
          </a:xfrm>
          <a:prstGeom prst="rect">
            <a:avLst/>
          </a:prstGeom>
          <a:solidFill>
            <a:schemeClr val="accent4"/>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6" name="Google Shape;226;p20"/>
          <p:cNvSpPr txBox="1">
            <a:spLocks noGrp="1"/>
          </p:cNvSpPr>
          <p:nvPr>
            <p:ph type="title" idx="4" hasCustomPrompt="1"/>
          </p:nvPr>
        </p:nvSpPr>
        <p:spPr>
          <a:xfrm>
            <a:off x="1843520" y="3415401"/>
            <a:ext cx="5457000" cy="720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200"/>
              <a:buNone/>
              <a:defRPr sz="48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227" name="Google Shape;227;p20"/>
          <p:cNvSpPr txBox="1">
            <a:spLocks noGrp="1"/>
          </p:cNvSpPr>
          <p:nvPr>
            <p:ph type="subTitle" idx="5"/>
          </p:nvPr>
        </p:nvSpPr>
        <p:spPr>
          <a:xfrm>
            <a:off x="1843475" y="4136000"/>
            <a:ext cx="5457000" cy="445200"/>
          </a:xfrm>
          <a:prstGeom prst="rect">
            <a:avLst/>
          </a:prstGeom>
          <a:solidFill>
            <a:schemeClr val="accent4"/>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1">
  <p:cSld name="CUSTOM_1">
    <p:spTree>
      <p:nvGrpSpPr>
        <p:cNvPr id="1" name="Shape 228"/>
        <p:cNvGrpSpPr/>
        <p:nvPr/>
      </p:nvGrpSpPr>
      <p:grpSpPr>
        <a:xfrm>
          <a:off x="0" y="0"/>
          <a:ext cx="0" cy="0"/>
          <a:chOff x="0" y="0"/>
          <a:chExt cx="0" cy="0"/>
        </a:xfrm>
      </p:grpSpPr>
      <p:pic>
        <p:nvPicPr>
          <p:cNvPr id="229" name="Google Shape;229;p21"/>
          <p:cNvPicPr preferRelativeResize="0"/>
          <p:nvPr/>
        </p:nvPicPr>
        <p:blipFill rotWithShape="1">
          <a:blip r:embed="rId2">
            <a:alphaModFix amt="70000"/>
          </a:blip>
          <a:srcRect/>
          <a:stretch/>
        </p:blipFill>
        <p:spPr>
          <a:xfrm flipH="1">
            <a:off x="0" y="0"/>
            <a:ext cx="9144003" cy="5143501"/>
          </a:xfrm>
          <a:prstGeom prst="rect">
            <a:avLst/>
          </a:prstGeom>
          <a:noFill/>
          <a:ln>
            <a:noFill/>
          </a:ln>
        </p:spPr>
      </p:pic>
      <p:sp>
        <p:nvSpPr>
          <p:cNvPr id="230" name="Google Shape;230;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anks">
  <p:cSld name="BLANK_1_1_1_1_1_1_2">
    <p:spTree>
      <p:nvGrpSpPr>
        <p:cNvPr id="1" name="Shape 231"/>
        <p:cNvGrpSpPr/>
        <p:nvPr/>
      </p:nvGrpSpPr>
      <p:grpSpPr>
        <a:xfrm>
          <a:off x="0" y="0"/>
          <a:ext cx="0" cy="0"/>
          <a:chOff x="0" y="0"/>
          <a:chExt cx="0" cy="0"/>
        </a:xfrm>
      </p:grpSpPr>
      <p:pic>
        <p:nvPicPr>
          <p:cNvPr id="232" name="Google Shape;232;p22"/>
          <p:cNvPicPr preferRelativeResize="0"/>
          <p:nvPr/>
        </p:nvPicPr>
        <p:blipFill rotWithShape="1">
          <a:blip r:embed="rId2">
            <a:alphaModFix amt="70000"/>
          </a:blip>
          <a:srcRect l="4224" t="4890" r="5710" b="4881"/>
          <a:stretch/>
        </p:blipFill>
        <p:spPr>
          <a:xfrm>
            <a:off x="0" y="0"/>
            <a:ext cx="9144003" cy="5143499"/>
          </a:xfrm>
          <a:prstGeom prst="rect">
            <a:avLst/>
          </a:prstGeom>
          <a:noFill/>
          <a:ln>
            <a:noFill/>
          </a:ln>
        </p:spPr>
      </p:pic>
      <p:grpSp>
        <p:nvGrpSpPr>
          <p:cNvPr id="233" name="Google Shape;233;p22"/>
          <p:cNvGrpSpPr/>
          <p:nvPr/>
        </p:nvGrpSpPr>
        <p:grpSpPr>
          <a:xfrm>
            <a:off x="0" y="0"/>
            <a:ext cx="9144050" cy="5143500"/>
            <a:chOff x="0" y="0"/>
            <a:chExt cx="9144050" cy="5143500"/>
          </a:xfrm>
        </p:grpSpPr>
        <p:sp>
          <p:nvSpPr>
            <p:cNvPr id="234" name="Google Shape;234;p22"/>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35" name="Google Shape;235;p22"/>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36" name="Google Shape;236;p22"/>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37" name="Google Shape;237;p22"/>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238" name="Google Shape;238;p22"/>
          <p:cNvSpPr txBox="1">
            <a:spLocks noGrp="1"/>
          </p:cNvSpPr>
          <p:nvPr>
            <p:ph type="ctrTitle"/>
          </p:nvPr>
        </p:nvSpPr>
        <p:spPr>
          <a:xfrm>
            <a:off x="943700" y="546050"/>
            <a:ext cx="3856800" cy="105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6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39" name="Google Shape;239;p22"/>
          <p:cNvSpPr txBox="1">
            <a:spLocks noGrp="1"/>
          </p:cNvSpPr>
          <p:nvPr>
            <p:ph type="subTitle" idx="1"/>
          </p:nvPr>
        </p:nvSpPr>
        <p:spPr>
          <a:xfrm>
            <a:off x="943788" y="1540275"/>
            <a:ext cx="3856800" cy="1096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240" name="Google Shape;240;p22"/>
          <p:cNvSpPr txBox="1"/>
          <p:nvPr/>
        </p:nvSpPr>
        <p:spPr>
          <a:xfrm>
            <a:off x="943800" y="3579925"/>
            <a:ext cx="3856800" cy="6156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300"/>
              </a:spcBef>
              <a:spcAft>
                <a:spcPts val="0"/>
              </a:spcAft>
              <a:buNone/>
            </a:pPr>
            <a:r>
              <a:rPr lang="en" sz="1000">
                <a:solidFill>
                  <a:schemeClr val="dk1"/>
                </a:solidFill>
                <a:latin typeface="Inter"/>
                <a:ea typeface="Inter"/>
                <a:cs typeface="Inter"/>
                <a:sym typeface="Inter"/>
              </a:rPr>
              <a:t>CREDITS: This presentation template was created by </a:t>
            </a:r>
            <a:r>
              <a:rPr lang="en" sz="1000" b="1" u="sng">
                <a:solidFill>
                  <a:schemeClr val="dk1"/>
                </a:solidFill>
                <a:latin typeface="Inter"/>
                <a:ea typeface="Inter"/>
                <a:cs typeface="Inter"/>
                <a:sym typeface="Inter"/>
                <a:hlinkClick r:id="rId3">
                  <a:extLst>
                    <a:ext uri="{A12FA001-AC4F-418D-AE19-62706E023703}">
                      <ahyp:hlinkClr xmlns:ahyp="http://schemas.microsoft.com/office/drawing/2018/hyperlinkcolor" val="tx"/>
                    </a:ext>
                  </a:extLst>
                </a:hlinkClick>
              </a:rPr>
              <a:t>Slidesgo</a:t>
            </a:r>
            <a:r>
              <a:rPr lang="en" sz="1000" u="sng">
                <a:solidFill>
                  <a:schemeClr val="dk1"/>
                </a:solidFill>
                <a:latin typeface="Inter"/>
                <a:ea typeface="Inter"/>
                <a:cs typeface="Inter"/>
                <a:sym typeface="Inter"/>
              </a:rPr>
              <a:t>,</a:t>
            </a:r>
            <a:r>
              <a:rPr lang="en" sz="1000">
                <a:solidFill>
                  <a:schemeClr val="dk1"/>
                </a:solidFill>
                <a:latin typeface="Inter"/>
                <a:ea typeface="Inter"/>
                <a:cs typeface="Inter"/>
                <a:sym typeface="Inter"/>
              </a:rPr>
              <a:t> and includes icons by </a:t>
            </a:r>
            <a:r>
              <a:rPr lang="en" sz="1000" b="1" u="sng">
                <a:solidFill>
                  <a:schemeClr val="dk1"/>
                </a:solidFill>
                <a:latin typeface="Inter"/>
                <a:ea typeface="Inter"/>
                <a:cs typeface="Inter"/>
                <a:sym typeface="Inter"/>
                <a:hlinkClick r:id="rId4">
                  <a:extLst>
                    <a:ext uri="{A12FA001-AC4F-418D-AE19-62706E023703}">
                      <ahyp:hlinkClr xmlns:ahyp="http://schemas.microsoft.com/office/drawing/2018/hyperlinkcolor" val="tx"/>
                    </a:ext>
                  </a:extLst>
                </a:hlinkClick>
              </a:rPr>
              <a:t>Flaticon</a:t>
            </a:r>
            <a:r>
              <a:rPr lang="en" sz="1000" u="sng">
                <a:solidFill>
                  <a:schemeClr val="dk1"/>
                </a:solidFill>
                <a:latin typeface="Inter"/>
                <a:ea typeface="Inter"/>
                <a:cs typeface="Inter"/>
                <a:sym typeface="Inter"/>
              </a:rPr>
              <a:t>,</a:t>
            </a:r>
            <a:r>
              <a:rPr lang="en" sz="1000">
                <a:solidFill>
                  <a:schemeClr val="dk1"/>
                </a:solidFill>
                <a:latin typeface="Inter"/>
                <a:ea typeface="Inter"/>
                <a:cs typeface="Inter"/>
                <a:sym typeface="Inter"/>
              </a:rPr>
              <a:t> and infographics &amp; images by </a:t>
            </a:r>
            <a:r>
              <a:rPr lang="en" sz="1000" b="1" u="sng">
                <a:solidFill>
                  <a:schemeClr val="dk1"/>
                </a:solidFill>
                <a:latin typeface="Inter"/>
                <a:ea typeface="Inter"/>
                <a:cs typeface="Inter"/>
                <a:sym typeface="Inter"/>
                <a:hlinkClick r:id="rId5">
                  <a:extLst>
                    <a:ext uri="{A12FA001-AC4F-418D-AE19-62706E023703}">
                      <ahyp:hlinkClr xmlns:ahyp="http://schemas.microsoft.com/office/drawing/2018/hyperlinkcolor" val="tx"/>
                    </a:ext>
                  </a:extLst>
                </a:hlinkClick>
              </a:rPr>
              <a:t>Freepik</a:t>
            </a:r>
            <a:endParaRPr sz="1000" b="1" u="sng">
              <a:solidFill>
                <a:schemeClr val="dk1"/>
              </a:solidFill>
              <a:latin typeface="Inter"/>
              <a:ea typeface="Inter"/>
              <a:cs typeface="Inter"/>
              <a:sym typeface="Inte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241"/>
        <p:cNvGrpSpPr/>
        <p:nvPr/>
      </p:nvGrpSpPr>
      <p:grpSpPr>
        <a:xfrm>
          <a:off x="0" y="0"/>
          <a:ext cx="0" cy="0"/>
          <a:chOff x="0" y="0"/>
          <a:chExt cx="0" cy="0"/>
        </a:xfrm>
      </p:grpSpPr>
      <p:pic>
        <p:nvPicPr>
          <p:cNvPr id="242" name="Google Shape;242;p23"/>
          <p:cNvPicPr preferRelativeResize="0"/>
          <p:nvPr/>
        </p:nvPicPr>
        <p:blipFill rotWithShape="1">
          <a:blip r:embed="rId2">
            <a:alphaModFix amt="70000"/>
          </a:blip>
          <a:srcRect/>
          <a:stretch/>
        </p:blipFill>
        <p:spPr>
          <a:xfrm flipH="1">
            <a:off x="0" y="0"/>
            <a:ext cx="9144003" cy="5143501"/>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243"/>
        <p:cNvGrpSpPr/>
        <p:nvPr/>
      </p:nvGrpSpPr>
      <p:grpSpPr>
        <a:xfrm>
          <a:off x="0" y="0"/>
          <a:ext cx="0" cy="0"/>
          <a:chOff x="0" y="0"/>
          <a:chExt cx="0" cy="0"/>
        </a:xfrm>
      </p:grpSpPr>
      <p:pic>
        <p:nvPicPr>
          <p:cNvPr id="244" name="Google Shape;244;p24"/>
          <p:cNvPicPr preferRelativeResize="0"/>
          <p:nvPr/>
        </p:nvPicPr>
        <p:blipFill rotWithShape="1">
          <a:blip r:embed="rId2">
            <a:alphaModFix amt="70000"/>
          </a:blip>
          <a:srcRect l="4224" t="4890" r="5710" b="4881"/>
          <a:stretch/>
        </p:blipFill>
        <p:spPr>
          <a:xfrm flipH="1">
            <a:off x="0" y="0"/>
            <a:ext cx="9144003" cy="5143499"/>
          </a:xfrm>
          <a:prstGeom prst="rect">
            <a:avLst/>
          </a:prstGeom>
          <a:noFill/>
          <a:ln>
            <a:noFill/>
          </a:ln>
        </p:spPr>
      </p:pic>
      <p:grpSp>
        <p:nvGrpSpPr>
          <p:cNvPr id="245" name="Google Shape;245;p24"/>
          <p:cNvGrpSpPr/>
          <p:nvPr/>
        </p:nvGrpSpPr>
        <p:grpSpPr>
          <a:xfrm>
            <a:off x="0" y="0"/>
            <a:ext cx="9144050" cy="5143500"/>
            <a:chOff x="0" y="0"/>
            <a:chExt cx="9144050" cy="5143500"/>
          </a:xfrm>
        </p:grpSpPr>
        <p:sp>
          <p:nvSpPr>
            <p:cNvPr id="246" name="Google Shape;246;p24"/>
            <p:cNvSpPr/>
            <p:nvPr/>
          </p:nvSpPr>
          <p:spPr>
            <a:xfrm>
              <a:off x="0" y="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47" name="Google Shape;247;p24"/>
            <p:cNvSpPr/>
            <p:nvPr/>
          </p:nvSpPr>
          <p:spPr>
            <a:xfrm>
              <a:off x="50" y="4952100"/>
              <a:ext cx="91440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48" name="Google Shape;248;p24"/>
            <p:cNvSpPr/>
            <p:nvPr/>
          </p:nvSpPr>
          <p:spPr>
            <a:xfrm rot="5400000">
              <a:off x="-2471250" y="24712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49" name="Google Shape;249;p24"/>
            <p:cNvSpPr/>
            <p:nvPr/>
          </p:nvSpPr>
          <p:spPr>
            <a:xfrm rot="5400000">
              <a:off x="6481350" y="2476050"/>
              <a:ext cx="5133900" cy="191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53"/>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254"/>
        <p:cNvGrpSpPr/>
        <p:nvPr/>
      </p:nvGrpSpPr>
      <p:grpSpPr>
        <a:xfrm>
          <a:off x="0" y="0"/>
          <a:ext cx="0" cy="0"/>
          <a:chOff x="0" y="0"/>
          <a:chExt cx="0" cy="0"/>
        </a:xfrm>
      </p:grpSpPr>
      <p:sp>
        <p:nvSpPr>
          <p:cNvPr id="255" name="Google Shape;255;p27"/>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100" y="445025"/>
            <a:ext cx="7713900" cy="572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chemeClr val="dk1"/>
              </a:buClr>
              <a:buSzPts val="3500"/>
              <a:buFont typeface="Grand Hotel"/>
              <a:buNone/>
              <a:defRPr sz="3500">
                <a:solidFill>
                  <a:schemeClr val="dk1"/>
                </a:solidFill>
                <a:latin typeface="Grand Hotel"/>
                <a:ea typeface="Grand Hotel"/>
                <a:cs typeface="Grand Hotel"/>
                <a:sym typeface="Grand Hotel"/>
              </a:defRPr>
            </a:lvl1pPr>
            <a:lvl2pPr lvl="1"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2pPr>
            <a:lvl3pPr lvl="2"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3pPr>
            <a:lvl4pPr lvl="3"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4pPr>
            <a:lvl5pPr lvl="4"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5pPr>
            <a:lvl6pPr lvl="5"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6pPr>
            <a:lvl7pPr lvl="6"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7pPr>
            <a:lvl8pPr lvl="7"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8pPr>
            <a:lvl9pPr lvl="8" rtl="0">
              <a:spcBef>
                <a:spcPts val="0"/>
              </a:spcBef>
              <a:spcAft>
                <a:spcPts val="0"/>
              </a:spcAft>
              <a:buClr>
                <a:schemeClr val="dk1"/>
              </a:buClr>
              <a:buSzPts val="3000"/>
              <a:buFont typeface="Raleway"/>
              <a:buNone/>
              <a:defRPr sz="3000">
                <a:solidFill>
                  <a:schemeClr val="dk1"/>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715100" y="1152475"/>
            <a:ext cx="77139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1pPr>
            <a:lvl2pPr marL="914400" lvl="1"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2pPr>
            <a:lvl3pPr marL="1371600" lvl="2"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3pPr>
            <a:lvl4pPr marL="1828800" lvl="3"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4pPr>
            <a:lvl5pPr marL="2286000" lvl="4"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5pPr>
            <a:lvl6pPr marL="2743200" lvl="5"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6pPr>
            <a:lvl7pPr marL="3200400" lvl="6"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7pPr>
            <a:lvl8pPr marL="3657600" lvl="7"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8pPr>
            <a:lvl9pPr marL="4114800" lvl="8" indent="-304800">
              <a:lnSpc>
                <a:spcPct val="100000"/>
              </a:lnSpc>
              <a:spcBef>
                <a:spcPts val="0"/>
              </a:spcBef>
              <a:spcAft>
                <a:spcPts val="0"/>
              </a:spcAft>
              <a:buClr>
                <a:schemeClr val="dk1"/>
              </a:buClr>
              <a:buSzPts val="1200"/>
              <a:buFont typeface="Inter"/>
              <a:buChar char="■"/>
              <a:defRPr sz="1200">
                <a:solidFill>
                  <a:schemeClr val="dk1"/>
                </a:solidFill>
                <a:latin typeface="Inter"/>
                <a:ea typeface="Inter"/>
                <a:cs typeface="Inter"/>
                <a:sym typeface="Inter"/>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50"/>
        <p:cNvGrpSpPr/>
        <p:nvPr/>
      </p:nvGrpSpPr>
      <p:grpSpPr>
        <a:xfrm>
          <a:off x="0" y="0"/>
          <a:ext cx="0" cy="0"/>
          <a:chOff x="0" y="0"/>
          <a:chExt cx="0" cy="0"/>
        </a:xfrm>
      </p:grpSpPr>
      <p:sp>
        <p:nvSpPr>
          <p:cNvPr id="251" name="Google Shape;251;p2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252" name="Google Shape;252;p2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1" r:id="rId1"/>
    <p:sldLayoutId id="2147483672"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jpg"/><Relationship Id="rId7" Type="http://schemas.microsoft.com/office/2007/relationships/hdphoto" Target="../media/hdphoto1.wdp"/><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image" Target="../media/image6.png"/><Relationship Id="rId11" Type="http://schemas.openxmlformats.org/officeDocument/2006/relationships/image" Target="../media/image10.png"/><Relationship Id="rId5" Type="http://schemas.openxmlformats.org/officeDocument/2006/relationships/image" Target="../media/image5.png"/><Relationship Id="rId10" Type="http://schemas.openxmlformats.org/officeDocument/2006/relationships/image" Target="../media/image9.png"/><Relationship Id="rId4" Type="http://schemas.openxmlformats.org/officeDocument/2006/relationships/image" Target="../media/image4.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5.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5.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21.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hyperlink" Target="https://docs.google.com/spreadsheets/d/1BKsgRzWGpYtaZAVan-9PFAZQx5XeorUIh_LSMGjvq64/copy"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27.xml"/><Relationship Id="rId1" Type="http://schemas.openxmlformats.org/officeDocument/2006/relationships/slideLayout" Target="../slideLayouts/slideLayout19.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hyperlink" Target="https://docs.google.com/spreadsheets/d/1BKsgRzWGpYtaZAVan-9PFAZQx5XeorUIh_LSMGjvq64/copy"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hyperlink" Target="https://www.freepik.com/free-vector/bowling-game-facebook-cover-template_44459015.htm/?utm_source=slidesgo_template&amp;utm_medium=referral-link&amp;utm_campaign=sg_resources&amp;utm_content=freepik" TargetMode="External"/><Relationship Id="rId2" Type="http://schemas.openxmlformats.org/officeDocument/2006/relationships/notesSlide" Target="../notesSlides/notesSlide31.xml"/><Relationship Id="rId1" Type="http://schemas.openxmlformats.org/officeDocument/2006/relationships/slideLayout" Target="../slideLayouts/slideLayout13.xml"/><Relationship Id="rId4" Type="http://schemas.openxmlformats.org/officeDocument/2006/relationships/hyperlink" Target="https://www.freepik.com/free-vector/bowling-game-landing-page-template_44459094.htm/?utm_source=slidesgo_template&amp;utm_medium=referral-link&amp;utm_campaign=sg_resources&amp;utm_content=freepik" TargetMode="External"/></Relationships>
</file>

<file path=ppt/slides/_rels/slide32.xml.rels><?xml version="1.0" encoding="UTF-8" standalone="yes"?>
<Relationships xmlns="http://schemas.openxmlformats.org/package/2006/relationships"><Relationship Id="rId8" Type="http://schemas.openxmlformats.org/officeDocument/2006/relationships/hyperlink" Target="https://www.freepik.com/free-photo/portrait-woman-dressed-80s-aesthetic_72388739.htm/?utm_source=slidesgo_template&amp;utm_medium=referral-link&amp;utm_campaign=sg_resources&amp;utm_content=freepik" TargetMode="External"/><Relationship Id="rId3" Type="http://schemas.openxmlformats.org/officeDocument/2006/relationships/hyperlink" Target="https://www.freepik.com/free-vector/hand-drawn-bowling-facebook-cover-template_45119178.htm/?utm_source=slidesgo_template&amp;utm_medium=referral-link&amp;utm_campaign=sg_resources&amp;utm_content=freepik" TargetMode="External"/><Relationship Id="rId7" Type="http://schemas.openxmlformats.org/officeDocument/2006/relationships/hyperlink" Target="https://www.freepik.com/free-photo/bowling-equipment-indoors-still-life_49654030.htm/?utm_source=slidesgo_template&amp;utm_medium=referral-link&amp;utm_campaign=sg_resources&amp;utm_content=freepik" TargetMode="External"/><Relationship Id="rId2" Type="http://schemas.openxmlformats.org/officeDocument/2006/relationships/notesSlide" Target="../notesSlides/notesSlide32.xml"/><Relationship Id="rId1" Type="http://schemas.openxmlformats.org/officeDocument/2006/relationships/slideLayout" Target="../slideLayouts/slideLayout14.xml"/><Relationship Id="rId6" Type="http://schemas.openxmlformats.org/officeDocument/2006/relationships/hyperlink" Target="https://www.freepik.com/free-vector/grunge-poster-background-with-scratches-spots-textured-frame_9648265.htm/?utm_source=slidesgo_template&amp;utm_medium=referral-link&amp;utm_campaign=sg_resources&amp;utm_content=freepik" TargetMode="External"/><Relationship Id="rId5" Type="http://schemas.openxmlformats.org/officeDocument/2006/relationships/hyperlink" Target="https://www.freepik.com/free-vector/vintage-grunge-texture_756213.htm/?utm_source=slidesgo_template&amp;utm_medium=referral-link&amp;utm_campaign=sg_resources&amp;utm_content=freepik" TargetMode="External"/><Relationship Id="rId4" Type="http://schemas.openxmlformats.org/officeDocument/2006/relationships/hyperlink" Target="https://www.freepik.com/free-vector/hand-drawn-bowling-twitch-banner-template_45119213.htm/?utm_source=slidesgo_template&amp;utm_medium=referral-link&amp;utm_campaign=sg_resources&amp;utm_content=freepik" TargetMode="External"/><Relationship Id="rId9" Type="http://schemas.openxmlformats.org/officeDocument/2006/relationships/hyperlink" Target="https://www.flaticon.com/packs/bowling-elements?word=bowling/?utm_source=slidesgo_template&amp;utm_medium=referral-link&amp;utm_campaign=sg_resources&amp;utm_content=flatico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3.xml"/><Relationship Id="rId1" Type="http://schemas.openxmlformats.org/officeDocument/2006/relationships/slideLayout" Target="../slideLayouts/slideLayout2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29.xml"/></Relationships>
</file>

<file path=ppt/slides/_rels/slide3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4.xml"/><Relationship Id="rId1" Type="http://schemas.openxmlformats.org/officeDocument/2006/relationships/slideLayout" Target="../slideLayouts/slideLayout2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29.xml"/></Relationships>
</file>

<file path=ppt/slides/_rels/slide35.xml.rels><?xml version="1.0" encoding="UTF-8" standalone="yes"?>
<Relationships xmlns="http://schemas.openxmlformats.org/package/2006/relationships"><Relationship Id="rId3" Type="http://schemas.openxmlformats.org/officeDocument/2006/relationships/hyperlink" Target="https://fonts.google.com/specimen/Grand+Hotel" TargetMode="External"/><Relationship Id="rId2" Type="http://schemas.openxmlformats.org/officeDocument/2006/relationships/notesSlide" Target="../notesSlides/notesSlide35.xml"/><Relationship Id="rId1" Type="http://schemas.openxmlformats.org/officeDocument/2006/relationships/slideLayout" Target="../slideLayouts/slideLayout24.xml"/><Relationship Id="rId4" Type="http://schemas.openxmlformats.org/officeDocument/2006/relationships/hyperlink" Target="https://fonts.google.com/specimen/Inter" TargetMode="External"/></Relationships>
</file>

<file path=ppt/slides/_rels/slide36.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27.png"/><Relationship Id="rId2" Type="http://schemas.openxmlformats.org/officeDocument/2006/relationships/notesSlide" Target="../notesSlides/notesSlide36.xml"/><Relationship Id="rId1" Type="http://schemas.openxmlformats.org/officeDocument/2006/relationships/slideLayout" Target="../slideLayouts/slideLayout24.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26.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25.png"/><Relationship Id="rId4" Type="http://schemas.openxmlformats.org/officeDocument/2006/relationships/image" Target="../media/image23.png"/><Relationship Id="rId9" Type="http://schemas.openxmlformats.org/officeDocument/2006/relationships/image" Target="../media/image24.png"/></Relationships>
</file>

<file path=ppt/slides/_rels/slide37.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37.xml"/><Relationship Id="rId1" Type="http://schemas.openxmlformats.org/officeDocument/2006/relationships/slideLayout" Target="../slideLayouts/slideLayout2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43.xml"/><Relationship Id="rId1" Type="http://schemas.openxmlformats.org/officeDocument/2006/relationships/slideLayout" Target="../slideLayouts/slideLayout2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28"/>
          <p:cNvSpPr txBox="1">
            <a:spLocks noGrp="1"/>
          </p:cNvSpPr>
          <p:nvPr>
            <p:ph type="ctrTitle"/>
          </p:nvPr>
        </p:nvSpPr>
        <p:spPr>
          <a:xfrm>
            <a:off x="767492" y="1536750"/>
            <a:ext cx="4736700" cy="1584620"/>
          </a:xfrm>
          <a:prstGeom prst="rect">
            <a:avLst/>
          </a:prstGeom>
        </p:spPr>
        <p:txBody>
          <a:bodyPr spcFirstLastPara="1" wrap="square" lIns="91425" tIns="91425" rIns="91425" bIns="91425" anchor="b" anchorCtr="0">
            <a:noAutofit/>
          </a:bodyPr>
          <a:lstStyle/>
          <a:p>
            <a:pPr lvl="0" algn="l"/>
            <a:r>
              <a:rPr lang="en-US" altLang="zh-TW" sz="4800" dirty="0">
                <a:latin typeface="Gill Sans MT Ext Condensed Bold" panose="020B0902020104020203" pitchFamily="34" charset="0"/>
                <a:ea typeface="微軟正黑體" panose="020B0604030504040204" pitchFamily="34" charset="-120"/>
              </a:rPr>
              <a:t>AI-Powered</a:t>
            </a:r>
            <a:r>
              <a:rPr lang="en-US" altLang="zh-TW" sz="4800" dirty="0">
                <a:latin typeface="Gill Sans MT Ext Condensed Bold" panose="020B0902020104020203" pitchFamily="34" charset="0"/>
              </a:rPr>
              <a:t> Automatic Scoring System for 2-player Toy Bowling</a:t>
            </a:r>
            <a:endParaRPr sz="4800" dirty="0">
              <a:latin typeface="Gill Sans MT Ext Condensed Bold" panose="020B0902020104020203" pitchFamily="34" charset="0"/>
            </a:endParaRPr>
          </a:p>
        </p:txBody>
      </p:sp>
      <p:sp>
        <p:nvSpPr>
          <p:cNvPr id="261" name="Google Shape;261;p28"/>
          <p:cNvSpPr txBox="1">
            <a:spLocks noGrp="1"/>
          </p:cNvSpPr>
          <p:nvPr>
            <p:ph type="subTitle" idx="1"/>
          </p:nvPr>
        </p:nvSpPr>
        <p:spPr>
          <a:xfrm>
            <a:off x="770748" y="3263258"/>
            <a:ext cx="3068550" cy="308578"/>
          </a:xfrm>
          <a:prstGeom prst="rect">
            <a:avLst/>
          </a:prstGeom>
        </p:spPr>
        <p:txBody>
          <a:bodyPr spcFirstLastPara="1" wrap="square" lIns="91425" tIns="91425" rIns="91425" bIns="91425" anchor="ctr" anchorCtr="0">
            <a:noAutofit/>
          </a:bodyPr>
          <a:lstStyle/>
          <a:p>
            <a:pPr marL="0" lvl="0" indent="0" algn="l"/>
            <a:r>
              <a:rPr lang="zh-TW" altLang="en-US" dirty="0">
                <a:latin typeface="+mn-ea"/>
                <a:ea typeface="+mn-ea"/>
              </a:rPr>
              <a:t>組員：賴昱凱、周宥任、温蕙瑄</a:t>
            </a:r>
            <a:endParaRPr dirty="0">
              <a:latin typeface="+mn-ea"/>
              <a:ea typeface="+mn-ea"/>
            </a:endParaRPr>
          </a:p>
        </p:txBody>
      </p:sp>
      <p:sp>
        <p:nvSpPr>
          <p:cNvPr id="262" name="Google Shape;262;p28"/>
          <p:cNvSpPr/>
          <p:nvPr/>
        </p:nvSpPr>
        <p:spPr>
          <a:xfrm>
            <a:off x="5975500" y="8040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63" name="Google Shape;263;p28"/>
          <p:cNvSpPr/>
          <p:nvPr/>
        </p:nvSpPr>
        <p:spPr>
          <a:xfrm>
            <a:off x="928443" y="4375636"/>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264" name="Google Shape;264;p28"/>
          <p:cNvGrpSpPr/>
          <p:nvPr/>
        </p:nvGrpSpPr>
        <p:grpSpPr>
          <a:xfrm>
            <a:off x="5318888" y="1686822"/>
            <a:ext cx="3110013" cy="3149755"/>
            <a:chOff x="5318888" y="1686822"/>
            <a:chExt cx="3110013" cy="3149755"/>
          </a:xfrm>
        </p:grpSpPr>
        <p:sp>
          <p:nvSpPr>
            <p:cNvPr id="265" name="Google Shape;265;p28"/>
            <p:cNvSpPr/>
            <p:nvPr/>
          </p:nvSpPr>
          <p:spPr>
            <a:xfrm>
              <a:off x="5491275" y="3696577"/>
              <a:ext cx="1084800" cy="1140000"/>
            </a:xfrm>
            <a:prstGeom prst="star10">
              <a:avLst>
                <a:gd name="adj" fmla="val 31156"/>
                <a:gd name="hf" fmla="val 105146"/>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266" name="Google Shape;266;p28"/>
            <p:cNvSpPr/>
            <p:nvPr/>
          </p:nvSpPr>
          <p:spPr>
            <a:xfrm>
              <a:off x="7223850" y="1686822"/>
              <a:ext cx="1084800" cy="1140000"/>
            </a:xfrm>
            <a:prstGeom prst="star10">
              <a:avLst>
                <a:gd name="adj" fmla="val 31156"/>
                <a:gd name="hf" fmla="val 105146"/>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267" name="Google Shape;267;p28"/>
            <p:cNvGrpSpPr/>
            <p:nvPr/>
          </p:nvGrpSpPr>
          <p:grpSpPr>
            <a:xfrm>
              <a:off x="5318888" y="2651835"/>
              <a:ext cx="1752980" cy="1282311"/>
              <a:chOff x="3082101" y="2623297"/>
              <a:chExt cx="1025314" cy="750021"/>
            </a:xfrm>
          </p:grpSpPr>
          <p:sp>
            <p:nvSpPr>
              <p:cNvPr id="268" name="Google Shape;268;p28"/>
              <p:cNvSpPr/>
              <p:nvPr/>
            </p:nvSpPr>
            <p:spPr>
              <a:xfrm>
                <a:off x="3347273"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6"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10"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 name="Google Shape;269;p28"/>
              <p:cNvSpPr/>
              <p:nvPr/>
            </p:nvSpPr>
            <p:spPr>
              <a:xfrm>
                <a:off x="3082101"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187"/>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0" name="Google Shape;270;p28"/>
              <p:cNvSpPr/>
              <p:nvPr/>
            </p:nvSpPr>
            <p:spPr>
              <a:xfrm>
                <a:off x="3238797"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616"/>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1" name="Google Shape;271;p28"/>
              <p:cNvSpPr/>
              <p:nvPr/>
            </p:nvSpPr>
            <p:spPr>
              <a:xfrm>
                <a:off x="3249661" y="3149050"/>
                <a:ext cx="847758" cy="92998"/>
              </a:xfrm>
              <a:custGeom>
                <a:avLst/>
                <a:gdLst/>
                <a:ahLst/>
                <a:cxnLst/>
                <a:rect l="l" t="t" r="r" b="b"/>
                <a:pathLst>
                  <a:path w="1487294" h="163155" extrusionOk="0">
                    <a:moveTo>
                      <a:pt x="1487295" y="163156"/>
                    </a:moveTo>
                    <a:cubicBezTo>
                      <a:pt x="1475702" y="112921"/>
                      <a:pt x="1460675" y="57105"/>
                      <a:pt x="1440924" y="0"/>
                    </a:cubicBezTo>
                    <a:lnTo>
                      <a:pt x="50235" y="0"/>
                    </a:lnTo>
                    <a:cubicBezTo>
                      <a:pt x="29196" y="57105"/>
                      <a:pt x="12881" y="112492"/>
                      <a:pt x="0" y="163156"/>
                    </a:cubicBezTo>
                    <a:lnTo>
                      <a:pt x="1487295" y="16315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2" name="Google Shape;272;p28"/>
              <p:cNvSpPr/>
              <p:nvPr/>
            </p:nvSpPr>
            <p:spPr>
              <a:xfrm>
                <a:off x="3482621" y="2888626"/>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3" name="Google Shape;273;p28"/>
              <p:cNvSpPr/>
              <p:nvPr/>
            </p:nvSpPr>
            <p:spPr>
              <a:xfrm rot="-5174158">
                <a:off x="3502637" y="2908603"/>
                <a:ext cx="70146" cy="70146"/>
              </a:xfrm>
              <a:custGeom>
                <a:avLst/>
                <a:gdLst/>
                <a:ahLst/>
                <a:cxnLst/>
                <a:rect l="l" t="t" r="r" b="b"/>
                <a:pathLst>
                  <a:path w="122798" h="122798" extrusionOk="0">
                    <a:moveTo>
                      <a:pt x="122798" y="61399"/>
                    </a:moveTo>
                    <a:cubicBezTo>
                      <a:pt x="122798" y="95309"/>
                      <a:pt x="95309" y="122798"/>
                      <a:pt x="61399" y="122798"/>
                    </a:cubicBezTo>
                    <a:cubicBezTo>
                      <a:pt x="27489" y="122798"/>
                      <a:pt x="0" y="95309"/>
                      <a:pt x="0" y="61399"/>
                    </a:cubicBezTo>
                    <a:cubicBezTo>
                      <a:pt x="0" y="27489"/>
                      <a:pt x="27489" y="0"/>
                      <a:pt x="61399" y="0"/>
                    </a:cubicBezTo>
                    <a:cubicBezTo>
                      <a:pt x="95309" y="0"/>
                      <a:pt x="122798" y="27489"/>
                      <a:pt x="122798" y="61399"/>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4" name="Google Shape;274;p28"/>
              <p:cNvSpPr/>
              <p:nvPr/>
            </p:nvSpPr>
            <p:spPr>
              <a:xfrm>
                <a:off x="3759720" y="2883722"/>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5" name="Google Shape;275;p28"/>
              <p:cNvSpPr/>
              <p:nvPr/>
            </p:nvSpPr>
            <p:spPr>
              <a:xfrm>
                <a:off x="3779828" y="2903830"/>
                <a:ext cx="69994" cy="69994"/>
              </a:xfrm>
              <a:custGeom>
                <a:avLst/>
                <a:gdLst/>
                <a:ahLst/>
                <a:cxnLst/>
                <a:rect l="l" t="t" r="r" b="b"/>
                <a:pathLst>
                  <a:path w="122796" h="122796" extrusionOk="0">
                    <a:moveTo>
                      <a:pt x="122796" y="61398"/>
                    </a:moveTo>
                    <a:cubicBezTo>
                      <a:pt x="122796" y="95307"/>
                      <a:pt x="95307" y="122796"/>
                      <a:pt x="61398" y="122796"/>
                    </a:cubicBezTo>
                    <a:cubicBezTo>
                      <a:pt x="27489" y="122796"/>
                      <a:pt x="0" y="95307"/>
                      <a:pt x="0" y="61398"/>
                    </a:cubicBezTo>
                    <a:cubicBezTo>
                      <a:pt x="0" y="27489"/>
                      <a:pt x="27489" y="0"/>
                      <a:pt x="61398" y="0"/>
                    </a:cubicBezTo>
                    <a:cubicBezTo>
                      <a:pt x="95307" y="0"/>
                      <a:pt x="122796" y="27489"/>
                      <a:pt x="122796" y="61398"/>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6" name="Google Shape;276;p28"/>
              <p:cNvSpPr/>
              <p:nvPr/>
            </p:nvSpPr>
            <p:spPr>
              <a:xfrm>
                <a:off x="3248189" y="2864349"/>
                <a:ext cx="254142" cy="373645"/>
              </a:xfrm>
              <a:custGeom>
                <a:avLst/>
                <a:gdLst/>
                <a:ahLst/>
                <a:cxnLst/>
                <a:rect l="l" t="t" r="r" b="b"/>
                <a:pathLst>
                  <a:path w="445864" h="655518" extrusionOk="0">
                    <a:moveTo>
                      <a:pt x="445673" y="0"/>
                    </a:moveTo>
                    <a:cubicBezTo>
                      <a:pt x="433222" y="3864"/>
                      <a:pt x="420341" y="6870"/>
                      <a:pt x="407890" y="10734"/>
                    </a:cubicBezTo>
                    <a:cubicBezTo>
                      <a:pt x="395868" y="14169"/>
                      <a:pt x="384275" y="20609"/>
                      <a:pt x="373112" y="26620"/>
                    </a:cubicBezTo>
                    <a:cubicBezTo>
                      <a:pt x="350356" y="37783"/>
                      <a:pt x="329747" y="51952"/>
                      <a:pt x="309996" y="67409"/>
                    </a:cubicBezTo>
                    <a:cubicBezTo>
                      <a:pt x="270066" y="98323"/>
                      <a:pt x="233571" y="133101"/>
                      <a:pt x="201369" y="171743"/>
                    </a:cubicBezTo>
                    <a:cubicBezTo>
                      <a:pt x="132242" y="253750"/>
                      <a:pt x="80719" y="349927"/>
                      <a:pt x="45941" y="451255"/>
                    </a:cubicBezTo>
                    <a:cubicBezTo>
                      <a:pt x="35637" y="480881"/>
                      <a:pt x="26620" y="510936"/>
                      <a:pt x="18892" y="540991"/>
                    </a:cubicBezTo>
                    <a:cubicBezTo>
                      <a:pt x="15028" y="556877"/>
                      <a:pt x="11163" y="572763"/>
                      <a:pt x="7728" y="588649"/>
                    </a:cubicBezTo>
                    <a:cubicBezTo>
                      <a:pt x="4294" y="604536"/>
                      <a:pt x="0" y="620422"/>
                      <a:pt x="0" y="636737"/>
                    </a:cubicBezTo>
                    <a:cubicBezTo>
                      <a:pt x="0" y="643178"/>
                      <a:pt x="3864" y="648759"/>
                      <a:pt x="9017" y="652624"/>
                    </a:cubicBezTo>
                    <a:cubicBezTo>
                      <a:pt x="12451" y="655200"/>
                      <a:pt x="19750" y="657776"/>
                      <a:pt x="21897" y="652194"/>
                    </a:cubicBezTo>
                    <a:cubicBezTo>
                      <a:pt x="27479" y="639313"/>
                      <a:pt x="29196" y="625145"/>
                      <a:pt x="32202" y="611405"/>
                    </a:cubicBezTo>
                    <a:cubicBezTo>
                      <a:pt x="35207" y="597666"/>
                      <a:pt x="38213" y="583926"/>
                      <a:pt x="41648" y="570187"/>
                    </a:cubicBezTo>
                    <a:cubicBezTo>
                      <a:pt x="48088" y="543996"/>
                      <a:pt x="55817" y="517805"/>
                      <a:pt x="63974" y="492044"/>
                    </a:cubicBezTo>
                    <a:cubicBezTo>
                      <a:pt x="81149" y="439662"/>
                      <a:pt x="101758" y="388139"/>
                      <a:pt x="126661" y="339193"/>
                    </a:cubicBezTo>
                    <a:cubicBezTo>
                      <a:pt x="172602" y="248598"/>
                      <a:pt x="235717" y="166161"/>
                      <a:pt x="313431" y="100470"/>
                    </a:cubicBezTo>
                    <a:cubicBezTo>
                      <a:pt x="334470" y="82436"/>
                      <a:pt x="357226" y="66550"/>
                      <a:pt x="379552" y="49805"/>
                    </a:cubicBezTo>
                    <a:cubicBezTo>
                      <a:pt x="390286" y="41647"/>
                      <a:pt x="401449" y="33490"/>
                      <a:pt x="412613" y="25761"/>
                    </a:cubicBezTo>
                    <a:cubicBezTo>
                      <a:pt x="418194" y="21897"/>
                      <a:pt x="422917" y="17174"/>
                      <a:pt x="428070" y="12881"/>
                    </a:cubicBezTo>
                    <a:cubicBezTo>
                      <a:pt x="433651" y="8158"/>
                      <a:pt x="440092" y="4294"/>
                      <a:pt x="445673" y="0"/>
                    </a:cubicBezTo>
                    <a:cubicBezTo>
                      <a:pt x="446103" y="0"/>
                      <a:pt x="445673" y="0"/>
                      <a:pt x="445673" y="0"/>
                    </a:cubicBezTo>
                    <a:lnTo>
                      <a:pt x="445673"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7" name="Google Shape;277;p28"/>
              <p:cNvSpPr/>
              <p:nvPr/>
            </p:nvSpPr>
            <p:spPr>
              <a:xfrm>
                <a:off x="3521379"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5"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09"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8" name="Google Shape;278;p28"/>
              <p:cNvSpPr/>
              <p:nvPr/>
            </p:nvSpPr>
            <p:spPr>
              <a:xfrm>
                <a:off x="3169147" y="2839582"/>
                <a:ext cx="274487" cy="388651"/>
              </a:xfrm>
              <a:custGeom>
                <a:avLst/>
                <a:gdLst/>
                <a:ahLst/>
                <a:cxnLst/>
                <a:rect l="l" t="t" r="r" b="b"/>
                <a:pathLst>
                  <a:path w="481556" h="681844" extrusionOk="0">
                    <a:moveTo>
                      <a:pt x="479735" y="0"/>
                    </a:moveTo>
                    <a:cubicBezTo>
                      <a:pt x="451826" y="859"/>
                      <a:pt x="424777" y="5152"/>
                      <a:pt x="398586" y="15886"/>
                    </a:cubicBezTo>
                    <a:cubicBezTo>
                      <a:pt x="372395" y="26620"/>
                      <a:pt x="348780" y="42507"/>
                      <a:pt x="326454" y="60110"/>
                    </a:cubicBezTo>
                    <a:cubicBezTo>
                      <a:pt x="283089" y="95317"/>
                      <a:pt x="244876" y="137394"/>
                      <a:pt x="210098" y="180760"/>
                    </a:cubicBezTo>
                    <a:cubicBezTo>
                      <a:pt x="140113" y="268349"/>
                      <a:pt x="85155" y="368818"/>
                      <a:pt x="47371" y="474440"/>
                    </a:cubicBezTo>
                    <a:cubicBezTo>
                      <a:pt x="25903" y="534121"/>
                      <a:pt x="10017" y="596378"/>
                      <a:pt x="142" y="659064"/>
                    </a:cubicBezTo>
                    <a:cubicBezTo>
                      <a:pt x="-1146" y="667222"/>
                      <a:pt x="6582" y="676238"/>
                      <a:pt x="13023" y="679673"/>
                    </a:cubicBezTo>
                    <a:cubicBezTo>
                      <a:pt x="19034" y="683108"/>
                      <a:pt x="26762" y="683108"/>
                      <a:pt x="28480" y="674950"/>
                    </a:cubicBezTo>
                    <a:cubicBezTo>
                      <a:pt x="45654" y="566323"/>
                      <a:pt x="81291" y="460701"/>
                      <a:pt x="131955" y="363237"/>
                    </a:cubicBezTo>
                    <a:cubicBezTo>
                      <a:pt x="182619" y="265343"/>
                      <a:pt x="249169" y="176037"/>
                      <a:pt x="326454" y="97464"/>
                    </a:cubicBezTo>
                    <a:cubicBezTo>
                      <a:pt x="348351" y="75138"/>
                      <a:pt x="371966" y="55387"/>
                      <a:pt x="397727" y="37354"/>
                    </a:cubicBezTo>
                    <a:cubicBezTo>
                      <a:pt x="422201" y="20180"/>
                      <a:pt x="450538" y="5152"/>
                      <a:pt x="481023" y="2147"/>
                    </a:cubicBezTo>
                    <a:cubicBezTo>
                      <a:pt x="482311" y="2147"/>
                      <a:pt x="481023" y="0"/>
                      <a:pt x="479735" y="0"/>
                    </a:cubicBezTo>
                    <a:lnTo>
                      <a:pt x="479735"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9" name="Google Shape;279;p28"/>
              <p:cNvSpPr/>
              <p:nvPr/>
            </p:nvSpPr>
            <p:spPr>
              <a:xfrm>
                <a:off x="3511066" y="2919769"/>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9"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0" name="Google Shape;280;p28"/>
              <p:cNvSpPr/>
              <p:nvPr/>
            </p:nvSpPr>
            <p:spPr>
              <a:xfrm>
                <a:off x="3790863" y="2914865"/>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8"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81" name="Google Shape;281;p28"/>
            <p:cNvGrpSpPr/>
            <p:nvPr/>
          </p:nvGrpSpPr>
          <p:grpSpPr>
            <a:xfrm>
              <a:off x="6764360" y="2504238"/>
              <a:ext cx="1218904" cy="1218966"/>
              <a:chOff x="4329122" y="2173318"/>
              <a:chExt cx="627008" cy="627008"/>
            </a:xfrm>
          </p:grpSpPr>
          <p:sp>
            <p:nvSpPr>
              <p:cNvPr id="282" name="Google Shape;282;p28"/>
              <p:cNvSpPr/>
              <p:nvPr/>
            </p:nvSpPr>
            <p:spPr>
              <a:xfrm>
                <a:off x="4329122" y="2173318"/>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3" name="Google Shape;283;p28"/>
              <p:cNvSpPr/>
              <p:nvPr/>
            </p:nvSpPr>
            <p:spPr>
              <a:xfrm>
                <a:off x="4360020" y="2210591"/>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4" name="Google Shape;284;p28"/>
              <p:cNvSpPr/>
              <p:nvPr/>
            </p:nvSpPr>
            <p:spPr>
              <a:xfrm>
                <a:off x="4409555" y="2248846"/>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5" name="Google Shape;285;p28"/>
              <p:cNvSpPr/>
              <p:nvPr/>
            </p:nvSpPr>
            <p:spPr>
              <a:xfrm>
                <a:off x="4393098" y="244628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6" name="Google Shape;286;p28"/>
              <p:cNvSpPr/>
              <p:nvPr/>
            </p:nvSpPr>
            <p:spPr>
              <a:xfrm>
                <a:off x="4489742" y="2437666"/>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7" name="Google Shape;287;p28"/>
              <p:cNvSpPr/>
              <p:nvPr/>
            </p:nvSpPr>
            <p:spPr>
              <a:xfrm>
                <a:off x="4627066" y="2437911"/>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8" name="Google Shape;288;p28"/>
              <p:cNvSpPr/>
              <p:nvPr/>
            </p:nvSpPr>
            <p:spPr>
              <a:xfrm>
                <a:off x="4554971" y="2523493"/>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89" name="Google Shape;289;p28"/>
            <p:cNvGrpSpPr/>
            <p:nvPr/>
          </p:nvGrpSpPr>
          <p:grpSpPr>
            <a:xfrm>
              <a:off x="7797769" y="2174586"/>
              <a:ext cx="631132" cy="1877838"/>
              <a:chOff x="4158618" y="3532330"/>
              <a:chExt cx="294811" cy="877126"/>
            </a:xfrm>
          </p:grpSpPr>
          <p:sp>
            <p:nvSpPr>
              <p:cNvPr id="290" name="Google Shape;290;p28"/>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1" name="Google Shape;291;p28"/>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2" name="Google Shape;292;p28"/>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93" name="Google Shape;293;p28"/>
            <p:cNvGrpSpPr/>
            <p:nvPr/>
          </p:nvGrpSpPr>
          <p:grpSpPr>
            <a:xfrm>
              <a:off x="6239982" y="3448352"/>
              <a:ext cx="2026063" cy="987627"/>
              <a:chOff x="4815023" y="3004359"/>
              <a:chExt cx="1060710" cy="514416"/>
            </a:xfrm>
          </p:grpSpPr>
          <p:sp>
            <p:nvSpPr>
              <p:cNvPr id="294" name="Google Shape;294;p28"/>
              <p:cNvSpPr/>
              <p:nvPr/>
            </p:nvSpPr>
            <p:spPr>
              <a:xfrm>
                <a:off x="5225920" y="3103754"/>
                <a:ext cx="374173" cy="110244"/>
              </a:xfrm>
              <a:custGeom>
                <a:avLst/>
                <a:gdLst/>
                <a:ahLst/>
                <a:cxnLst/>
                <a:rect l="l" t="t" r="r" b="b"/>
                <a:pathLst>
                  <a:path w="656444" h="193411" extrusionOk="0">
                    <a:moveTo>
                      <a:pt x="27006" y="53118"/>
                    </a:moveTo>
                    <a:cubicBezTo>
                      <a:pt x="33446" y="53118"/>
                      <a:pt x="368345" y="-74830"/>
                      <a:pt x="656445" y="66428"/>
                    </a:cubicBezTo>
                    <a:cubicBezTo>
                      <a:pt x="656445" y="66428"/>
                      <a:pt x="163113" y="214128"/>
                      <a:pt x="56632" y="190942"/>
                    </a:cubicBezTo>
                    <a:cubicBezTo>
                      <a:pt x="-50278" y="167757"/>
                      <a:pt x="27006" y="53118"/>
                      <a:pt x="27006"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5" name="Google Shape;295;p28"/>
              <p:cNvSpPr/>
              <p:nvPr/>
            </p:nvSpPr>
            <p:spPr>
              <a:xfrm>
                <a:off x="4815023" y="3004359"/>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20335"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6" name="Google Shape;296;p28"/>
              <p:cNvSpPr/>
              <p:nvPr/>
            </p:nvSpPr>
            <p:spPr>
              <a:xfrm>
                <a:off x="5463269" y="3168178"/>
                <a:ext cx="160379" cy="195053"/>
              </a:xfrm>
              <a:custGeom>
                <a:avLst/>
                <a:gdLst/>
                <a:ahLst/>
                <a:cxnLst/>
                <a:rect l="l" t="t" r="r" b="b"/>
                <a:pathLst>
                  <a:path w="281366" h="342198" extrusionOk="0">
                    <a:moveTo>
                      <a:pt x="0" y="342198"/>
                    </a:moveTo>
                    <a:lnTo>
                      <a:pt x="240870" y="342198"/>
                    </a:lnTo>
                    <a:cubicBezTo>
                      <a:pt x="303556" y="193211"/>
                      <a:pt x="279941" y="65262"/>
                      <a:pt x="259332" y="0"/>
                    </a:cubicBezTo>
                    <a:cubicBezTo>
                      <a:pt x="125802" y="47659"/>
                      <a:pt x="41218" y="194070"/>
                      <a:pt x="0" y="34219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7" name="Google Shape;297;p28"/>
              <p:cNvSpPr/>
              <p:nvPr/>
            </p:nvSpPr>
            <p:spPr>
              <a:xfrm>
                <a:off x="5006177" y="3004370"/>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279" y="395438"/>
                      <a:pt x="184624"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8" name="Google Shape;298;p28"/>
              <p:cNvSpPr/>
              <p:nvPr/>
            </p:nvSpPr>
            <p:spPr>
              <a:xfrm>
                <a:off x="4816131" y="3372201"/>
                <a:ext cx="523485" cy="33773"/>
              </a:xfrm>
              <a:custGeom>
                <a:avLst/>
                <a:gdLst/>
                <a:ahLst/>
                <a:cxnLst/>
                <a:rect l="l" t="t" r="r" b="b"/>
                <a:pathLst>
                  <a:path w="918395" h="59251" extrusionOk="0">
                    <a:moveTo>
                      <a:pt x="0" y="0"/>
                    </a:moveTo>
                    <a:lnTo>
                      <a:pt x="0" y="0"/>
                    </a:lnTo>
                    <a:cubicBezTo>
                      <a:pt x="0" y="32631"/>
                      <a:pt x="26620" y="59251"/>
                      <a:pt x="59251" y="59251"/>
                    </a:cubicBezTo>
                    <a:lnTo>
                      <a:pt x="859145" y="59251"/>
                    </a:lnTo>
                    <a:cubicBezTo>
                      <a:pt x="891776" y="59251"/>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9" name="Google Shape;299;p28"/>
              <p:cNvSpPr/>
              <p:nvPr/>
            </p:nvSpPr>
            <p:spPr>
              <a:xfrm>
                <a:off x="5378667" y="3363618"/>
                <a:ext cx="218792" cy="42094"/>
              </a:xfrm>
              <a:custGeom>
                <a:avLst/>
                <a:gdLst/>
                <a:ahLst/>
                <a:cxnLst/>
                <a:rect l="l" t="t" r="r" b="b"/>
                <a:pathLst>
                  <a:path w="383845" h="73849" extrusionOk="0">
                    <a:moveTo>
                      <a:pt x="0" y="0"/>
                    </a:moveTo>
                    <a:lnTo>
                      <a:pt x="0" y="0"/>
                    </a:lnTo>
                    <a:cubicBezTo>
                      <a:pt x="0" y="40789"/>
                      <a:pt x="33061" y="73850"/>
                      <a:pt x="73850" y="73850"/>
                    </a:cubicBezTo>
                    <a:lnTo>
                      <a:pt x="309996" y="73850"/>
                    </a:lnTo>
                    <a:cubicBezTo>
                      <a:pt x="350785" y="73850"/>
                      <a:pt x="383846" y="40789"/>
                      <a:pt x="383846" y="0"/>
                    </a:cubicBezTo>
                    <a:lnTo>
                      <a:pt x="38384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0" name="Google Shape;300;p28"/>
              <p:cNvSpPr/>
              <p:nvPr/>
            </p:nvSpPr>
            <p:spPr>
              <a:xfrm>
                <a:off x="4975669" y="3144637"/>
                <a:ext cx="356677" cy="116910"/>
              </a:xfrm>
              <a:custGeom>
                <a:avLst/>
                <a:gdLst/>
                <a:ahLst/>
                <a:cxnLst/>
                <a:rect l="l" t="t" r="r" b="b"/>
                <a:pathLst>
                  <a:path w="625749" h="205105" extrusionOk="0">
                    <a:moveTo>
                      <a:pt x="624891" y="429"/>
                    </a:moveTo>
                    <a:cubicBezTo>
                      <a:pt x="619739" y="3864"/>
                      <a:pt x="613728" y="5582"/>
                      <a:pt x="608146" y="8587"/>
                    </a:cubicBezTo>
                    <a:cubicBezTo>
                      <a:pt x="602994" y="11593"/>
                      <a:pt x="597842" y="14598"/>
                      <a:pt x="592689" y="18033"/>
                    </a:cubicBezTo>
                    <a:cubicBezTo>
                      <a:pt x="582385" y="24473"/>
                      <a:pt x="572510" y="30914"/>
                      <a:pt x="562205" y="37354"/>
                    </a:cubicBezTo>
                    <a:cubicBezTo>
                      <a:pt x="542454" y="50235"/>
                      <a:pt x="522275" y="62257"/>
                      <a:pt x="501665" y="74279"/>
                    </a:cubicBezTo>
                    <a:cubicBezTo>
                      <a:pt x="460876" y="98323"/>
                      <a:pt x="418799" y="119791"/>
                      <a:pt x="375434" y="138253"/>
                    </a:cubicBezTo>
                    <a:cubicBezTo>
                      <a:pt x="332928" y="156286"/>
                      <a:pt x="287845" y="172172"/>
                      <a:pt x="241904" y="178613"/>
                    </a:cubicBezTo>
                    <a:cubicBezTo>
                      <a:pt x="201545" y="184194"/>
                      <a:pt x="159468" y="183336"/>
                      <a:pt x="119967" y="173890"/>
                    </a:cubicBezTo>
                    <a:cubicBezTo>
                      <a:pt x="98928" y="169167"/>
                      <a:pt x="80466" y="162297"/>
                      <a:pt x="61574" y="151563"/>
                    </a:cubicBezTo>
                    <a:cubicBezTo>
                      <a:pt x="59427" y="150275"/>
                      <a:pt x="57280" y="148987"/>
                      <a:pt x="55563" y="147699"/>
                    </a:cubicBezTo>
                    <a:cubicBezTo>
                      <a:pt x="55133" y="147270"/>
                      <a:pt x="52128" y="145552"/>
                      <a:pt x="54275" y="146840"/>
                    </a:cubicBezTo>
                    <a:cubicBezTo>
                      <a:pt x="52987" y="145982"/>
                      <a:pt x="52128" y="145552"/>
                      <a:pt x="50840" y="144694"/>
                    </a:cubicBezTo>
                    <a:cubicBezTo>
                      <a:pt x="46546" y="141688"/>
                      <a:pt x="42253" y="138253"/>
                      <a:pt x="37959" y="134818"/>
                    </a:cubicBezTo>
                    <a:cubicBezTo>
                      <a:pt x="35812" y="133101"/>
                      <a:pt x="33666" y="131383"/>
                      <a:pt x="31948" y="129237"/>
                    </a:cubicBezTo>
                    <a:cubicBezTo>
                      <a:pt x="31519" y="128807"/>
                      <a:pt x="28943" y="126231"/>
                      <a:pt x="31090" y="128378"/>
                    </a:cubicBezTo>
                    <a:cubicBezTo>
                      <a:pt x="30231" y="127519"/>
                      <a:pt x="29372" y="126231"/>
                      <a:pt x="28084" y="125373"/>
                    </a:cubicBezTo>
                    <a:cubicBezTo>
                      <a:pt x="26796" y="124084"/>
                      <a:pt x="22502" y="119791"/>
                      <a:pt x="25078" y="122367"/>
                    </a:cubicBezTo>
                    <a:cubicBezTo>
                      <a:pt x="23361" y="120649"/>
                      <a:pt x="22073" y="118932"/>
                      <a:pt x="20356" y="117644"/>
                    </a:cubicBezTo>
                    <a:cubicBezTo>
                      <a:pt x="17780" y="115497"/>
                      <a:pt x="14774" y="114209"/>
                      <a:pt x="11768"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7" y="180330"/>
                      <a:pt x="84759" y="188488"/>
                      <a:pt x="104510" y="194070"/>
                    </a:cubicBezTo>
                    <a:cubicBezTo>
                      <a:pt x="144011" y="205662"/>
                      <a:pt x="186088" y="207380"/>
                      <a:pt x="226877" y="202657"/>
                    </a:cubicBezTo>
                    <a:cubicBezTo>
                      <a:pt x="274535"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8" y="6011"/>
                      <a:pt x="622315" y="2576"/>
                      <a:pt x="625750" y="0"/>
                    </a:cubicBezTo>
                    <a:cubicBezTo>
                      <a:pt x="625321" y="859"/>
                      <a:pt x="62489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1" name="Google Shape;301;p28"/>
              <p:cNvSpPr/>
              <p:nvPr/>
            </p:nvSpPr>
            <p:spPr>
              <a:xfrm>
                <a:off x="5299951" y="3185834"/>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2" name="Google Shape;302;p28"/>
              <p:cNvSpPr/>
              <p:nvPr/>
            </p:nvSpPr>
            <p:spPr>
              <a:xfrm>
                <a:off x="5248455" y="3222371"/>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3" name="Google Shape;303;p28"/>
              <p:cNvSpPr/>
              <p:nvPr/>
            </p:nvSpPr>
            <p:spPr>
              <a:xfrm>
                <a:off x="5196959" y="3257928"/>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4" name="Google Shape;304;p28"/>
              <p:cNvSpPr/>
              <p:nvPr/>
            </p:nvSpPr>
            <p:spPr>
              <a:xfrm>
                <a:off x="5128052" y="3276320"/>
                <a:ext cx="28878" cy="28878"/>
              </a:xfrm>
              <a:custGeom>
                <a:avLst/>
                <a:gdLst/>
                <a:ahLst/>
                <a:cxnLst/>
                <a:rect l="l" t="t" r="r" b="b"/>
                <a:pathLst>
                  <a:path w="50664" h="50664" extrusionOk="0">
                    <a:moveTo>
                      <a:pt x="50664" y="25332"/>
                    </a:moveTo>
                    <a:cubicBezTo>
                      <a:pt x="50664" y="39323"/>
                      <a:pt x="39323" y="50664"/>
                      <a:pt x="25332" y="50664"/>
                    </a:cubicBezTo>
                    <a:cubicBezTo>
                      <a:pt x="11342" y="50664"/>
                      <a:pt x="0" y="39323"/>
                      <a:pt x="0" y="25332"/>
                    </a:cubicBezTo>
                    <a:cubicBezTo>
                      <a:pt x="0" y="11342"/>
                      <a:pt x="11342"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5" name="Google Shape;305;p28"/>
              <p:cNvSpPr/>
              <p:nvPr/>
            </p:nvSpPr>
            <p:spPr>
              <a:xfrm>
                <a:off x="5015965" y="3137125"/>
                <a:ext cx="133155" cy="160727"/>
              </a:xfrm>
              <a:custGeom>
                <a:avLst/>
                <a:gdLst/>
                <a:ahLst/>
                <a:cxnLst/>
                <a:rect l="l" t="t" r="r" b="b"/>
                <a:pathLst>
                  <a:path w="233606" h="281977" extrusionOk="0">
                    <a:moveTo>
                      <a:pt x="6905" y="93871"/>
                    </a:moveTo>
                    <a:cubicBezTo>
                      <a:pt x="13346" y="92583"/>
                      <a:pt x="14634" y="89148"/>
                      <a:pt x="16351" y="83137"/>
                    </a:cubicBezTo>
                    <a:cubicBezTo>
                      <a:pt x="18498" y="76267"/>
                      <a:pt x="19786" y="69397"/>
                      <a:pt x="22792" y="62528"/>
                    </a:cubicBezTo>
                    <a:cubicBezTo>
                      <a:pt x="25368" y="56517"/>
                      <a:pt x="27944" y="50506"/>
                      <a:pt x="31379" y="44495"/>
                    </a:cubicBezTo>
                    <a:cubicBezTo>
                      <a:pt x="34814" y="37625"/>
                      <a:pt x="38678" y="32902"/>
                      <a:pt x="45118"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39" y="58663"/>
                      <a:pt x="158039" y="58663"/>
                    </a:cubicBezTo>
                    <a:cubicBezTo>
                      <a:pt x="158898" y="59951"/>
                      <a:pt x="160186" y="61240"/>
                      <a:pt x="161045" y="62957"/>
                    </a:cubicBezTo>
                    <a:cubicBezTo>
                      <a:pt x="165338" y="68968"/>
                      <a:pt x="169203" y="75408"/>
                      <a:pt x="172638" y="81849"/>
                    </a:cubicBezTo>
                    <a:cubicBezTo>
                      <a:pt x="171349" y="79702"/>
                      <a:pt x="174355" y="84854"/>
                      <a:pt x="173926" y="84425"/>
                    </a:cubicBezTo>
                    <a:cubicBezTo>
                      <a:pt x="174784" y="86142"/>
                      <a:pt x="175643" y="87860"/>
                      <a:pt x="176072" y="89148"/>
                    </a:cubicBezTo>
                    <a:cubicBezTo>
                      <a:pt x="177790" y="92583"/>
                      <a:pt x="179078" y="95588"/>
                      <a:pt x="180366" y="99023"/>
                    </a:cubicBezTo>
                    <a:cubicBezTo>
                      <a:pt x="183372"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5"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3"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2" y="12722"/>
                      <a:pt x="30091" y="17445"/>
                      <a:pt x="24080" y="23027"/>
                    </a:cubicBezTo>
                    <a:cubicBezTo>
                      <a:pt x="18069" y="28608"/>
                      <a:pt x="12487" y="34190"/>
                      <a:pt x="8623" y="41489"/>
                    </a:cubicBezTo>
                    <a:cubicBezTo>
                      <a:pt x="4759" y="49217"/>
                      <a:pt x="2612" y="58234"/>
                      <a:pt x="895" y="66392"/>
                    </a:cubicBezTo>
                    <a:cubicBezTo>
                      <a:pt x="-1252" y="76267"/>
                      <a:pt x="465" y="83996"/>
                      <a:pt x="6047" y="92153"/>
                    </a:cubicBezTo>
                    <a:cubicBezTo>
                      <a:pt x="6047" y="93871"/>
                      <a:pt x="6476" y="93871"/>
                      <a:pt x="6905" y="93871"/>
                    </a:cubicBezTo>
                    <a:lnTo>
                      <a:pt x="6905"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6" name="Google Shape;306;p28"/>
              <p:cNvSpPr/>
              <p:nvPr/>
            </p:nvSpPr>
            <p:spPr>
              <a:xfrm>
                <a:off x="5096110" y="3113507"/>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5" y="44630"/>
                      <a:pt x="37036" y="32178"/>
                      <a:pt x="48200" y="24879"/>
                    </a:cubicBezTo>
                    <a:cubicBezTo>
                      <a:pt x="70956" y="9422"/>
                      <a:pt x="101869"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89" y="225389"/>
                      <a:pt x="222089" y="207356"/>
                      <a:pt x="220801" y="189753"/>
                    </a:cubicBezTo>
                    <a:cubicBezTo>
                      <a:pt x="218225" y="155404"/>
                      <a:pt x="210926" y="120626"/>
                      <a:pt x="195899" y="89283"/>
                    </a:cubicBezTo>
                    <a:cubicBezTo>
                      <a:pt x="181300" y="59228"/>
                      <a:pt x="161550" y="31749"/>
                      <a:pt x="131924" y="15004"/>
                    </a:cubicBezTo>
                    <a:cubicBezTo>
                      <a:pt x="107022" y="406"/>
                      <a:pt x="74820" y="-5605"/>
                      <a:pt x="47341" y="6417"/>
                    </a:cubicBezTo>
                    <a:cubicBezTo>
                      <a:pt x="39612"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7" name="Google Shape;307;p28"/>
              <p:cNvSpPr/>
              <p:nvPr/>
            </p:nvSpPr>
            <p:spPr>
              <a:xfrm>
                <a:off x="5156694" y="3077947"/>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8" y="233552"/>
                      <a:pt x="213046" y="216807"/>
                      <a:pt x="212616" y="199633"/>
                    </a:cubicBezTo>
                    <a:cubicBezTo>
                      <a:pt x="212187" y="163996"/>
                      <a:pt x="207035" y="128359"/>
                      <a:pt x="193725" y="95299"/>
                    </a:cubicBezTo>
                    <a:cubicBezTo>
                      <a:pt x="181273" y="64814"/>
                      <a:pt x="162811" y="37765"/>
                      <a:pt x="135332" y="18873"/>
                    </a:cubicBezTo>
                    <a:cubicBezTo>
                      <a:pt x="110859"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3949"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8" name="Google Shape;308;p28"/>
              <p:cNvSpPr/>
              <p:nvPr/>
            </p:nvSpPr>
            <p:spPr>
              <a:xfrm>
                <a:off x="5306024" y="3192209"/>
                <a:ext cx="43931" cy="123453"/>
              </a:xfrm>
              <a:custGeom>
                <a:avLst/>
                <a:gdLst/>
                <a:ahLst/>
                <a:cxnLst/>
                <a:rect l="l" t="t" r="r" b="b"/>
                <a:pathLst>
                  <a:path w="77072" h="216584" extrusionOk="0">
                    <a:moveTo>
                      <a:pt x="4824" y="17174"/>
                    </a:moveTo>
                    <a:cubicBezTo>
                      <a:pt x="5682" y="17604"/>
                      <a:pt x="9117" y="19751"/>
                      <a:pt x="9117" y="19751"/>
                    </a:cubicBezTo>
                    <a:cubicBezTo>
                      <a:pt x="10406" y="21039"/>
                      <a:pt x="10835" y="21039"/>
                      <a:pt x="9547" y="20180"/>
                    </a:cubicBezTo>
                    <a:cubicBezTo>
                      <a:pt x="9976" y="21039"/>
                      <a:pt x="10835" y="21897"/>
                      <a:pt x="11694" y="22756"/>
                    </a:cubicBezTo>
                    <a:cubicBezTo>
                      <a:pt x="15128" y="26620"/>
                      <a:pt x="10406" y="20180"/>
                      <a:pt x="12552" y="24044"/>
                    </a:cubicBezTo>
                    <a:cubicBezTo>
                      <a:pt x="13411" y="25761"/>
                      <a:pt x="13840" y="25761"/>
                      <a:pt x="12982" y="24473"/>
                    </a:cubicBezTo>
                    <a:cubicBezTo>
                      <a:pt x="13411" y="25332"/>
                      <a:pt x="13840" y="26620"/>
                      <a:pt x="14699" y="27479"/>
                    </a:cubicBezTo>
                    <a:cubicBezTo>
                      <a:pt x="18563" y="35207"/>
                      <a:pt x="22427" y="42507"/>
                      <a:pt x="25862" y="50235"/>
                    </a:cubicBezTo>
                    <a:cubicBezTo>
                      <a:pt x="32303" y="66121"/>
                      <a:pt x="37025" y="81149"/>
                      <a:pt x="40890" y="99182"/>
                    </a:cubicBezTo>
                    <a:cubicBezTo>
                      <a:pt x="44754" y="116785"/>
                      <a:pt x="47759" y="134818"/>
                      <a:pt x="50336" y="152852"/>
                    </a:cubicBezTo>
                    <a:cubicBezTo>
                      <a:pt x="51624" y="162297"/>
                      <a:pt x="53771" y="171314"/>
                      <a:pt x="55059" y="181189"/>
                    </a:cubicBezTo>
                    <a:cubicBezTo>
                      <a:pt x="55488" y="185483"/>
                      <a:pt x="55917" y="190635"/>
                      <a:pt x="57205" y="194929"/>
                    </a:cubicBezTo>
                    <a:cubicBezTo>
                      <a:pt x="58493" y="200510"/>
                      <a:pt x="60640" y="206092"/>
                      <a:pt x="62358" y="211674"/>
                    </a:cubicBezTo>
                    <a:cubicBezTo>
                      <a:pt x="62787" y="212962"/>
                      <a:pt x="67510" y="218972"/>
                      <a:pt x="68798" y="215538"/>
                    </a:cubicBezTo>
                    <a:cubicBezTo>
                      <a:pt x="70086" y="212532"/>
                      <a:pt x="71374" y="209956"/>
                      <a:pt x="72662" y="206950"/>
                    </a:cubicBezTo>
                    <a:cubicBezTo>
                      <a:pt x="74380" y="203086"/>
                      <a:pt x="74809" y="198793"/>
                      <a:pt x="74809" y="194929"/>
                    </a:cubicBezTo>
                    <a:cubicBezTo>
                      <a:pt x="75238" y="191064"/>
                      <a:pt x="75238" y="187629"/>
                      <a:pt x="75668" y="183765"/>
                    </a:cubicBezTo>
                    <a:cubicBezTo>
                      <a:pt x="76097" y="179901"/>
                      <a:pt x="76956" y="176037"/>
                      <a:pt x="76956" y="172173"/>
                    </a:cubicBezTo>
                    <a:cubicBezTo>
                      <a:pt x="77385" y="164444"/>
                      <a:pt x="76526" y="155857"/>
                      <a:pt x="76097" y="148128"/>
                    </a:cubicBezTo>
                    <a:cubicBezTo>
                      <a:pt x="75668" y="139112"/>
                      <a:pt x="73950" y="129666"/>
                      <a:pt x="72233" y="120650"/>
                    </a:cubicBezTo>
                    <a:cubicBezTo>
                      <a:pt x="66222" y="86301"/>
                      <a:pt x="55059" y="50235"/>
                      <a:pt x="35308" y="21468"/>
                    </a:cubicBezTo>
                    <a:cubicBezTo>
                      <a:pt x="29297" y="12451"/>
                      <a:pt x="19851" y="859"/>
                      <a:pt x="8259" y="0"/>
                    </a:cubicBezTo>
                    <a:cubicBezTo>
                      <a:pt x="-1617" y="0"/>
                      <a:pt x="-2475" y="12881"/>
                      <a:pt x="4824" y="17174"/>
                    </a:cubicBezTo>
                    <a:lnTo>
                      <a:pt x="4824" y="171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9" name="Google Shape;309;p28"/>
              <p:cNvSpPr/>
              <p:nvPr/>
            </p:nvSpPr>
            <p:spPr>
              <a:xfrm>
                <a:off x="5477866" y="3216556"/>
                <a:ext cx="374068" cy="110244"/>
              </a:xfrm>
              <a:custGeom>
                <a:avLst/>
                <a:gdLst/>
                <a:ahLst/>
                <a:cxnLst/>
                <a:rect l="l" t="t" r="r" b="b"/>
                <a:pathLst>
                  <a:path w="656260" h="193411" extrusionOk="0">
                    <a:moveTo>
                      <a:pt x="26822" y="53118"/>
                    </a:moveTo>
                    <a:cubicBezTo>
                      <a:pt x="33262" y="53118"/>
                      <a:pt x="368161" y="-74830"/>
                      <a:pt x="656261" y="66428"/>
                    </a:cubicBezTo>
                    <a:cubicBezTo>
                      <a:pt x="656261" y="66428"/>
                      <a:pt x="162928" y="214128"/>
                      <a:pt x="56448" y="190942"/>
                    </a:cubicBezTo>
                    <a:cubicBezTo>
                      <a:pt x="-50033" y="167757"/>
                      <a:pt x="26822" y="53118"/>
                      <a:pt x="26822"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0" name="Google Shape;310;p28"/>
              <p:cNvSpPr/>
              <p:nvPr/>
            </p:nvSpPr>
            <p:spPr>
              <a:xfrm>
                <a:off x="5067110" y="3117161"/>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19906"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1" name="Google Shape;311;p28"/>
              <p:cNvSpPr/>
              <p:nvPr/>
            </p:nvSpPr>
            <p:spPr>
              <a:xfrm>
                <a:off x="5715355" y="3280979"/>
                <a:ext cx="160378" cy="195053"/>
              </a:xfrm>
              <a:custGeom>
                <a:avLst/>
                <a:gdLst/>
                <a:ahLst/>
                <a:cxnLst/>
                <a:rect l="l" t="t" r="r" b="b"/>
                <a:pathLst>
                  <a:path w="281365" h="342198" extrusionOk="0">
                    <a:moveTo>
                      <a:pt x="0" y="342198"/>
                    </a:moveTo>
                    <a:lnTo>
                      <a:pt x="240870" y="342198"/>
                    </a:lnTo>
                    <a:cubicBezTo>
                      <a:pt x="303556" y="193211"/>
                      <a:pt x="279941" y="65262"/>
                      <a:pt x="259332" y="0"/>
                    </a:cubicBezTo>
                    <a:cubicBezTo>
                      <a:pt x="125372" y="47659"/>
                      <a:pt x="41218" y="194070"/>
                      <a:pt x="0" y="34219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2" name="Google Shape;312;p28"/>
              <p:cNvSpPr/>
              <p:nvPr/>
            </p:nvSpPr>
            <p:spPr>
              <a:xfrm>
                <a:off x="5258019" y="3117172"/>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708" y="395438"/>
                      <a:pt x="185053"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3" name="Google Shape;313;p28"/>
              <p:cNvSpPr/>
              <p:nvPr/>
            </p:nvSpPr>
            <p:spPr>
              <a:xfrm>
                <a:off x="5068218" y="3485002"/>
                <a:ext cx="523486" cy="33773"/>
              </a:xfrm>
              <a:custGeom>
                <a:avLst/>
                <a:gdLst/>
                <a:ahLst/>
                <a:cxnLst/>
                <a:rect l="l" t="t" r="r" b="b"/>
                <a:pathLst>
                  <a:path w="918396" h="59251" extrusionOk="0">
                    <a:moveTo>
                      <a:pt x="0" y="0"/>
                    </a:moveTo>
                    <a:lnTo>
                      <a:pt x="0" y="0"/>
                    </a:lnTo>
                    <a:cubicBezTo>
                      <a:pt x="0" y="32631"/>
                      <a:pt x="26620" y="59252"/>
                      <a:pt x="59251" y="59252"/>
                    </a:cubicBezTo>
                    <a:lnTo>
                      <a:pt x="859145" y="59252"/>
                    </a:lnTo>
                    <a:cubicBezTo>
                      <a:pt x="891776" y="59252"/>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4" name="Google Shape;314;p28"/>
              <p:cNvSpPr/>
              <p:nvPr/>
            </p:nvSpPr>
            <p:spPr>
              <a:xfrm>
                <a:off x="5630509" y="3476420"/>
                <a:ext cx="218792" cy="42094"/>
              </a:xfrm>
              <a:custGeom>
                <a:avLst/>
                <a:gdLst/>
                <a:ahLst/>
                <a:cxnLst/>
                <a:rect l="l" t="t" r="r" b="b"/>
                <a:pathLst>
                  <a:path w="383845" h="73849" extrusionOk="0">
                    <a:moveTo>
                      <a:pt x="0" y="0"/>
                    </a:moveTo>
                    <a:lnTo>
                      <a:pt x="0" y="0"/>
                    </a:lnTo>
                    <a:cubicBezTo>
                      <a:pt x="0" y="40789"/>
                      <a:pt x="33061" y="73849"/>
                      <a:pt x="73850" y="73849"/>
                    </a:cubicBezTo>
                    <a:lnTo>
                      <a:pt x="309996" y="73849"/>
                    </a:lnTo>
                    <a:cubicBezTo>
                      <a:pt x="350785" y="73849"/>
                      <a:pt x="383846" y="40789"/>
                      <a:pt x="383846" y="0"/>
                    </a:cubicBezTo>
                    <a:lnTo>
                      <a:pt x="383846" y="0"/>
                    </a:ln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5" name="Google Shape;315;p28"/>
              <p:cNvSpPr/>
              <p:nvPr/>
            </p:nvSpPr>
            <p:spPr>
              <a:xfrm>
                <a:off x="5227511" y="3257438"/>
                <a:ext cx="356678" cy="116910"/>
              </a:xfrm>
              <a:custGeom>
                <a:avLst/>
                <a:gdLst/>
                <a:ahLst/>
                <a:cxnLst/>
                <a:rect l="l" t="t" r="r" b="b"/>
                <a:pathLst>
                  <a:path w="625750" h="205105" extrusionOk="0">
                    <a:moveTo>
                      <a:pt x="624891" y="429"/>
                    </a:moveTo>
                    <a:cubicBezTo>
                      <a:pt x="619739" y="3864"/>
                      <a:pt x="613728" y="5582"/>
                      <a:pt x="608146" y="8587"/>
                    </a:cubicBezTo>
                    <a:cubicBezTo>
                      <a:pt x="602994" y="11593"/>
                      <a:pt x="597842" y="14598"/>
                      <a:pt x="592690" y="18033"/>
                    </a:cubicBezTo>
                    <a:cubicBezTo>
                      <a:pt x="582385" y="24473"/>
                      <a:pt x="572510" y="30914"/>
                      <a:pt x="562205" y="37354"/>
                    </a:cubicBezTo>
                    <a:cubicBezTo>
                      <a:pt x="542455" y="50235"/>
                      <a:pt x="522275" y="62257"/>
                      <a:pt x="501666" y="74279"/>
                    </a:cubicBezTo>
                    <a:cubicBezTo>
                      <a:pt x="460877" y="98323"/>
                      <a:pt x="418800" y="119791"/>
                      <a:pt x="375435" y="138253"/>
                    </a:cubicBezTo>
                    <a:cubicBezTo>
                      <a:pt x="332928" y="156286"/>
                      <a:pt x="287846" y="172172"/>
                      <a:pt x="241904" y="178613"/>
                    </a:cubicBezTo>
                    <a:cubicBezTo>
                      <a:pt x="201545" y="184194"/>
                      <a:pt x="159467" y="183336"/>
                      <a:pt x="119967" y="173890"/>
                    </a:cubicBezTo>
                    <a:cubicBezTo>
                      <a:pt x="98928" y="169167"/>
                      <a:pt x="80466" y="162297"/>
                      <a:pt x="61574" y="151563"/>
                    </a:cubicBezTo>
                    <a:cubicBezTo>
                      <a:pt x="59427" y="150275"/>
                      <a:pt x="57280" y="148987"/>
                      <a:pt x="55563" y="147699"/>
                    </a:cubicBezTo>
                    <a:cubicBezTo>
                      <a:pt x="55134" y="147270"/>
                      <a:pt x="52128" y="145552"/>
                      <a:pt x="54275" y="146840"/>
                    </a:cubicBezTo>
                    <a:cubicBezTo>
                      <a:pt x="52987" y="145982"/>
                      <a:pt x="52128" y="145552"/>
                      <a:pt x="50840" y="144694"/>
                    </a:cubicBezTo>
                    <a:cubicBezTo>
                      <a:pt x="46546" y="141688"/>
                      <a:pt x="42253" y="138253"/>
                      <a:pt x="37959" y="134818"/>
                    </a:cubicBezTo>
                    <a:cubicBezTo>
                      <a:pt x="35813" y="133101"/>
                      <a:pt x="33666" y="131383"/>
                      <a:pt x="31948" y="129237"/>
                    </a:cubicBezTo>
                    <a:cubicBezTo>
                      <a:pt x="31519" y="128807"/>
                      <a:pt x="28943" y="126231"/>
                      <a:pt x="31090" y="128378"/>
                    </a:cubicBezTo>
                    <a:cubicBezTo>
                      <a:pt x="30231" y="127519"/>
                      <a:pt x="29372" y="126231"/>
                      <a:pt x="28084" y="125373"/>
                    </a:cubicBezTo>
                    <a:cubicBezTo>
                      <a:pt x="26796" y="124084"/>
                      <a:pt x="22503" y="119791"/>
                      <a:pt x="25079" y="122367"/>
                    </a:cubicBezTo>
                    <a:cubicBezTo>
                      <a:pt x="23361" y="120649"/>
                      <a:pt x="22073" y="118932"/>
                      <a:pt x="20356" y="117644"/>
                    </a:cubicBezTo>
                    <a:cubicBezTo>
                      <a:pt x="17779" y="115497"/>
                      <a:pt x="14774" y="114209"/>
                      <a:pt x="11769"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8" y="180330"/>
                      <a:pt x="84759" y="188488"/>
                      <a:pt x="104510" y="194070"/>
                    </a:cubicBezTo>
                    <a:cubicBezTo>
                      <a:pt x="144011" y="205662"/>
                      <a:pt x="186088" y="207380"/>
                      <a:pt x="226877" y="202657"/>
                    </a:cubicBezTo>
                    <a:cubicBezTo>
                      <a:pt x="274536"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9" y="6011"/>
                      <a:pt x="622315" y="2576"/>
                      <a:pt x="625750" y="0"/>
                    </a:cubicBezTo>
                    <a:cubicBezTo>
                      <a:pt x="625750" y="859"/>
                      <a:pt x="62532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6" name="Google Shape;316;p28"/>
              <p:cNvSpPr/>
              <p:nvPr/>
            </p:nvSpPr>
            <p:spPr>
              <a:xfrm>
                <a:off x="5551794" y="3298635"/>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7" name="Google Shape;317;p28"/>
              <p:cNvSpPr/>
              <p:nvPr/>
            </p:nvSpPr>
            <p:spPr>
              <a:xfrm>
                <a:off x="5500297" y="3335173"/>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8" name="Google Shape;318;p28"/>
              <p:cNvSpPr/>
              <p:nvPr/>
            </p:nvSpPr>
            <p:spPr>
              <a:xfrm>
                <a:off x="5448801" y="3370730"/>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9" name="Google Shape;319;p28"/>
              <p:cNvSpPr/>
              <p:nvPr/>
            </p:nvSpPr>
            <p:spPr>
              <a:xfrm>
                <a:off x="5380139" y="3389121"/>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0" name="Google Shape;320;p28"/>
              <p:cNvSpPr/>
              <p:nvPr/>
            </p:nvSpPr>
            <p:spPr>
              <a:xfrm>
                <a:off x="5267807" y="3249927"/>
                <a:ext cx="133155" cy="160727"/>
              </a:xfrm>
              <a:custGeom>
                <a:avLst/>
                <a:gdLst/>
                <a:ahLst/>
                <a:cxnLst/>
                <a:rect l="l" t="t" r="r" b="b"/>
                <a:pathLst>
                  <a:path w="233606" h="281977" extrusionOk="0">
                    <a:moveTo>
                      <a:pt x="6906" y="93871"/>
                    </a:moveTo>
                    <a:cubicBezTo>
                      <a:pt x="13346" y="92583"/>
                      <a:pt x="14634" y="89148"/>
                      <a:pt x="16352" y="83137"/>
                    </a:cubicBezTo>
                    <a:cubicBezTo>
                      <a:pt x="18498" y="76267"/>
                      <a:pt x="19786" y="69397"/>
                      <a:pt x="22792" y="62528"/>
                    </a:cubicBezTo>
                    <a:cubicBezTo>
                      <a:pt x="25368" y="56517"/>
                      <a:pt x="27944" y="50506"/>
                      <a:pt x="31379" y="44495"/>
                    </a:cubicBezTo>
                    <a:cubicBezTo>
                      <a:pt x="34814" y="37625"/>
                      <a:pt x="38678" y="32902"/>
                      <a:pt x="45119"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40" y="58663"/>
                      <a:pt x="158040" y="58663"/>
                    </a:cubicBezTo>
                    <a:cubicBezTo>
                      <a:pt x="158898" y="59951"/>
                      <a:pt x="160186" y="61240"/>
                      <a:pt x="161045" y="62957"/>
                    </a:cubicBezTo>
                    <a:cubicBezTo>
                      <a:pt x="165339" y="68968"/>
                      <a:pt x="169203" y="75408"/>
                      <a:pt x="172638" y="81849"/>
                    </a:cubicBezTo>
                    <a:cubicBezTo>
                      <a:pt x="171350" y="79702"/>
                      <a:pt x="174355" y="84854"/>
                      <a:pt x="173926" y="84425"/>
                    </a:cubicBezTo>
                    <a:cubicBezTo>
                      <a:pt x="174784" y="86142"/>
                      <a:pt x="175643" y="87860"/>
                      <a:pt x="176073" y="89148"/>
                    </a:cubicBezTo>
                    <a:cubicBezTo>
                      <a:pt x="177790" y="92583"/>
                      <a:pt x="179078" y="95588"/>
                      <a:pt x="180366" y="99023"/>
                    </a:cubicBezTo>
                    <a:cubicBezTo>
                      <a:pt x="183371"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6"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4"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3" y="12722"/>
                      <a:pt x="30091" y="17445"/>
                      <a:pt x="24080" y="23027"/>
                    </a:cubicBezTo>
                    <a:cubicBezTo>
                      <a:pt x="18069" y="28608"/>
                      <a:pt x="12487" y="34190"/>
                      <a:pt x="8623" y="41489"/>
                    </a:cubicBezTo>
                    <a:cubicBezTo>
                      <a:pt x="4759" y="49217"/>
                      <a:pt x="2612" y="58234"/>
                      <a:pt x="894" y="66392"/>
                    </a:cubicBezTo>
                    <a:cubicBezTo>
                      <a:pt x="-1252" y="76267"/>
                      <a:pt x="465" y="83996"/>
                      <a:pt x="6047" y="92153"/>
                    </a:cubicBezTo>
                    <a:cubicBezTo>
                      <a:pt x="6476" y="93442"/>
                      <a:pt x="6476" y="93871"/>
                      <a:pt x="6906" y="93871"/>
                    </a:cubicBezTo>
                    <a:lnTo>
                      <a:pt x="6906"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1" name="Google Shape;321;p28"/>
              <p:cNvSpPr/>
              <p:nvPr/>
            </p:nvSpPr>
            <p:spPr>
              <a:xfrm>
                <a:off x="5348196" y="3226308"/>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6" y="44630"/>
                      <a:pt x="37036" y="32178"/>
                      <a:pt x="48200" y="24879"/>
                    </a:cubicBezTo>
                    <a:cubicBezTo>
                      <a:pt x="70956" y="9422"/>
                      <a:pt x="101870"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90" y="225389"/>
                      <a:pt x="222090" y="207356"/>
                      <a:pt x="220801" y="189753"/>
                    </a:cubicBezTo>
                    <a:cubicBezTo>
                      <a:pt x="218225" y="155404"/>
                      <a:pt x="210926" y="120626"/>
                      <a:pt x="195899" y="89283"/>
                    </a:cubicBezTo>
                    <a:cubicBezTo>
                      <a:pt x="181301" y="59228"/>
                      <a:pt x="161550" y="31749"/>
                      <a:pt x="131925" y="15004"/>
                    </a:cubicBezTo>
                    <a:cubicBezTo>
                      <a:pt x="107022" y="406"/>
                      <a:pt x="74820" y="-5605"/>
                      <a:pt x="47341" y="6417"/>
                    </a:cubicBezTo>
                    <a:cubicBezTo>
                      <a:pt x="39613"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2" name="Google Shape;322;p28"/>
              <p:cNvSpPr/>
              <p:nvPr/>
            </p:nvSpPr>
            <p:spPr>
              <a:xfrm>
                <a:off x="5408537" y="3190749"/>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7" y="233552"/>
                      <a:pt x="213046" y="216807"/>
                      <a:pt x="212616" y="199633"/>
                    </a:cubicBezTo>
                    <a:cubicBezTo>
                      <a:pt x="212187" y="163996"/>
                      <a:pt x="207035" y="128359"/>
                      <a:pt x="193725" y="95299"/>
                    </a:cubicBezTo>
                    <a:cubicBezTo>
                      <a:pt x="181273" y="64814"/>
                      <a:pt x="162811" y="37765"/>
                      <a:pt x="135332" y="18873"/>
                    </a:cubicBezTo>
                    <a:cubicBezTo>
                      <a:pt x="110858"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4378"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3" name="Google Shape;323;p28"/>
              <p:cNvSpPr/>
              <p:nvPr/>
            </p:nvSpPr>
            <p:spPr>
              <a:xfrm>
                <a:off x="5558031" y="3305250"/>
                <a:ext cx="44011" cy="123214"/>
              </a:xfrm>
              <a:custGeom>
                <a:avLst/>
                <a:gdLst/>
                <a:ahLst/>
                <a:cxnLst/>
                <a:rect l="l" t="t" r="r" b="b"/>
                <a:pathLst>
                  <a:path w="77212" h="216165" extrusionOk="0">
                    <a:moveTo>
                      <a:pt x="4964" y="16755"/>
                    </a:moveTo>
                    <a:cubicBezTo>
                      <a:pt x="5822" y="17185"/>
                      <a:pt x="9257" y="19332"/>
                      <a:pt x="9257" y="19332"/>
                    </a:cubicBezTo>
                    <a:cubicBezTo>
                      <a:pt x="10546" y="20620"/>
                      <a:pt x="10975" y="20620"/>
                      <a:pt x="9687" y="19761"/>
                    </a:cubicBezTo>
                    <a:cubicBezTo>
                      <a:pt x="10116" y="20620"/>
                      <a:pt x="10975" y="21478"/>
                      <a:pt x="11834" y="22337"/>
                    </a:cubicBezTo>
                    <a:cubicBezTo>
                      <a:pt x="15268" y="26201"/>
                      <a:pt x="10546" y="19761"/>
                      <a:pt x="12692" y="23625"/>
                    </a:cubicBezTo>
                    <a:cubicBezTo>
                      <a:pt x="13551" y="25342"/>
                      <a:pt x="13980" y="25342"/>
                      <a:pt x="13122" y="24054"/>
                    </a:cubicBezTo>
                    <a:cubicBezTo>
                      <a:pt x="13551" y="24913"/>
                      <a:pt x="13980" y="26201"/>
                      <a:pt x="14839" y="27060"/>
                    </a:cubicBezTo>
                    <a:cubicBezTo>
                      <a:pt x="18703" y="34788"/>
                      <a:pt x="22567" y="42087"/>
                      <a:pt x="26002" y="49816"/>
                    </a:cubicBezTo>
                    <a:cubicBezTo>
                      <a:pt x="32443" y="65702"/>
                      <a:pt x="37166" y="80730"/>
                      <a:pt x="41030" y="98763"/>
                    </a:cubicBezTo>
                    <a:cubicBezTo>
                      <a:pt x="44894" y="116366"/>
                      <a:pt x="47900" y="134399"/>
                      <a:pt x="50476" y="152432"/>
                    </a:cubicBezTo>
                    <a:cubicBezTo>
                      <a:pt x="51764" y="161878"/>
                      <a:pt x="53911" y="170895"/>
                      <a:pt x="55199" y="180770"/>
                    </a:cubicBezTo>
                    <a:cubicBezTo>
                      <a:pt x="55628" y="185064"/>
                      <a:pt x="56057" y="190216"/>
                      <a:pt x="57345" y="194509"/>
                    </a:cubicBezTo>
                    <a:cubicBezTo>
                      <a:pt x="58634" y="200091"/>
                      <a:pt x="60780" y="205673"/>
                      <a:pt x="62498" y="211255"/>
                    </a:cubicBezTo>
                    <a:cubicBezTo>
                      <a:pt x="62927" y="212543"/>
                      <a:pt x="67650" y="218553"/>
                      <a:pt x="68938" y="215119"/>
                    </a:cubicBezTo>
                    <a:cubicBezTo>
                      <a:pt x="70226" y="212113"/>
                      <a:pt x="71514" y="209537"/>
                      <a:pt x="72802" y="206531"/>
                    </a:cubicBezTo>
                    <a:cubicBezTo>
                      <a:pt x="74520" y="202667"/>
                      <a:pt x="74949" y="198374"/>
                      <a:pt x="74949" y="194509"/>
                    </a:cubicBezTo>
                    <a:cubicBezTo>
                      <a:pt x="75378" y="190645"/>
                      <a:pt x="75378" y="187210"/>
                      <a:pt x="75808" y="183346"/>
                    </a:cubicBezTo>
                    <a:cubicBezTo>
                      <a:pt x="76237" y="179482"/>
                      <a:pt x="77096" y="175618"/>
                      <a:pt x="77096" y="171754"/>
                    </a:cubicBezTo>
                    <a:cubicBezTo>
                      <a:pt x="77525" y="164025"/>
                      <a:pt x="76666" y="155438"/>
                      <a:pt x="76237" y="147709"/>
                    </a:cubicBezTo>
                    <a:cubicBezTo>
                      <a:pt x="75808" y="138693"/>
                      <a:pt x="74090" y="129247"/>
                      <a:pt x="72373" y="120231"/>
                    </a:cubicBezTo>
                    <a:cubicBezTo>
                      <a:pt x="66362" y="85882"/>
                      <a:pt x="55199" y="49816"/>
                      <a:pt x="35448" y="21049"/>
                    </a:cubicBezTo>
                    <a:cubicBezTo>
                      <a:pt x="29437" y="12032"/>
                      <a:pt x="19991" y="440"/>
                      <a:pt x="8399" y="10"/>
                    </a:cubicBezTo>
                    <a:cubicBezTo>
                      <a:pt x="-1906" y="-419"/>
                      <a:pt x="-2335" y="12462"/>
                      <a:pt x="4964" y="16755"/>
                    </a:cubicBezTo>
                    <a:lnTo>
                      <a:pt x="4964" y="16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2" name="Google Shape;261;p28">
            <a:extLst>
              <a:ext uri="{FF2B5EF4-FFF2-40B4-BE49-F238E27FC236}">
                <a16:creationId xmlns:a16="http://schemas.microsoft.com/office/drawing/2014/main" id="{0E400C8A-9057-227B-B8F6-A5AC8754B5B6}"/>
              </a:ext>
            </a:extLst>
          </p:cNvPr>
          <p:cNvSpPr txBox="1">
            <a:spLocks/>
          </p:cNvSpPr>
          <p:nvPr/>
        </p:nvSpPr>
        <p:spPr>
          <a:xfrm>
            <a:off x="756563" y="1268772"/>
            <a:ext cx="3484402" cy="274286"/>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1200"/>
              <a:buFont typeface="Inter"/>
              <a:buNone/>
              <a:defRPr sz="1600" b="0" i="0" u="none" strike="noStrike" cap="none">
                <a:solidFill>
                  <a:schemeClr val="dk1"/>
                </a:solidFill>
                <a:latin typeface="Inter"/>
                <a:ea typeface="Inter"/>
                <a:cs typeface="Inter"/>
                <a:sym typeface="Inter"/>
              </a:defRPr>
            </a:lvl1pPr>
            <a:lvl2pPr marL="914400" marR="0" lvl="1"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2pPr>
            <a:lvl3pPr marL="1371600" marR="0" lvl="2"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3pPr>
            <a:lvl4pPr marL="1828800" marR="0" lvl="3"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4pPr>
            <a:lvl5pPr marL="2286000" marR="0" lvl="4"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5pPr>
            <a:lvl6pPr marL="2743200" marR="0" lvl="5"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6pPr>
            <a:lvl7pPr marL="3200400" marR="0" lvl="6"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7pPr>
            <a:lvl8pPr marL="3657600" marR="0" lvl="7"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8pPr>
            <a:lvl9pPr marL="4114800" marR="0" lvl="8" indent="-304800" algn="ctr" rtl="0">
              <a:lnSpc>
                <a:spcPct val="100000"/>
              </a:lnSpc>
              <a:spcBef>
                <a:spcPts val="0"/>
              </a:spcBef>
              <a:spcAft>
                <a:spcPts val="0"/>
              </a:spcAft>
              <a:buClr>
                <a:schemeClr val="dk1"/>
              </a:buClr>
              <a:buSzPts val="1800"/>
              <a:buFont typeface="Inter"/>
              <a:buNone/>
              <a:defRPr sz="1800" b="0" i="0" u="none" strike="noStrike" cap="none">
                <a:solidFill>
                  <a:schemeClr val="dk1"/>
                </a:solidFill>
                <a:latin typeface="Inter"/>
                <a:ea typeface="Inter"/>
                <a:cs typeface="Inter"/>
                <a:sym typeface="Inter"/>
              </a:defRPr>
            </a:lvl9pPr>
          </a:lstStyle>
          <a:p>
            <a:pPr marL="0" indent="0" algn="l"/>
            <a:r>
              <a:rPr lang="en-US" altLang="zh-TW" dirty="0">
                <a:solidFill>
                  <a:schemeClr val="bg1"/>
                </a:solidFill>
                <a:latin typeface="+mn-ea"/>
                <a:ea typeface="+mn-ea"/>
              </a:rPr>
              <a:t>Introduction to AI: Final Project</a:t>
            </a:r>
            <a:endParaRPr lang="zh-TW" altLang="en-US" dirty="0">
              <a:solidFill>
                <a:schemeClr val="bg1"/>
              </a:solidFill>
              <a:latin typeface="+mn-ea"/>
              <a:ea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9" name="Google Shape;349;p30"/>
          <p:cNvSpPr/>
          <p:nvPr/>
        </p:nvSpPr>
        <p:spPr>
          <a:xfrm>
            <a:off x="4175375" y="3099900"/>
            <a:ext cx="792300" cy="79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j-lt"/>
              <a:ea typeface="Inter"/>
              <a:cs typeface="Inter"/>
              <a:sym typeface="Inter"/>
            </a:endParaRPr>
          </a:p>
        </p:txBody>
      </p:sp>
      <p:sp>
        <p:nvSpPr>
          <p:cNvPr id="350" name="Google Shape;350;p30"/>
          <p:cNvSpPr/>
          <p:nvPr/>
        </p:nvSpPr>
        <p:spPr>
          <a:xfrm>
            <a:off x="1476625" y="3099900"/>
            <a:ext cx="792300" cy="79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j-lt"/>
              <a:ea typeface="Inter"/>
              <a:cs typeface="Inter"/>
              <a:sym typeface="Inter"/>
            </a:endParaRPr>
          </a:p>
        </p:txBody>
      </p:sp>
      <p:sp>
        <p:nvSpPr>
          <p:cNvPr id="351" name="Google Shape;351;p30"/>
          <p:cNvSpPr/>
          <p:nvPr/>
        </p:nvSpPr>
        <p:spPr>
          <a:xfrm>
            <a:off x="6874125" y="1498600"/>
            <a:ext cx="792300" cy="79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j-lt"/>
              <a:ea typeface="Inter"/>
              <a:cs typeface="Inter"/>
              <a:sym typeface="Inter"/>
            </a:endParaRPr>
          </a:p>
        </p:txBody>
      </p:sp>
      <p:sp>
        <p:nvSpPr>
          <p:cNvPr id="352" name="Google Shape;352;p30"/>
          <p:cNvSpPr/>
          <p:nvPr/>
        </p:nvSpPr>
        <p:spPr>
          <a:xfrm>
            <a:off x="4175375" y="1498600"/>
            <a:ext cx="792300" cy="79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j-lt"/>
              <a:ea typeface="Inter"/>
              <a:cs typeface="Inter"/>
              <a:sym typeface="Inter"/>
            </a:endParaRPr>
          </a:p>
        </p:txBody>
      </p:sp>
      <p:sp>
        <p:nvSpPr>
          <p:cNvPr id="353" name="Google Shape;353;p30"/>
          <p:cNvSpPr/>
          <p:nvPr/>
        </p:nvSpPr>
        <p:spPr>
          <a:xfrm>
            <a:off x="1476625" y="1498600"/>
            <a:ext cx="792300" cy="79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j-lt"/>
              <a:ea typeface="Inter"/>
              <a:cs typeface="Inter"/>
              <a:sym typeface="Inter"/>
            </a:endParaRPr>
          </a:p>
        </p:txBody>
      </p:sp>
      <p:sp>
        <p:nvSpPr>
          <p:cNvPr id="354" name="Google Shape;35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latin typeface="+mj-lt"/>
              </a:rPr>
              <a:t>Table of contents</a:t>
            </a:r>
            <a:endParaRPr dirty="0">
              <a:latin typeface="+mj-lt"/>
            </a:endParaRPr>
          </a:p>
        </p:txBody>
      </p:sp>
      <p:sp>
        <p:nvSpPr>
          <p:cNvPr id="355" name="Google Shape;355;p30"/>
          <p:cNvSpPr txBox="1">
            <a:spLocks noGrp="1"/>
          </p:cNvSpPr>
          <p:nvPr>
            <p:ph type="title" idx="2"/>
          </p:nvPr>
        </p:nvSpPr>
        <p:spPr>
          <a:xfrm>
            <a:off x="1505375" y="1670958"/>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mj-lt"/>
              </a:rPr>
              <a:t>01</a:t>
            </a:r>
            <a:endParaRPr>
              <a:latin typeface="+mj-lt"/>
            </a:endParaRPr>
          </a:p>
        </p:txBody>
      </p:sp>
      <p:sp>
        <p:nvSpPr>
          <p:cNvPr id="356" name="Google Shape;356;p30"/>
          <p:cNvSpPr txBox="1">
            <a:spLocks noGrp="1"/>
          </p:cNvSpPr>
          <p:nvPr>
            <p:ph type="title" idx="3"/>
          </p:nvPr>
        </p:nvSpPr>
        <p:spPr>
          <a:xfrm>
            <a:off x="1505425" y="3259541"/>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mj-lt"/>
              </a:rPr>
              <a:t>04</a:t>
            </a:r>
            <a:endParaRPr>
              <a:latin typeface="+mj-lt"/>
            </a:endParaRPr>
          </a:p>
        </p:txBody>
      </p:sp>
      <p:sp>
        <p:nvSpPr>
          <p:cNvPr id="357" name="Google Shape;357;p30"/>
          <p:cNvSpPr txBox="1">
            <a:spLocks noGrp="1"/>
          </p:cNvSpPr>
          <p:nvPr>
            <p:ph type="title" idx="4"/>
          </p:nvPr>
        </p:nvSpPr>
        <p:spPr>
          <a:xfrm>
            <a:off x="4204650" y="1670958"/>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mj-lt"/>
              </a:rPr>
              <a:t>02</a:t>
            </a:r>
            <a:endParaRPr>
              <a:latin typeface="+mj-lt"/>
            </a:endParaRPr>
          </a:p>
        </p:txBody>
      </p:sp>
      <p:sp>
        <p:nvSpPr>
          <p:cNvPr id="358" name="Google Shape;358;p30"/>
          <p:cNvSpPr txBox="1">
            <a:spLocks noGrp="1"/>
          </p:cNvSpPr>
          <p:nvPr>
            <p:ph type="title" idx="5"/>
          </p:nvPr>
        </p:nvSpPr>
        <p:spPr>
          <a:xfrm>
            <a:off x="4204700" y="3259541"/>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mj-lt"/>
              </a:rPr>
              <a:t>05</a:t>
            </a:r>
            <a:endParaRPr>
              <a:latin typeface="+mj-lt"/>
            </a:endParaRPr>
          </a:p>
        </p:txBody>
      </p:sp>
      <p:sp>
        <p:nvSpPr>
          <p:cNvPr id="359" name="Google Shape;359;p30"/>
          <p:cNvSpPr txBox="1">
            <a:spLocks noGrp="1"/>
          </p:cNvSpPr>
          <p:nvPr>
            <p:ph type="title" idx="6"/>
          </p:nvPr>
        </p:nvSpPr>
        <p:spPr>
          <a:xfrm>
            <a:off x="6903925" y="1670958"/>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mj-lt"/>
              </a:rPr>
              <a:t>03</a:t>
            </a:r>
            <a:endParaRPr>
              <a:latin typeface="+mj-lt"/>
            </a:endParaRPr>
          </a:p>
        </p:txBody>
      </p:sp>
      <p:sp>
        <p:nvSpPr>
          <p:cNvPr id="361" name="Google Shape;361;p30"/>
          <p:cNvSpPr txBox="1">
            <a:spLocks noGrp="1"/>
          </p:cNvSpPr>
          <p:nvPr>
            <p:ph type="subTitle" idx="1"/>
          </p:nvPr>
        </p:nvSpPr>
        <p:spPr>
          <a:xfrm>
            <a:off x="719975" y="2293750"/>
            <a:ext cx="2305500" cy="678900"/>
          </a:xfrm>
          <a:prstGeom prst="rect">
            <a:avLst/>
          </a:prstGeom>
        </p:spPr>
        <p:txBody>
          <a:bodyPr spcFirstLastPara="1" wrap="square" lIns="91425" tIns="91425" rIns="91425" bIns="91425" anchor="t" anchorCtr="0">
            <a:noAutofit/>
          </a:bodyPr>
          <a:lstStyle/>
          <a:p>
            <a:pPr marL="0" lvl="0" indent="0"/>
            <a:r>
              <a:rPr lang="en-US" altLang="zh-TW" dirty="0">
                <a:latin typeface="+mj-lt"/>
              </a:rPr>
              <a:t>Motivation</a:t>
            </a:r>
            <a:endParaRPr dirty="0">
              <a:latin typeface="+mj-lt"/>
            </a:endParaRPr>
          </a:p>
        </p:txBody>
      </p:sp>
      <p:sp>
        <p:nvSpPr>
          <p:cNvPr id="362" name="Google Shape;362;p30"/>
          <p:cNvSpPr txBox="1">
            <a:spLocks noGrp="1"/>
          </p:cNvSpPr>
          <p:nvPr>
            <p:ph type="subTitle" idx="8"/>
          </p:nvPr>
        </p:nvSpPr>
        <p:spPr>
          <a:xfrm>
            <a:off x="3419250" y="2293750"/>
            <a:ext cx="2305500" cy="678900"/>
          </a:xfrm>
          <a:prstGeom prst="rect">
            <a:avLst/>
          </a:prstGeom>
        </p:spPr>
        <p:txBody>
          <a:bodyPr spcFirstLastPara="1" wrap="square" lIns="91425" tIns="91425" rIns="91425" bIns="91425" anchor="t" anchorCtr="0">
            <a:noAutofit/>
          </a:bodyPr>
          <a:lstStyle/>
          <a:p>
            <a:pPr marL="0" lvl="0" indent="0"/>
            <a:r>
              <a:rPr lang="en-US" altLang="zh-TW" dirty="0">
                <a:latin typeface="+mj-lt"/>
              </a:rPr>
              <a:t>Problem formulation</a:t>
            </a:r>
            <a:endParaRPr dirty="0">
              <a:latin typeface="+mj-lt"/>
            </a:endParaRPr>
          </a:p>
        </p:txBody>
      </p:sp>
      <p:sp>
        <p:nvSpPr>
          <p:cNvPr id="363" name="Google Shape;363;p30"/>
          <p:cNvSpPr txBox="1">
            <a:spLocks noGrp="1"/>
          </p:cNvSpPr>
          <p:nvPr>
            <p:ph type="subTitle" idx="9"/>
          </p:nvPr>
        </p:nvSpPr>
        <p:spPr>
          <a:xfrm>
            <a:off x="6118525" y="2293750"/>
            <a:ext cx="2305500" cy="678900"/>
          </a:xfrm>
          <a:prstGeom prst="rect">
            <a:avLst/>
          </a:prstGeom>
        </p:spPr>
        <p:txBody>
          <a:bodyPr spcFirstLastPara="1" wrap="square" lIns="91425" tIns="91425" rIns="91425" bIns="91425" anchor="t" anchorCtr="0">
            <a:noAutofit/>
          </a:bodyPr>
          <a:lstStyle/>
          <a:p>
            <a:pPr marL="0" lvl="0" indent="0"/>
            <a:r>
              <a:rPr lang="en-US" altLang="zh-TW" dirty="0">
                <a:latin typeface="+mj-lt"/>
              </a:rPr>
              <a:t>Proposed Model </a:t>
            </a:r>
            <a:endParaRPr dirty="0">
              <a:latin typeface="+mj-lt"/>
            </a:endParaRPr>
          </a:p>
        </p:txBody>
      </p:sp>
      <p:sp>
        <p:nvSpPr>
          <p:cNvPr id="364" name="Google Shape;364;p30"/>
          <p:cNvSpPr txBox="1">
            <a:spLocks noGrp="1"/>
          </p:cNvSpPr>
          <p:nvPr>
            <p:ph type="subTitle" idx="13"/>
          </p:nvPr>
        </p:nvSpPr>
        <p:spPr>
          <a:xfrm>
            <a:off x="719975" y="3890800"/>
            <a:ext cx="2305500" cy="678900"/>
          </a:xfrm>
          <a:prstGeom prst="rect">
            <a:avLst/>
          </a:prstGeom>
        </p:spPr>
        <p:txBody>
          <a:bodyPr spcFirstLastPara="1" wrap="square" lIns="91425" tIns="91425" rIns="91425" bIns="91425" anchor="t" anchorCtr="0">
            <a:noAutofit/>
          </a:bodyPr>
          <a:lstStyle/>
          <a:p>
            <a:pPr marL="0" lvl="0" indent="0"/>
            <a:r>
              <a:rPr lang="en-US" altLang="zh-TW" dirty="0">
                <a:latin typeface="+mj-lt"/>
              </a:rPr>
              <a:t>Experimental Results </a:t>
            </a:r>
            <a:endParaRPr dirty="0">
              <a:latin typeface="+mj-lt"/>
            </a:endParaRPr>
          </a:p>
        </p:txBody>
      </p:sp>
      <p:sp>
        <p:nvSpPr>
          <p:cNvPr id="365" name="Google Shape;365;p30"/>
          <p:cNvSpPr txBox="1">
            <a:spLocks noGrp="1"/>
          </p:cNvSpPr>
          <p:nvPr>
            <p:ph type="subTitle" idx="14"/>
          </p:nvPr>
        </p:nvSpPr>
        <p:spPr>
          <a:xfrm>
            <a:off x="3419250" y="3890800"/>
            <a:ext cx="2305500" cy="678900"/>
          </a:xfrm>
          <a:prstGeom prst="rect">
            <a:avLst/>
          </a:prstGeom>
        </p:spPr>
        <p:txBody>
          <a:bodyPr spcFirstLastPara="1" wrap="square" lIns="91425" tIns="91425" rIns="91425" bIns="91425" anchor="t" anchorCtr="0">
            <a:noAutofit/>
          </a:bodyPr>
          <a:lstStyle/>
          <a:p>
            <a:pPr marL="0" lvl="0" indent="0"/>
            <a:r>
              <a:rPr lang="en-US" altLang="zh-TW" dirty="0">
                <a:latin typeface="+mj-lt"/>
              </a:rPr>
              <a:t>Live Demo </a:t>
            </a:r>
            <a:endParaRPr dirty="0">
              <a:latin typeface="+mj-lt"/>
            </a:endParaRPr>
          </a:p>
        </p:txBody>
      </p:sp>
      <p:grpSp>
        <p:nvGrpSpPr>
          <p:cNvPr id="367" name="Google Shape;367;p30"/>
          <p:cNvGrpSpPr/>
          <p:nvPr/>
        </p:nvGrpSpPr>
        <p:grpSpPr>
          <a:xfrm>
            <a:off x="7953715" y="767839"/>
            <a:ext cx="1286323" cy="627022"/>
            <a:chOff x="4815023" y="3004359"/>
            <a:chExt cx="1060710" cy="514416"/>
          </a:xfrm>
        </p:grpSpPr>
        <p:sp>
          <p:nvSpPr>
            <p:cNvPr id="368" name="Google Shape;368;p30"/>
            <p:cNvSpPr/>
            <p:nvPr/>
          </p:nvSpPr>
          <p:spPr>
            <a:xfrm>
              <a:off x="5225920" y="3103754"/>
              <a:ext cx="374173" cy="110244"/>
            </a:xfrm>
            <a:custGeom>
              <a:avLst/>
              <a:gdLst/>
              <a:ahLst/>
              <a:cxnLst/>
              <a:rect l="l" t="t" r="r" b="b"/>
              <a:pathLst>
                <a:path w="656444" h="193411" extrusionOk="0">
                  <a:moveTo>
                    <a:pt x="27006" y="53118"/>
                  </a:moveTo>
                  <a:cubicBezTo>
                    <a:pt x="33446" y="53118"/>
                    <a:pt x="368345" y="-74830"/>
                    <a:pt x="656445" y="66428"/>
                  </a:cubicBezTo>
                  <a:cubicBezTo>
                    <a:pt x="656445" y="66428"/>
                    <a:pt x="163113" y="214128"/>
                    <a:pt x="56632" y="190942"/>
                  </a:cubicBezTo>
                  <a:cubicBezTo>
                    <a:pt x="-50278" y="167757"/>
                    <a:pt x="27006" y="53118"/>
                    <a:pt x="27006"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69" name="Google Shape;369;p30"/>
            <p:cNvSpPr/>
            <p:nvPr/>
          </p:nvSpPr>
          <p:spPr>
            <a:xfrm>
              <a:off x="4815023" y="3004359"/>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20335"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0" name="Google Shape;370;p30"/>
            <p:cNvSpPr/>
            <p:nvPr/>
          </p:nvSpPr>
          <p:spPr>
            <a:xfrm>
              <a:off x="5463269" y="3168178"/>
              <a:ext cx="160379" cy="195053"/>
            </a:xfrm>
            <a:custGeom>
              <a:avLst/>
              <a:gdLst/>
              <a:ahLst/>
              <a:cxnLst/>
              <a:rect l="l" t="t" r="r" b="b"/>
              <a:pathLst>
                <a:path w="281366" h="342198" extrusionOk="0">
                  <a:moveTo>
                    <a:pt x="0" y="342198"/>
                  </a:moveTo>
                  <a:lnTo>
                    <a:pt x="240870" y="342198"/>
                  </a:lnTo>
                  <a:cubicBezTo>
                    <a:pt x="303556" y="193211"/>
                    <a:pt x="279941" y="65262"/>
                    <a:pt x="259332" y="0"/>
                  </a:cubicBezTo>
                  <a:cubicBezTo>
                    <a:pt x="125802" y="47659"/>
                    <a:pt x="41218" y="194070"/>
                    <a:pt x="0" y="34219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1" name="Google Shape;371;p30"/>
            <p:cNvSpPr/>
            <p:nvPr/>
          </p:nvSpPr>
          <p:spPr>
            <a:xfrm>
              <a:off x="5006177" y="3004370"/>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279" y="395438"/>
                    <a:pt x="184624"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2" name="Google Shape;372;p30"/>
            <p:cNvSpPr/>
            <p:nvPr/>
          </p:nvSpPr>
          <p:spPr>
            <a:xfrm>
              <a:off x="4816131" y="3372201"/>
              <a:ext cx="523485" cy="33773"/>
            </a:xfrm>
            <a:custGeom>
              <a:avLst/>
              <a:gdLst/>
              <a:ahLst/>
              <a:cxnLst/>
              <a:rect l="l" t="t" r="r" b="b"/>
              <a:pathLst>
                <a:path w="918395" h="59251" extrusionOk="0">
                  <a:moveTo>
                    <a:pt x="0" y="0"/>
                  </a:moveTo>
                  <a:lnTo>
                    <a:pt x="0" y="0"/>
                  </a:lnTo>
                  <a:cubicBezTo>
                    <a:pt x="0" y="32631"/>
                    <a:pt x="26620" y="59251"/>
                    <a:pt x="59251" y="59251"/>
                  </a:cubicBezTo>
                  <a:lnTo>
                    <a:pt x="859145" y="59251"/>
                  </a:lnTo>
                  <a:cubicBezTo>
                    <a:pt x="891776" y="59251"/>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3" name="Google Shape;373;p30"/>
            <p:cNvSpPr/>
            <p:nvPr/>
          </p:nvSpPr>
          <p:spPr>
            <a:xfrm>
              <a:off x="5378667" y="3363618"/>
              <a:ext cx="218792" cy="42094"/>
            </a:xfrm>
            <a:custGeom>
              <a:avLst/>
              <a:gdLst/>
              <a:ahLst/>
              <a:cxnLst/>
              <a:rect l="l" t="t" r="r" b="b"/>
              <a:pathLst>
                <a:path w="383845" h="73849" extrusionOk="0">
                  <a:moveTo>
                    <a:pt x="0" y="0"/>
                  </a:moveTo>
                  <a:lnTo>
                    <a:pt x="0" y="0"/>
                  </a:lnTo>
                  <a:cubicBezTo>
                    <a:pt x="0" y="40789"/>
                    <a:pt x="33061" y="73850"/>
                    <a:pt x="73850" y="73850"/>
                  </a:cubicBezTo>
                  <a:lnTo>
                    <a:pt x="309996" y="73850"/>
                  </a:lnTo>
                  <a:cubicBezTo>
                    <a:pt x="350785" y="73850"/>
                    <a:pt x="383846" y="40789"/>
                    <a:pt x="383846" y="0"/>
                  </a:cubicBezTo>
                  <a:lnTo>
                    <a:pt x="38384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4" name="Google Shape;374;p30"/>
            <p:cNvSpPr/>
            <p:nvPr/>
          </p:nvSpPr>
          <p:spPr>
            <a:xfrm>
              <a:off x="4975669" y="3144637"/>
              <a:ext cx="356677" cy="116910"/>
            </a:xfrm>
            <a:custGeom>
              <a:avLst/>
              <a:gdLst/>
              <a:ahLst/>
              <a:cxnLst/>
              <a:rect l="l" t="t" r="r" b="b"/>
              <a:pathLst>
                <a:path w="625749" h="205105" extrusionOk="0">
                  <a:moveTo>
                    <a:pt x="624891" y="429"/>
                  </a:moveTo>
                  <a:cubicBezTo>
                    <a:pt x="619739" y="3864"/>
                    <a:pt x="613728" y="5582"/>
                    <a:pt x="608146" y="8587"/>
                  </a:cubicBezTo>
                  <a:cubicBezTo>
                    <a:pt x="602994" y="11593"/>
                    <a:pt x="597842" y="14598"/>
                    <a:pt x="592689" y="18033"/>
                  </a:cubicBezTo>
                  <a:cubicBezTo>
                    <a:pt x="582385" y="24473"/>
                    <a:pt x="572510" y="30914"/>
                    <a:pt x="562205" y="37354"/>
                  </a:cubicBezTo>
                  <a:cubicBezTo>
                    <a:pt x="542454" y="50235"/>
                    <a:pt x="522275" y="62257"/>
                    <a:pt x="501665" y="74279"/>
                  </a:cubicBezTo>
                  <a:cubicBezTo>
                    <a:pt x="460876" y="98323"/>
                    <a:pt x="418799" y="119791"/>
                    <a:pt x="375434" y="138253"/>
                  </a:cubicBezTo>
                  <a:cubicBezTo>
                    <a:pt x="332928" y="156286"/>
                    <a:pt x="287845" y="172172"/>
                    <a:pt x="241904" y="178613"/>
                  </a:cubicBezTo>
                  <a:cubicBezTo>
                    <a:pt x="201545" y="184194"/>
                    <a:pt x="159468" y="183336"/>
                    <a:pt x="119967" y="173890"/>
                  </a:cubicBezTo>
                  <a:cubicBezTo>
                    <a:pt x="98928" y="169167"/>
                    <a:pt x="80466" y="162297"/>
                    <a:pt x="61574" y="151563"/>
                  </a:cubicBezTo>
                  <a:cubicBezTo>
                    <a:pt x="59427" y="150275"/>
                    <a:pt x="57280" y="148987"/>
                    <a:pt x="55563" y="147699"/>
                  </a:cubicBezTo>
                  <a:cubicBezTo>
                    <a:pt x="55133" y="147270"/>
                    <a:pt x="52128" y="145552"/>
                    <a:pt x="54275" y="146840"/>
                  </a:cubicBezTo>
                  <a:cubicBezTo>
                    <a:pt x="52987" y="145982"/>
                    <a:pt x="52128" y="145552"/>
                    <a:pt x="50840" y="144694"/>
                  </a:cubicBezTo>
                  <a:cubicBezTo>
                    <a:pt x="46546" y="141688"/>
                    <a:pt x="42253" y="138253"/>
                    <a:pt x="37959" y="134818"/>
                  </a:cubicBezTo>
                  <a:cubicBezTo>
                    <a:pt x="35812" y="133101"/>
                    <a:pt x="33666" y="131383"/>
                    <a:pt x="31948" y="129237"/>
                  </a:cubicBezTo>
                  <a:cubicBezTo>
                    <a:pt x="31519" y="128807"/>
                    <a:pt x="28943" y="126231"/>
                    <a:pt x="31090" y="128378"/>
                  </a:cubicBezTo>
                  <a:cubicBezTo>
                    <a:pt x="30231" y="127519"/>
                    <a:pt x="29372" y="126231"/>
                    <a:pt x="28084" y="125373"/>
                  </a:cubicBezTo>
                  <a:cubicBezTo>
                    <a:pt x="26796" y="124084"/>
                    <a:pt x="22502" y="119791"/>
                    <a:pt x="25078" y="122367"/>
                  </a:cubicBezTo>
                  <a:cubicBezTo>
                    <a:pt x="23361" y="120649"/>
                    <a:pt x="22073" y="118932"/>
                    <a:pt x="20356" y="117644"/>
                  </a:cubicBezTo>
                  <a:cubicBezTo>
                    <a:pt x="17780" y="115497"/>
                    <a:pt x="14774" y="114209"/>
                    <a:pt x="11768"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7" y="180330"/>
                    <a:pt x="84759" y="188488"/>
                    <a:pt x="104510" y="194070"/>
                  </a:cubicBezTo>
                  <a:cubicBezTo>
                    <a:pt x="144011" y="205662"/>
                    <a:pt x="186088" y="207380"/>
                    <a:pt x="226877" y="202657"/>
                  </a:cubicBezTo>
                  <a:cubicBezTo>
                    <a:pt x="274535"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8" y="6011"/>
                    <a:pt x="622315" y="2576"/>
                    <a:pt x="625750" y="0"/>
                  </a:cubicBezTo>
                  <a:cubicBezTo>
                    <a:pt x="625321" y="859"/>
                    <a:pt x="62489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5" name="Google Shape;375;p30"/>
            <p:cNvSpPr/>
            <p:nvPr/>
          </p:nvSpPr>
          <p:spPr>
            <a:xfrm>
              <a:off x="5299951" y="3185834"/>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6" name="Google Shape;376;p30"/>
            <p:cNvSpPr/>
            <p:nvPr/>
          </p:nvSpPr>
          <p:spPr>
            <a:xfrm>
              <a:off x="5248455" y="3222371"/>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7" name="Google Shape;377;p30"/>
            <p:cNvSpPr/>
            <p:nvPr/>
          </p:nvSpPr>
          <p:spPr>
            <a:xfrm>
              <a:off x="5196959" y="3257928"/>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8" name="Google Shape;378;p30"/>
            <p:cNvSpPr/>
            <p:nvPr/>
          </p:nvSpPr>
          <p:spPr>
            <a:xfrm>
              <a:off x="5128052" y="3276320"/>
              <a:ext cx="28878" cy="28878"/>
            </a:xfrm>
            <a:custGeom>
              <a:avLst/>
              <a:gdLst/>
              <a:ahLst/>
              <a:cxnLst/>
              <a:rect l="l" t="t" r="r" b="b"/>
              <a:pathLst>
                <a:path w="50664" h="50664" extrusionOk="0">
                  <a:moveTo>
                    <a:pt x="50664" y="25332"/>
                  </a:moveTo>
                  <a:cubicBezTo>
                    <a:pt x="50664" y="39323"/>
                    <a:pt x="39323" y="50664"/>
                    <a:pt x="25332" y="50664"/>
                  </a:cubicBezTo>
                  <a:cubicBezTo>
                    <a:pt x="11342" y="50664"/>
                    <a:pt x="0" y="39323"/>
                    <a:pt x="0" y="25332"/>
                  </a:cubicBezTo>
                  <a:cubicBezTo>
                    <a:pt x="0" y="11342"/>
                    <a:pt x="11342"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79" name="Google Shape;379;p30"/>
            <p:cNvSpPr/>
            <p:nvPr/>
          </p:nvSpPr>
          <p:spPr>
            <a:xfrm>
              <a:off x="5015965" y="3137125"/>
              <a:ext cx="133155" cy="160727"/>
            </a:xfrm>
            <a:custGeom>
              <a:avLst/>
              <a:gdLst/>
              <a:ahLst/>
              <a:cxnLst/>
              <a:rect l="l" t="t" r="r" b="b"/>
              <a:pathLst>
                <a:path w="233606" h="281977" extrusionOk="0">
                  <a:moveTo>
                    <a:pt x="6905" y="93871"/>
                  </a:moveTo>
                  <a:cubicBezTo>
                    <a:pt x="13346" y="92583"/>
                    <a:pt x="14634" y="89148"/>
                    <a:pt x="16351" y="83137"/>
                  </a:cubicBezTo>
                  <a:cubicBezTo>
                    <a:pt x="18498" y="76267"/>
                    <a:pt x="19786" y="69397"/>
                    <a:pt x="22792" y="62528"/>
                  </a:cubicBezTo>
                  <a:cubicBezTo>
                    <a:pt x="25368" y="56517"/>
                    <a:pt x="27944" y="50506"/>
                    <a:pt x="31379" y="44495"/>
                  </a:cubicBezTo>
                  <a:cubicBezTo>
                    <a:pt x="34814" y="37625"/>
                    <a:pt x="38678" y="32902"/>
                    <a:pt x="45118"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39" y="58663"/>
                    <a:pt x="158039" y="58663"/>
                  </a:cubicBezTo>
                  <a:cubicBezTo>
                    <a:pt x="158898" y="59951"/>
                    <a:pt x="160186" y="61240"/>
                    <a:pt x="161045" y="62957"/>
                  </a:cubicBezTo>
                  <a:cubicBezTo>
                    <a:pt x="165338" y="68968"/>
                    <a:pt x="169203" y="75408"/>
                    <a:pt x="172638" y="81849"/>
                  </a:cubicBezTo>
                  <a:cubicBezTo>
                    <a:pt x="171349" y="79702"/>
                    <a:pt x="174355" y="84854"/>
                    <a:pt x="173926" y="84425"/>
                  </a:cubicBezTo>
                  <a:cubicBezTo>
                    <a:pt x="174784" y="86142"/>
                    <a:pt x="175643" y="87860"/>
                    <a:pt x="176072" y="89148"/>
                  </a:cubicBezTo>
                  <a:cubicBezTo>
                    <a:pt x="177790" y="92583"/>
                    <a:pt x="179078" y="95588"/>
                    <a:pt x="180366" y="99023"/>
                  </a:cubicBezTo>
                  <a:cubicBezTo>
                    <a:pt x="183372"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5"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3"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2" y="12722"/>
                    <a:pt x="30091" y="17445"/>
                    <a:pt x="24080" y="23027"/>
                  </a:cubicBezTo>
                  <a:cubicBezTo>
                    <a:pt x="18069" y="28608"/>
                    <a:pt x="12487" y="34190"/>
                    <a:pt x="8623" y="41489"/>
                  </a:cubicBezTo>
                  <a:cubicBezTo>
                    <a:pt x="4759" y="49217"/>
                    <a:pt x="2612" y="58234"/>
                    <a:pt x="895" y="66392"/>
                  </a:cubicBezTo>
                  <a:cubicBezTo>
                    <a:pt x="-1252" y="76267"/>
                    <a:pt x="465" y="83996"/>
                    <a:pt x="6047" y="92153"/>
                  </a:cubicBezTo>
                  <a:cubicBezTo>
                    <a:pt x="6047" y="93871"/>
                    <a:pt x="6476" y="93871"/>
                    <a:pt x="6905" y="93871"/>
                  </a:cubicBezTo>
                  <a:lnTo>
                    <a:pt x="6905"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0" name="Google Shape;380;p30"/>
            <p:cNvSpPr/>
            <p:nvPr/>
          </p:nvSpPr>
          <p:spPr>
            <a:xfrm>
              <a:off x="5096110" y="3113507"/>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5" y="44630"/>
                    <a:pt x="37036" y="32178"/>
                    <a:pt x="48200" y="24879"/>
                  </a:cubicBezTo>
                  <a:cubicBezTo>
                    <a:pt x="70956" y="9422"/>
                    <a:pt x="101869"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89" y="225389"/>
                    <a:pt x="222089" y="207356"/>
                    <a:pt x="220801" y="189753"/>
                  </a:cubicBezTo>
                  <a:cubicBezTo>
                    <a:pt x="218225" y="155404"/>
                    <a:pt x="210926" y="120626"/>
                    <a:pt x="195899" y="89283"/>
                  </a:cubicBezTo>
                  <a:cubicBezTo>
                    <a:pt x="181300" y="59228"/>
                    <a:pt x="161550" y="31749"/>
                    <a:pt x="131924" y="15004"/>
                  </a:cubicBezTo>
                  <a:cubicBezTo>
                    <a:pt x="107022" y="406"/>
                    <a:pt x="74820" y="-5605"/>
                    <a:pt x="47341" y="6417"/>
                  </a:cubicBezTo>
                  <a:cubicBezTo>
                    <a:pt x="39612"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1" name="Google Shape;381;p30"/>
            <p:cNvSpPr/>
            <p:nvPr/>
          </p:nvSpPr>
          <p:spPr>
            <a:xfrm>
              <a:off x="5156694" y="3077947"/>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8" y="233552"/>
                    <a:pt x="213046" y="216807"/>
                    <a:pt x="212616" y="199633"/>
                  </a:cubicBezTo>
                  <a:cubicBezTo>
                    <a:pt x="212187" y="163996"/>
                    <a:pt x="207035" y="128359"/>
                    <a:pt x="193725" y="95299"/>
                  </a:cubicBezTo>
                  <a:cubicBezTo>
                    <a:pt x="181273" y="64814"/>
                    <a:pt x="162811" y="37765"/>
                    <a:pt x="135332" y="18873"/>
                  </a:cubicBezTo>
                  <a:cubicBezTo>
                    <a:pt x="110859"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3949"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2" name="Google Shape;382;p30"/>
            <p:cNvSpPr/>
            <p:nvPr/>
          </p:nvSpPr>
          <p:spPr>
            <a:xfrm>
              <a:off x="5306024" y="3192209"/>
              <a:ext cx="43931" cy="123453"/>
            </a:xfrm>
            <a:custGeom>
              <a:avLst/>
              <a:gdLst/>
              <a:ahLst/>
              <a:cxnLst/>
              <a:rect l="l" t="t" r="r" b="b"/>
              <a:pathLst>
                <a:path w="77072" h="216584" extrusionOk="0">
                  <a:moveTo>
                    <a:pt x="4824" y="17174"/>
                  </a:moveTo>
                  <a:cubicBezTo>
                    <a:pt x="5682" y="17604"/>
                    <a:pt x="9117" y="19751"/>
                    <a:pt x="9117" y="19751"/>
                  </a:cubicBezTo>
                  <a:cubicBezTo>
                    <a:pt x="10406" y="21039"/>
                    <a:pt x="10835" y="21039"/>
                    <a:pt x="9547" y="20180"/>
                  </a:cubicBezTo>
                  <a:cubicBezTo>
                    <a:pt x="9976" y="21039"/>
                    <a:pt x="10835" y="21897"/>
                    <a:pt x="11694" y="22756"/>
                  </a:cubicBezTo>
                  <a:cubicBezTo>
                    <a:pt x="15128" y="26620"/>
                    <a:pt x="10406" y="20180"/>
                    <a:pt x="12552" y="24044"/>
                  </a:cubicBezTo>
                  <a:cubicBezTo>
                    <a:pt x="13411" y="25761"/>
                    <a:pt x="13840" y="25761"/>
                    <a:pt x="12982" y="24473"/>
                  </a:cubicBezTo>
                  <a:cubicBezTo>
                    <a:pt x="13411" y="25332"/>
                    <a:pt x="13840" y="26620"/>
                    <a:pt x="14699" y="27479"/>
                  </a:cubicBezTo>
                  <a:cubicBezTo>
                    <a:pt x="18563" y="35207"/>
                    <a:pt x="22427" y="42507"/>
                    <a:pt x="25862" y="50235"/>
                  </a:cubicBezTo>
                  <a:cubicBezTo>
                    <a:pt x="32303" y="66121"/>
                    <a:pt x="37025" y="81149"/>
                    <a:pt x="40890" y="99182"/>
                  </a:cubicBezTo>
                  <a:cubicBezTo>
                    <a:pt x="44754" y="116785"/>
                    <a:pt x="47759" y="134818"/>
                    <a:pt x="50336" y="152852"/>
                  </a:cubicBezTo>
                  <a:cubicBezTo>
                    <a:pt x="51624" y="162297"/>
                    <a:pt x="53771" y="171314"/>
                    <a:pt x="55059" y="181189"/>
                  </a:cubicBezTo>
                  <a:cubicBezTo>
                    <a:pt x="55488" y="185483"/>
                    <a:pt x="55917" y="190635"/>
                    <a:pt x="57205" y="194929"/>
                  </a:cubicBezTo>
                  <a:cubicBezTo>
                    <a:pt x="58493" y="200510"/>
                    <a:pt x="60640" y="206092"/>
                    <a:pt x="62358" y="211674"/>
                  </a:cubicBezTo>
                  <a:cubicBezTo>
                    <a:pt x="62787" y="212962"/>
                    <a:pt x="67510" y="218972"/>
                    <a:pt x="68798" y="215538"/>
                  </a:cubicBezTo>
                  <a:cubicBezTo>
                    <a:pt x="70086" y="212532"/>
                    <a:pt x="71374" y="209956"/>
                    <a:pt x="72662" y="206950"/>
                  </a:cubicBezTo>
                  <a:cubicBezTo>
                    <a:pt x="74380" y="203086"/>
                    <a:pt x="74809" y="198793"/>
                    <a:pt x="74809" y="194929"/>
                  </a:cubicBezTo>
                  <a:cubicBezTo>
                    <a:pt x="75238" y="191064"/>
                    <a:pt x="75238" y="187629"/>
                    <a:pt x="75668" y="183765"/>
                  </a:cubicBezTo>
                  <a:cubicBezTo>
                    <a:pt x="76097" y="179901"/>
                    <a:pt x="76956" y="176037"/>
                    <a:pt x="76956" y="172173"/>
                  </a:cubicBezTo>
                  <a:cubicBezTo>
                    <a:pt x="77385" y="164444"/>
                    <a:pt x="76526" y="155857"/>
                    <a:pt x="76097" y="148128"/>
                  </a:cubicBezTo>
                  <a:cubicBezTo>
                    <a:pt x="75668" y="139112"/>
                    <a:pt x="73950" y="129666"/>
                    <a:pt x="72233" y="120650"/>
                  </a:cubicBezTo>
                  <a:cubicBezTo>
                    <a:pt x="66222" y="86301"/>
                    <a:pt x="55059" y="50235"/>
                    <a:pt x="35308" y="21468"/>
                  </a:cubicBezTo>
                  <a:cubicBezTo>
                    <a:pt x="29297" y="12451"/>
                    <a:pt x="19851" y="859"/>
                    <a:pt x="8259" y="0"/>
                  </a:cubicBezTo>
                  <a:cubicBezTo>
                    <a:pt x="-1617" y="0"/>
                    <a:pt x="-2475" y="12881"/>
                    <a:pt x="4824" y="17174"/>
                  </a:cubicBezTo>
                  <a:lnTo>
                    <a:pt x="4824" y="171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3" name="Google Shape;383;p30"/>
            <p:cNvSpPr/>
            <p:nvPr/>
          </p:nvSpPr>
          <p:spPr>
            <a:xfrm>
              <a:off x="5477866" y="3216556"/>
              <a:ext cx="374068" cy="110244"/>
            </a:xfrm>
            <a:custGeom>
              <a:avLst/>
              <a:gdLst/>
              <a:ahLst/>
              <a:cxnLst/>
              <a:rect l="l" t="t" r="r" b="b"/>
              <a:pathLst>
                <a:path w="656260" h="193411" extrusionOk="0">
                  <a:moveTo>
                    <a:pt x="26822" y="53118"/>
                  </a:moveTo>
                  <a:cubicBezTo>
                    <a:pt x="33262" y="53118"/>
                    <a:pt x="368161" y="-74830"/>
                    <a:pt x="656261" y="66428"/>
                  </a:cubicBezTo>
                  <a:cubicBezTo>
                    <a:pt x="656261" y="66428"/>
                    <a:pt x="162928" y="214128"/>
                    <a:pt x="56448" y="190942"/>
                  </a:cubicBezTo>
                  <a:cubicBezTo>
                    <a:pt x="-50033" y="167757"/>
                    <a:pt x="26822" y="53118"/>
                    <a:pt x="26822"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4" name="Google Shape;384;p30"/>
            <p:cNvSpPr/>
            <p:nvPr/>
          </p:nvSpPr>
          <p:spPr>
            <a:xfrm>
              <a:off x="5067110" y="3117161"/>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19906"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5" name="Google Shape;385;p30"/>
            <p:cNvSpPr/>
            <p:nvPr/>
          </p:nvSpPr>
          <p:spPr>
            <a:xfrm>
              <a:off x="5715355" y="3280979"/>
              <a:ext cx="160378" cy="195053"/>
            </a:xfrm>
            <a:custGeom>
              <a:avLst/>
              <a:gdLst/>
              <a:ahLst/>
              <a:cxnLst/>
              <a:rect l="l" t="t" r="r" b="b"/>
              <a:pathLst>
                <a:path w="281365" h="342198" extrusionOk="0">
                  <a:moveTo>
                    <a:pt x="0" y="342198"/>
                  </a:moveTo>
                  <a:lnTo>
                    <a:pt x="240870" y="342198"/>
                  </a:lnTo>
                  <a:cubicBezTo>
                    <a:pt x="303556" y="193211"/>
                    <a:pt x="279941" y="65262"/>
                    <a:pt x="259332" y="0"/>
                  </a:cubicBezTo>
                  <a:cubicBezTo>
                    <a:pt x="125372" y="47659"/>
                    <a:pt x="41218" y="194070"/>
                    <a:pt x="0" y="34219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6" name="Google Shape;386;p30"/>
            <p:cNvSpPr/>
            <p:nvPr/>
          </p:nvSpPr>
          <p:spPr>
            <a:xfrm>
              <a:off x="5258019" y="3117172"/>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708" y="395438"/>
                    <a:pt x="185053"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7" name="Google Shape;387;p30"/>
            <p:cNvSpPr/>
            <p:nvPr/>
          </p:nvSpPr>
          <p:spPr>
            <a:xfrm>
              <a:off x="5068218" y="3485002"/>
              <a:ext cx="523486" cy="33773"/>
            </a:xfrm>
            <a:custGeom>
              <a:avLst/>
              <a:gdLst/>
              <a:ahLst/>
              <a:cxnLst/>
              <a:rect l="l" t="t" r="r" b="b"/>
              <a:pathLst>
                <a:path w="918396" h="59251" extrusionOk="0">
                  <a:moveTo>
                    <a:pt x="0" y="0"/>
                  </a:moveTo>
                  <a:lnTo>
                    <a:pt x="0" y="0"/>
                  </a:lnTo>
                  <a:cubicBezTo>
                    <a:pt x="0" y="32631"/>
                    <a:pt x="26620" y="59252"/>
                    <a:pt x="59251" y="59252"/>
                  </a:cubicBezTo>
                  <a:lnTo>
                    <a:pt x="859145" y="59252"/>
                  </a:lnTo>
                  <a:cubicBezTo>
                    <a:pt x="891776" y="59252"/>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8" name="Google Shape;388;p30"/>
            <p:cNvSpPr/>
            <p:nvPr/>
          </p:nvSpPr>
          <p:spPr>
            <a:xfrm>
              <a:off x="5630509" y="3476420"/>
              <a:ext cx="218792" cy="42094"/>
            </a:xfrm>
            <a:custGeom>
              <a:avLst/>
              <a:gdLst/>
              <a:ahLst/>
              <a:cxnLst/>
              <a:rect l="l" t="t" r="r" b="b"/>
              <a:pathLst>
                <a:path w="383845" h="73849" extrusionOk="0">
                  <a:moveTo>
                    <a:pt x="0" y="0"/>
                  </a:moveTo>
                  <a:lnTo>
                    <a:pt x="0" y="0"/>
                  </a:lnTo>
                  <a:cubicBezTo>
                    <a:pt x="0" y="40789"/>
                    <a:pt x="33061" y="73849"/>
                    <a:pt x="73850" y="73849"/>
                  </a:cubicBezTo>
                  <a:lnTo>
                    <a:pt x="309996" y="73849"/>
                  </a:lnTo>
                  <a:cubicBezTo>
                    <a:pt x="350785" y="73849"/>
                    <a:pt x="383846" y="40789"/>
                    <a:pt x="383846" y="0"/>
                  </a:cubicBezTo>
                  <a:lnTo>
                    <a:pt x="383846" y="0"/>
                  </a:ln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89" name="Google Shape;389;p30"/>
            <p:cNvSpPr/>
            <p:nvPr/>
          </p:nvSpPr>
          <p:spPr>
            <a:xfrm>
              <a:off x="5227511" y="3257438"/>
              <a:ext cx="356678" cy="116910"/>
            </a:xfrm>
            <a:custGeom>
              <a:avLst/>
              <a:gdLst/>
              <a:ahLst/>
              <a:cxnLst/>
              <a:rect l="l" t="t" r="r" b="b"/>
              <a:pathLst>
                <a:path w="625750" h="205105" extrusionOk="0">
                  <a:moveTo>
                    <a:pt x="624891" y="429"/>
                  </a:moveTo>
                  <a:cubicBezTo>
                    <a:pt x="619739" y="3864"/>
                    <a:pt x="613728" y="5582"/>
                    <a:pt x="608146" y="8587"/>
                  </a:cubicBezTo>
                  <a:cubicBezTo>
                    <a:pt x="602994" y="11593"/>
                    <a:pt x="597842" y="14598"/>
                    <a:pt x="592690" y="18033"/>
                  </a:cubicBezTo>
                  <a:cubicBezTo>
                    <a:pt x="582385" y="24473"/>
                    <a:pt x="572510" y="30914"/>
                    <a:pt x="562205" y="37354"/>
                  </a:cubicBezTo>
                  <a:cubicBezTo>
                    <a:pt x="542455" y="50235"/>
                    <a:pt x="522275" y="62257"/>
                    <a:pt x="501666" y="74279"/>
                  </a:cubicBezTo>
                  <a:cubicBezTo>
                    <a:pt x="460877" y="98323"/>
                    <a:pt x="418800" y="119791"/>
                    <a:pt x="375435" y="138253"/>
                  </a:cubicBezTo>
                  <a:cubicBezTo>
                    <a:pt x="332928" y="156286"/>
                    <a:pt x="287846" y="172172"/>
                    <a:pt x="241904" y="178613"/>
                  </a:cubicBezTo>
                  <a:cubicBezTo>
                    <a:pt x="201545" y="184194"/>
                    <a:pt x="159467" y="183336"/>
                    <a:pt x="119967" y="173890"/>
                  </a:cubicBezTo>
                  <a:cubicBezTo>
                    <a:pt x="98928" y="169167"/>
                    <a:pt x="80466" y="162297"/>
                    <a:pt x="61574" y="151563"/>
                  </a:cubicBezTo>
                  <a:cubicBezTo>
                    <a:pt x="59427" y="150275"/>
                    <a:pt x="57280" y="148987"/>
                    <a:pt x="55563" y="147699"/>
                  </a:cubicBezTo>
                  <a:cubicBezTo>
                    <a:pt x="55134" y="147270"/>
                    <a:pt x="52128" y="145552"/>
                    <a:pt x="54275" y="146840"/>
                  </a:cubicBezTo>
                  <a:cubicBezTo>
                    <a:pt x="52987" y="145982"/>
                    <a:pt x="52128" y="145552"/>
                    <a:pt x="50840" y="144694"/>
                  </a:cubicBezTo>
                  <a:cubicBezTo>
                    <a:pt x="46546" y="141688"/>
                    <a:pt x="42253" y="138253"/>
                    <a:pt x="37959" y="134818"/>
                  </a:cubicBezTo>
                  <a:cubicBezTo>
                    <a:pt x="35813" y="133101"/>
                    <a:pt x="33666" y="131383"/>
                    <a:pt x="31948" y="129237"/>
                  </a:cubicBezTo>
                  <a:cubicBezTo>
                    <a:pt x="31519" y="128807"/>
                    <a:pt x="28943" y="126231"/>
                    <a:pt x="31090" y="128378"/>
                  </a:cubicBezTo>
                  <a:cubicBezTo>
                    <a:pt x="30231" y="127519"/>
                    <a:pt x="29372" y="126231"/>
                    <a:pt x="28084" y="125373"/>
                  </a:cubicBezTo>
                  <a:cubicBezTo>
                    <a:pt x="26796" y="124084"/>
                    <a:pt x="22503" y="119791"/>
                    <a:pt x="25079" y="122367"/>
                  </a:cubicBezTo>
                  <a:cubicBezTo>
                    <a:pt x="23361" y="120649"/>
                    <a:pt x="22073" y="118932"/>
                    <a:pt x="20356" y="117644"/>
                  </a:cubicBezTo>
                  <a:cubicBezTo>
                    <a:pt x="17779" y="115497"/>
                    <a:pt x="14774" y="114209"/>
                    <a:pt x="11769"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8" y="180330"/>
                    <a:pt x="84759" y="188488"/>
                    <a:pt x="104510" y="194070"/>
                  </a:cubicBezTo>
                  <a:cubicBezTo>
                    <a:pt x="144011" y="205662"/>
                    <a:pt x="186088" y="207380"/>
                    <a:pt x="226877" y="202657"/>
                  </a:cubicBezTo>
                  <a:cubicBezTo>
                    <a:pt x="274536"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9" y="6011"/>
                    <a:pt x="622315" y="2576"/>
                    <a:pt x="625750" y="0"/>
                  </a:cubicBezTo>
                  <a:cubicBezTo>
                    <a:pt x="625750" y="859"/>
                    <a:pt x="62532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0" name="Google Shape;390;p30"/>
            <p:cNvSpPr/>
            <p:nvPr/>
          </p:nvSpPr>
          <p:spPr>
            <a:xfrm>
              <a:off x="5551794" y="3298635"/>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1" name="Google Shape;391;p30"/>
            <p:cNvSpPr/>
            <p:nvPr/>
          </p:nvSpPr>
          <p:spPr>
            <a:xfrm>
              <a:off x="5500297" y="3335173"/>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2" name="Google Shape;392;p30"/>
            <p:cNvSpPr/>
            <p:nvPr/>
          </p:nvSpPr>
          <p:spPr>
            <a:xfrm>
              <a:off x="5448801" y="3370730"/>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3" name="Google Shape;393;p30"/>
            <p:cNvSpPr/>
            <p:nvPr/>
          </p:nvSpPr>
          <p:spPr>
            <a:xfrm>
              <a:off x="5380139" y="3389121"/>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4" name="Google Shape;394;p30"/>
            <p:cNvSpPr/>
            <p:nvPr/>
          </p:nvSpPr>
          <p:spPr>
            <a:xfrm>
              <a:off x="5267807" y="3249927"/>
              <a:ext cx="133155" cy="160727"/>
            </a:xfrm>
            <a:custGeom>
              <a:avLst/>
              <a:gdLst/>
              <a:ahLst/>
              <a:cxnLst/>
              <a:rect l="l" t="t" r="r" b="b"/>
              <a:pathLst>
                <a:path w="233606" h="281977" extrusionOk="0">
                  <a:moveTo>
                    <a:pt x="6906" y="93871"/>
                  </a:moveTo>
                  <a:cubicBezTo>
                    <a:pt x="13346" y="92583"/>
                    <a:pt x="14634" y="89148"/>
                    <a:pt x="16352" y="83137"/>
                  </a:cubicBezTo>
                  <a:cubicBezTo>
                    <a:pt x="18498" y="76267"/>
                    <a:pt x="19786" y="69397"/>
                    <a:pt x="22792" y="62528"/>
                  </a:cubicBezTo>
                  <a:cubicBezTo>
                    <a:pt x="25368" y="56517"/>
                    <a:pt x="27944" y="50506"/>
                    <a:pt x="31379" y="44495"/>
                  </a:cubicBezTo>
                  <a:cubicBezTo>
                    <a:pt x="34814" y="37625"/>
                    <a:pt x="38678" y="32902"/>
                    <a:pt x="45119"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40" y="58663"/>
                    <a:pt x="158040" y="58663"/>
                  </a:cubicBezTo>
                  <a:cubicBezTo>
                    <a:pt x="158898" y="59951"/>
                    <a:pt x="160186" y="61240"/>
                    <a:pt x="161045" y="62957"/>
                  </a:cubicBezTo>
                  <a:cubicBezTo>
                    <a:pt x="165339" y="68968"/>
                    <a:pt x="169203" y="75408"/>
                    <a:pt x="172638" y="81849"/>
                  </a:cubicBezTo>
                  <a:cubicBezTo>
                    <a:pt x="171350" y="79702"/>
                    <a:pt x="174355" y="84854"/>
                    <a:pt x="173926" y="84425"/>
                  </a:cubicBezTo>
                  <a:cubicBezTo>
                    <a:pt x="174784" y="86142"/>
                    <a:pt x="175643" y="87860"/>
                    <a:pt x="176073" y="89148"/>
                  </a:cubicBezTo>
                  <a:cubicBezTo>
                    <a:pt x="177790" y="92583"/>
                    <a:pt x="179078" y="95588"/>
                    <a:pt x="180366" y="99023"/>
                  </a:cubicBezTo>
                  <a:cubicBezTo>
                    <a:pt x="183371"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6"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4"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3" y="12722"/>
                    <a:pt x="30091" y="17445"/>
                    <a:pt x="24080" y="23027"/>
                  </a:cubicBezTo>
                  <a:cubicBezTo>
                    <a:pt x="18069" y="28608"/>
                    <a:pt x="12487" y="34190"/>
                    <a:pt x="8623" y="41489"/>
                  </a:cubicBezTo>
                  <a:cubicBezTo>
                    <a:pt x="4759" y="49217"/>
                    <a:pt x="2612" y="58234"/>
                    <a:pt x="894" y="66392"/>
                  </a:cubicBezTo>
                  <a:cubicBezTo>
                    <a:pt x="-1252" y="76267"/>
                    <a:pt x="465" y="83996"/>
                    <a:pt x="6047" y="92153"/>
                  </a:cubicBezTo>
                  <a:cubicBezTo>
                    <a:pt x="6476" y="93442"/>
                    <a:pt x="6476" y="93871"/>
                    <a:pt x="6906" y="93871"/>
                  </a:cubicBezTo>
                  <a:lnTo>
                    <a:pt x="6906"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5" name="Google Shape;395;p30"/>
            <p:cNvSpPr/>
            <p:nvPr/>
          </p:nvSpPr>
          <p:spPr>
            <a:xfrm>
              <a:off x="5348196" y="3226308"/>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6" y="44630"/>
                    <a:pt x="37036" y="32178"/>
                    <a:pt x="48200" y="24879"/>
                  </a:cubicBezTo>
                  <a:cubicBezTo>
                    <a:pt x="70956" y="9422"/>
                    <a:pt x="101870"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90" y="225389"/>
                    <a:pt x="222090" y="207356"/>
                    <a:pt x="220801" y="189753"/>
                  </a:cubicBezTo>
                  <a:cubicBezTo>
                    <a:pt x="218225" y="155404"/>
                    <a:pt x="210926" y="120626"/>
                    <a:pt x="195899" y="89283"/>
                  </a:cubicBezTo>
                  <a:cubicBezTo>
                    <a:pt x="181301" y="59228"/>
                    <a:pt x="161550" y="31749"/>
                    <a:pt x="131925" y="15004"/>
                  </a:cubicBezTo>
                  <a:cubicBezTo>
                    <a:pt x="107022" y="406"/>
                    <a:pt x="74820" y="-5605"/>
                    <a:pt x="47341" y="6417"/>
                  </a:cubicBezTo>
                  <a:cubicBezTo>
                    <a:pt x="39613"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6" name="Google Shape;396;p30"/>
            <p:cNvSpPr/>
            <p:nvPr/>
          </p:nvSpPr>
          <p:spPr>
            <a:xfrm>
              <a:off x="5408537" y="3190749"/>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7" y="233552"/>
                    <a:pt x="213046" y="216807"/>
                    <a:pt x="212616" y="199633"/>
                  </a:cubicBezTo>
                  <a:cubicBezTo>
                    <a:pt x="212187" y="163996"/>
                    <a:pt x="207035" y="128359"/>
                    <a:pt x="193725" y="95299"/>
                  </a:cubicBezTo>
                  <a:cubicBezTo>
                    <a:pt x="181273" y="64814"/>
                    <a:pt x="162811" y="37765"/>
                    <a:pt x="135332" y="18873"/>
                  </a:cubicBezTo>
                  <a:cubicBezTo>
                    <a:pt x="110858"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4378"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397" name="Google Shape;397;p30"/>
            <p:cNvSpPr/>
            <p:nvPr/>
          </p:nvSpPr>
          <p:spPr>
            <a:xfrm>
              <a:off x="5558031" y="3305250"/>
              <a:ext cx="44011" cy="123214"/>
            </a:xfrm>
            <a:custGeom>
              <a:avLst/>
              <a:gdLst/>
              <a:ahLst/>
              <a:cxnLst/>
              <a:rect l="l" t="t" r="r" b="b"/>
              <a:pathLst>
                <a:path w="77212" h="216165" extrusionOk="0">
                  <a:moveTo>
                    <a:pt x="4964" y="16755"/>
                  </a:moveTo>
                  <a:cubicBezTo>
                    <a:pt x="5822" y="17185"/>
                    <a:pt x="9257" y="19332"/>
                    <a:pt x="9257" y="19332"/>
                  </a:cubicBezTo>
                  <a:cubicBezTo>
                    <a:pt x="10546" y="20620"/>
                    <a:pt x="10975" y="20620"/>
                    <a:pt x="9687" y="19761"/>
                  </a:cubicBezTo>
                  <a:cubicBezTo>
                    <a:pt x="10116" y="20620"/>
                    <a:pt x="10975" y="21478"/>
                    <a:pt x="11834" y="22337"/>
                  </a:cubicBezTo>
                  <a:cubicBezTo>
                    <a:pt x="15268" y="26201"/>
                    <a:pt x="10546" y="19761"/>
                    <a:pt x="12692" y="23625"/>
                  </a:cubicBezTo>
                  <a:cubicBezTo>
                    <a:pt x="13551" y="25342"/>
                    <a:pt x="13980" y="25342"/>
                    <a:pt x="13122" y="24054"/>
                  </a:cubicBezTo>
                  <a:cubicBezTo>
                    <a:pt x="13551" y="24913"/>
                    <a:pt x="13980" y="26201"/>
                    <a:pt x="14839" y="27060"/>
                  </a:cubicBezTo>
                  <a:cubicBezTo>
                    <a:pt x="18703" y="34788"/>
                    <a:pt x="22567" y="42087"/>
                    <a:pt x="26002" y="49816"/>
                  </a:cubicBezTo>
                  <a:cubicBezTo>
                    <a:pt x="32443" y="65702"/>
                    <a:pt x="37166" y="80730"/>
                    <a:pt x="41030" y="98763"/>
                  </a:cubicBezTo>
                  <a:cubicBezTo>
                    <a:pt x="44894" y="116366"/>
                    <a:pt x="47900" y="134399"/>
                    <a:pt x="50476" y="152432"/>
                  </a:cubicBezTo>
                  <a:cubicBezTo>
                    <a:pt x="51764" y="161878"/>
                    <a:pt x="53911" y="170895"/>
                    <a:pt x="55199" y="180770"/>
                  </a:cubicBezTo>
                  <a:cubicBezTo>
                    <a:pt x="55628" y="185064"/>
                    <a:pt x="56057" y="190216"/>
                    <a:pt x="57345" y="194509"/>
                  </a:cubicBezTo>
                  <a:cubicBezTo>
                    <a:pt x="58634" y="200091"/>
                    <a:pt x="60780" y="205673"/>
                    <a:pt x="62498" y="211255"/>
                  </a:cubicBezTo>
                  <a:cubicBezTo>
                    <a:pt x="62927" y="212543"/>
                    <a:pt x="67650" y="218553"/>
                    <a:pt x="68938" y="215119"/>
                  </a:cubicBezTo>
                  <a:cubicBezTo>
                    <a:pt x="70226" y="212113"/>
                    <a:pt x="71514" y="209537"/>
                    <a:pt x="72802" y="206531"/>
                  </a:cubicBezTo>
                  <a:cubicBezTo>
                    <a:pt x="74520" y="202667"/>
                    <a:pt x="74949" y="198374"/>
                    <a:pt x="74949" y="194509"/>
                  </a:cubicBezTo>
                  <a:cubicBezTo>
                    <a:pt x="75378" y="190645"/>
                    <a:pt x="75378" y="187210"/>
                    <a:pt x="75808" y="183346"/>
                  </a:cubicBezTo>
                  <a:cubicBezTo>
                    <a:pt x="76237" y="179482"/>
                    <a:pt x="77096" y="175618"/>
                    <a:pt x="77096" y="171754"/>
                  </a:cubicBezTo>
                  <a:cubicBezTo>
                    <a:pt x="77525" y="164025"/>
                    <a:pt x="76666" y="155438"/>
                    <a:pt x="76237" y="147709"/>
                  </a:cubicBezTo>
                  <a:cubicBezTo>
                    <a:pt x="75808" y="138693"/>
                    <a:pt x="74090" y="129247"/>
                    <a:pt x="72373" y="120231"/>
                  </a:cubicBezTo>
                  <a:cubicBezTo>
                    <a:pt x="66362" y="85882"/>
                    <a:pt x="55199" y="49816"/>
                    <a:pt x="35448" y="21049"/>
                  </a:cubicBezTo>
                  <a:cubicBezTo>
                    <a:pt x="29437" y="12032"/>
                    <a:pt x="19991" y="440"/>
                    <a:pt x="8399" y="10"/>
                  </a:cubicBezTo>
                  <a:cubicBezTo>
                    <a:pt x="-1906" y="-419"/>
                    <a:pt x="-2335" y="12462"/>
                    <a:pt x="4964" y="16755"/>
                  </a:cubicBezTo>
                  <a:lnTo>
                    <a:pt x="4964" y="16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grpSp>
      <p:grpSp>
        <p:nvGrpSpPr>
          <p:cNvPr id="398" name="Google Shape;398;p30"/>
          <p:cNvGrpSpPr/>
          <p:nvPr/>
        </p:nvGrpSpPr>
        <p:grpSpPr>
          <a:xfrm>
            <a:off x="147318" y="4248664"/>
            <a:ext cx="679461" cy="877126"/>
            <a:chOff x="8005443" y="4266364"/>
            <a:chExt cx="679461" cy="877126"/>
          </a:xfrm>
        </p:grpSpPr>
        <p:grpSp>
          <p:nvGrpSpPr>
            <p:cNvPr id="399" name="Google Shape;399;p30"/>
            <p:cNvGrpSpPr/>
            <p:nvPr/>
          </p:nvGrpSpPr>
          <p:grpSpPr>
            <a:xfrm>
              <a:off x="8005443" y="4266364"/>
              <a:ext cx="294811" cy="877126"/>
              <a:chOff x="4158618" y="3532330"/>
              <a:chExt cx="294811" cy="877126"/>
            </a:xfrm>
          </p:grpSpPr>
          <p:sp>
            <p:nvSpPr>
              <p:cNvPr id="400" name="Google Shape;400;p30"/>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401" name="Google Shape;401;p30"/>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402" name="Google Shape;402;p30"/>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grpSp>
        <p:grpSp>
          <p:nvGrpSpPr>
            <p:cNvPr id="403" name="Google Shape;403;p30"/>
            <p:cNvGrpSpPr/>
            <p:nvPr/>
          </p:nvGrpSpPr>
          <p:grpSpPr>
            <a:xfrm>
              <a:off x="8390093" y="4266364"/>
              <a:ext cx="294811" cy="877126"/>
              <a:chOff x="4158618" y="3532330"/>
              <a:chExt cx="294811" cy="877126"/>
            </a:xfrm>
          </p:grpSpPr>
          <p:sp>
            <p:nvSpPr>
              <p:cNvPr id="404" name="Google Shape;404;p30"/>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405" name="Google Shape;405;p30"/>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sp>
            <p:nvSpPr>
              <p:cNvPr id="406" name="Google Shape;406;p30"/>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j-lt"/>
                  <a:ea typeface="Calibri"/>
                  <a:cs typeface="Calibri"/>
                  <a:sym typeface="Calibri"/>
                </a:endParaRP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2" name="Google Shape;412;p31"/>
          <p:cNvSpPr txBox="1">
            <a:spLocks noGrp="1"/>
          </p:cNvSpPr>
          <p:nvPr>
            <p:ph type="body" idx="1"/>
          </p:nvPr>
        </p:nvSpPr>
        <p:spPr>
          <a:xfrm>
            <a:off x="715149" y="1219483"/>
            <a:ext cx="4649379" cy="1852473"/>
          </a:xfrm>
          <a:prstGeom prst="rect">
            <a:avLst/>
          </a:prstGeom>
        </p:spPr>
        <p:txBody>
          <a:bodyPr spcFirstLastPara="1" wrap="square" lIns="91425" tIns="91425" rIns="91425" bIns="91425" anchor="t" anchorCtr="0">
            <a:noAutofit/>
          </a:bodyPr>
          <a:lstStyle/>
          <a:p>
            <a:pPr marL="171450" indent="-171450"/>
            <a:r>
              <a:rPr lang="zh-TW" altLang="en-US" sz="1600" dirty="0">
                <a:latin typeface="+mn-ea"/>
                <a:ea typeface="+mn-ea"/>
              </a:rPr>
              <a:t>保齡球是一項熱門的休閒活動，但只能在保齡球館進行，或是購買家用保齡球玩具套組。</a:t>
            </a:r>
            <a:endParaRPr lang="en-US" altLang="zh-TW" sz="1600" dirty="0">
              <a:latin typeface="+mn-ea"/>
              <a:ea typeface="+mn-ea"/>
            </a:endParaRPr>
          </a:p>
          <a:p>
            <a:pPr marL="0" indent="0">
              <a:buNone/>
            </a:pPr>
            <a:endParaRPr lang="en-US" altLang="zh-TW" sz="1600" dirty="0">
              <a:latin typeface="+mn-ea"/>
              <a:ea typeface="+mn-ea"/>
            </a:endParaRPr>
          </a:p>
          <a:p>
            <a:pPr marL="171450" indent="-171450"/>
            <a:r>
              <a:rPr lang="zh-TW" altLang="en-US" sz="1600" dirty="0">
                <a:latin typeface="+mn-ea"/>
                <a:ea typeface="+mn-ea"/>
              </a:rPr>
              <a:t>如果使用寶特瓶與球來</a:t>
            </a:r>
            <a:r>
              <a:rPr lang="en-US" altLang="zh-TW" sz="1600" dirty="0">
                <a:latin typeface="+mn-ea"/>
                <a:ea typeface="+mn-ea"/>
              </a:rPr>
              <a:t>DIY</a:t>
            </a:r>
            <a:r>
              <a:rPr lang="zh-TW" altLang="en-US" sz="1600" dirty="0">
                <a:latin typeface="+mn-ea"/>
                <a:ea typeface="+mn-ea"/>
              </a:rPr>
              <a:t>保齡球，會需要麻煩的人工計分。</a:t>
            </a:r>
            <a:endParaRPr lang="en-US" altLang="zh-TW" sz="1600" dirty="0">
              <a:latin typeface="+mn-ea"/>
              <a:ea typeface="+mn-ea"/>
            </a:endParaRPr>
          </a:p>
          <a:p>
            <a:pPr marL="171450" indent="-171450"/>
            <a:endParaRPr lang="en-US" altLang="zh-TW" sz="1600" dirty="0">
              <a:latin typeface="+mn-ea"/>
              <a:ea typeface="+mn-ea"/>
            </a:endParaRPr>
          </a:p>
          <a:p>
            <a:pPr marL="171450" indent="-171450"/>
            <a:r>
              <a:rPr lang="zh-TW" altLang="en-US" sz="1600" dirty="0">
                <a:latin typeface="+mn-ea"/>
                <a:ea typeface="+mn-ea"/>
              </a:rPr>
              <a:t>我們希望整合</a:t>
            </a:r>
            <a:r>
              <a:rPr lang="en-US" altLang="zh-TW" sz="1600" dirty="0">
                <a:latin typeface="+mn-ea"/>
                <a:ea typeface="+mn-ea"/>
              </a:rPr>
              <a:t>AI</a:t>
            </a:r>
            <a:r>
              <a:rPr lang="zh-TW" altLang="en-US" sz="1600" dirty="0">
                <a:latin typeface="+mn-ea"/>
                <a:ea typeface="+mn-ea"/>
              </a:rPr>
              <a:t>影像辨識，設計一個只需電腦與手機鏡頭就能運作的</a:t>
            </a:r>
            <a:r>
              <a:rPr lang="zh-TW" altLang="en-US" sz="1600" dirty="0">
                <a:solidFill>
                  <a:schemeClr val="accent2"/>
                </a:solidFill>
                <a:latin typeface="+mn-ea"/>
                <a:ea typeface="+mn-ea"/>
              </a:rPr>
              <a:t>居家保齡球自動計分系統</a:t>
            </a:r>
            <a:r>
              <a:rPr lang="zh-TW" altLang="en-US" sz="1600" dirty="0">
                <a:solidFill>
                  <a:schemeClr val="tx1"/>
                </a:solidFill>
                <a:latin typeface="+mn-ea"/>
                <a:ea typeface="+mn-ea"/>
              </a:rPr>
              <a:t>。</a:t>
            </a:r>
            <a:endParaRPr lang="en-US" altLang="zh-TW" sz="1600" dirty="0">
              <a:solidFill>
                <a:schemeClr val="tx1"/>
              </a:solidFill>
              <a:latin typeface="+mn-ea"/>
              <a:ea typeface="+mn-ea"/>
            </a:endParaRPr>
          </a:p>
        </p:txBody>
      </p:sp>
      <p:pic>
        <p:nvPicPr>
          <p:cNvPr id="413" name="Google Shape;413;p31"/>
          <p:cNvPicPr preferRelativeResize="0">
            <a:picLocks noGrp="1"/>
          </p:cNvPicPr>
          <p:nvPr>
            <p:ph type="pic" idx="2"/>
          </p:nvPr>
        </p:nvPicPr>
        <p:blipFill rotWithShape="1">
          <a:blip r:embed="rId3">
            <a:alphaModFix/>
          </a:blip>
          <a:srcRect t="10827" b="18724"/>
          <a:stretch/>
        </p:blipFill>
        <p:spPr>
          <a:xfrm>
            <a:off x="5817034" y="386334"/>
            <a:ext cx="1760036" cy="1858881"/>
          </a:xfrm>
          <a:prstGeom prst="ellipse">
            <a:avLst/>
          </a:prstGeom>
        </p:spPr>
      </p:pic>
      <p:sp>
        <p:nvSpPr>
          <p:cNvPr id="428" name="Google Shape;428;p31"/>
          <p:cNvSpPr/>
          <p:nvPr/>
        </p:nvSpPr>
        <p:spPr>
          <a:xfrm>
            <a:off x="317247" y="4221689"/>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429" name="Google Shape;429;p31"/>
          <p:cNvSpPr/>
          <p:nvPr/>
        </p:nvSpPr>
        <p:spPr>
          <a:xfrm>
            <a:off x="8200431" y="436821"/>
            <a:ext cx="330600" cy="347400"/>
          </a:xfrm>
          <a:prstGeom prst="star10">
            <a:avLst>
              <a:gd name="adj" fmla="val 31156"/>
              <a:gd name="hf" fmla="val 105146"/>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430" name="Google Shape;430;p31"/>
          <p:cNvGrpSpPr/>
          <p:nvPr/>
        </p:nvGrpSpPr>
        <p:grpSpPr>
          <a:xfrm>
            <a:off x="5623937" y="436821"/>
            <a:ext cx="627008" cy="627008"/>
            <a:chOff x="6118535" y="-1026182"/>
            <a:chExt cx="627008" cy="627008"/>
          </a:xfrm>
        </p:grpSpPr>
        <p:sp>
          <p:nvSpPr>
            <p:cNvPr id="431" name="Google Shape;431;p31"/>
            <p:cNvSpPr/>
            <p:nvPr/>
          </p:nvSpPr>
          <p:spPr>
            <a:xfrm>
              <a:off x="6118535" y="-1026182"/>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2" name="Google Shape;432;p31"/>
            <p:cNvSpPr/>
            <p:nvPr/>
          </p:nvSpPr>
          <p:spPr>
            <a:xfrm>
              <a:off x="6149433" y="-988909"/>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3" name="Google Shape;433;p31"/>
            <p:cNvSpPr/>
            <p:nvPr/>
          </p:nvSpPr>
          <p:spPr>
            <a:xfrm>
              <a:off x="6198968" y="-950654"/>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4" name="Google Shape;434;p31"/>
            <p:cNvSpPr/>
            <p:nvPr/>
          </p:nvSpPr>
          <p:spPr>
            <a:xfrm>
              <a:off x="6182510" y="-75321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5" name="Google Shape;435;p31"/>
            <p:cNvSpPr/>
            <p:nvPr/>
          </p:nvSpPr>
          <p:spPr>
            <a:xfrm>
              <a:off x="6279155" y="-761834"/>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6" name="Google Shape;436;p31"/>
            <p:cNvSpPr/>
            <p:nvPr/>
          </p:nvSpPr>
          <p:spPr>
            <a:xfrm>
              <a:off x="6416478" y="-761589"/>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7" name="Google Shape;437;p31"/>
            <p:cNvSpPr/>
            <p:nvPr/>
          </p:nvSpPr>
          <p:spPr>
            <a:xfrm>
              <a:off x="6344383" y="-676007"/>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pic>
        <p:nvPicPr>
          <p:cNvPr id="5" name="Google Shape;413;p31">
            <a:extLst>
              <a:ext uri="{FF2B5EF4-FFF2-40B4-BE49-F238E27FC236}">
                <a16:creationId xmlns:a16="http://schemas.microsoft.com/office/drawing/2014/main" id="{F5749A5D-3FA9-D4D1-5E66-EBC5051EA746}"/>
              </a:ext>
            </a:extLst>
          </p:cNvPr>
          <p:cNvPicPr preferRelativeResize="0">
            <a:picLocks/>
          </p:cNvPicPr>
          <p:nvPr/>
        </p:nvPicPr>
        <p:blipFill>
          <a:blip r:embed="rId4">
            <a:alphaModFix/>
          </a:blip>
          <a:srcRect l="2659" r="2659"/>
          <a:stretch/>
        </p:blipFill>
        <p:spPr>
          <a:xfrm>
            <a:off x="7146197" y="1913206"/>
            <a:ext cx="1760036" cy="1858881"/>
          </a:xfrm>
          <a:prstGeom prst="ellipse">
            <a:avLst/>
          </a:prstGeom>
          <a:noFill/>
          <a:ln>
            <a:noFill/>
          </a:ln>
        </p:spPr>
      </p:pic>
      <p:grpSp>
        <p:nvGrpSpPr>
          <p:cNvPr id="414" name="Google Shape;414;p31"/>
          <p:cNvGrpSpPr/>
          <p:nvPr/>
        </p:nvGrpSpPr>
        <p:grpSpPr>
          <a:xfrm>
            <a:off x="7108445" y="1140230"/>
            <a:ext cx="1296094" cy="948097"/>
            <a:chOff x="3082101" y="2623297"/>
            <a:chExt cx="1025314" cy="750021"/>
          </a:xfrm>
        </p:grpSpPr>
        <p:sp>
          <p:nvSpPr>
            <p:cNvPr id="415" name="Google Shape;415;p31"/>
            <p:cNvSpPr/>
            <p:nvPr/>
          </p:nvSpPr>
          <p:spPr>
            <a:xfrm>
              <a:off x="3347273"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6"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10"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6" name="Google Shape;416;p31"/>
            <p:cNvSpPr/>
            <p:nvPr/>
          </p:nvSpPr>
          <p:spPr>
            <a:xfrm>
              <a:off x="3082101"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187"/>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7" name="Google Shape;417;p31"/>
            <p:cNvSpPr/>
            <p:nvPr/>
          </p:nvSpPr>
          <p:spPr>
            <a:xfrm>
              <a:off x="3238797"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616"/>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8" name="Google Shape;418;p31"/>
            <p:cNvSpPr/>
            <p:nvPr/>
          </p:nvSpPr>
          <p:spPr>
            <a:xfrm>
              <a:off x="3249661" y="3149050"/>
              <a:ext cx="847758" cy="92998"/>
            </a:xfrm>
            <a:custGeom>
              <a:avLst/>
              <a:gdLst/>
              <a:ahLst/>
              <a:cxnLst/>
              <a:rect l="l" t="t" r="r" b="b"/>
              <a:pathLst>
                <a:path w="1487294" h="163155" extrusionOk="0">
                  <a:moveTo>
                    <a:pt x="1487295" y="163156"/>
                  </a:moveTo>
                  <a:cubicBezTo>
                    <a:pt x="1475702" y="112921"/>
                    <a:pt x="1460675" y="57105"/>
                    <a:pt x="1440924" y="0"/>
                  </a:cubicBezTo>
                  <a:lnTo>
                    <a:pt x="50235" y="0"/>
                  </a:lnTo>
                  <a:cubicBezTo>
                    <a:pt x="29196" y="57105"/>
                    <a:pt x="12881" y="112492"/>
                    <a:pt x="0" y="163156"/>
                  </a:cubicBezTo>
                  <a:lnTo>
                    <a:pt x="1487295" y="16315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9" name="Google Shape;419;p31"/>
            <p:cNvSpPr/>
            <p:nvPr/>
          </p:nvSpPr>
          <p:spPr>
            <a:xfrm>
              <a:off x="3482621" y="2888626"/>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0" name="Google Shape;420;p31"/>
            <p:cNvSpPr/>
            <p:nvPr/>
          </p:nvSpPr>
          <p:spPr>
            <a:xfrm rot="-5174158">
              <a:off x="3502637" y="2908603"/>
              <a:ext cx="70146" cy="70146"/>
            </a:xfrm>
            <a:custGeom>
              <a:avLst/>
              <a:gdLst/>
              <a:ahLst/>
              <a:cxnLst/>
              <a:rect l="l" t="t" r="r" b="b"/>
              <a:pathLst>
                <a:path w="122798" h="122798" extrusionOk="0">
                  <a:moveTo>
                    <a:pt x="122798" y="61399"/>
                  </a:moveTo>
                  <a:cubicBezTo>
                    <a:pt x="122798" y="95309"/>
                    <a:pt x="95309" y="122798"/>
                    <a:pt x="61399" y="122798"/>
                  </a:cubicBezTo>
                  <a:cubicBezTo>
                    <a:pt x="27489" y="122798"/>
                    <a:pt x="0" y="95309"/>
                    <a:pt x="0" y="61399"/>
                  </a:cubicBezTo>
                  <a:cubicBezTo>
                    <a:pt x="0" y="27489"/>
                    <a:pt x="27489" y="0"/>
                    <a:pt x="61399" y="0"/>
                  </a:cubicBezTo>
                  <a:cubicBezTo>
                    <a:pt x="95309" y="0"/>
                    <a:pt x="122798" y="27489"/>
                    <a:pt x="122798" y="61399"/>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1" name="Google Shape;421;p31"/>
            <p:cNvSpPr/>
            <p:nvPr/>
          </p:nvSpPr>
          <p:spPr>
            <a:xfrm>
              <a:off x="3759720" y="2883722"/>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2" name="Google Shape;422;p31"/>
            <p:cNvSpPr/>
            <p:nvPr/>
          </p:nvSpPr>
          <p:spPr>
            <a:xfrm>
              <a:off x="3779828" y="2903830"/>
              <a:ext cx="69994" cy="69994"/>
            </a:xfrm>
            <a:custGeom>
              <a:avLst/>
              <a:gdLst/>
              <a:ahLst/>
              <a:cxnLst/>
              <a:rect l="l" t="t" r="r" b="b"/>
              <a:pathLst>
                <a:path w="122796" h="122796" extrusionOk="0">
                  <a:moveTo>
                    <a:pt x="122796" y="61398"/>
                  </a:moveTo>
                  <a:cubicBezTo>
                    <a:pt x="122796" y="95307"/>
                    <a:pt x="95307" y="122796"/>
                    <a:pt x="61398" y="122796"/>
                  </a:cubicBezTo>
                  <a:cubicBezTo>
                    <a:pt x="27489" y="122796"/>
                    <a:pt x="0" y="95307"/>
                    <a:pt x="0" y="61398"/>
                  </a:cubicBezTo>
                  <a:cubicBezTo>
                    <a:pt x="0" y="27489"/>
                    <a:pt x="27489" y="0"/>
                    <a:pt x="61398" y="0"/>
                  </a:cubicBezTo>
                  <a:cubicBezTo>
                    <a:pt x="95307" y="0"/>
                    <a:pt x="122796" y="27489"/>
                    <a:pt x="122796" y="61398"/>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3" name="Google Shape;423;p31"/>
            <p:cNvSpPr/>
            <p:nvPr/>
          </p:nvSpPr>
          <p:spPr>
            <a:xfrm>
              <a:off x="3248189" y="2864349"/>
              <a:ext cx="254142" cy="373645"/>
            </a:xfrm>
            <a:custGeom>
              <a:avLst/>
              <a:gdLst/>
              <a:ahLst/>
              <a:cxnLst/>
              <a:rect l="l" t="t" r="r" b="b"/>
              <a:pathLst>
                <a:path w="445864" h="655518" extrusionOk="0">
                  <a:moveTo>
                    <a:pt x="445673" y="0"/>
                  </a:moveTo>
                  <a:cubicBezTo>
                    <a:pt x="433222" y="3864"/>
                    <a:pt x="420341" y="6870"/>
                    <a:pt x="407890" y="10734"/>
                  </a:cubicBezTo>
                  <a:cubicBezTo>
                    <a:pt x="395868" y="14169"/>
                    <a:pt x="384275" y="20609"/>
                    <a:pt x="373112" y="26620"/>
                  </a:cubicBezTo>
                  <a:cubicBezTo>
                    <a:pt x="350356" y="37783"/>
                    <a:pt x="329747" y="51952"/>
                    <a:pt x="309996" y="67409"/>
                  </a:cubicBezTo>
                  <a:cubicBezTo>
                    <a:pt x="270066" y="98323"/>
                    <a:pt x="233571" y="133101"/>
                    <a:pt x="201369" y="171743"/>
                  </a:cubicBezTo>
                  <a:cubicBezTo>
                    <a:pt x="132242" y="253750"/>
                    <a:pt x="80719" y="349927"/>
                    <a:pt x="45941" y="451255"/>
                  </a:cubicBezTo>
                  <a:cubicBezTo>
                    <a:pt x="35637" y="480881"/>
                    <a:pt x="26620" y="510936"/>
                    <a:pt x="18892" y="540991"/>
                  </a:cubicBezTo>
                  <a:cubicBezTo>
                    <a:pt x="15028" y="556877"/>
                    <a:pt x="11163" y="572763"/>
                    <a:pt x="7728" y="588649"/>
                  </a:cubicBezTo>
                  <a:cubicBezTo>
                    <a:pt x="4294" y="604536"/>
                    <a:pt x="0" y="620422"/>
                    <a:pt x="0" y="636737"/>
                  </a:cubicBezTo>
                  <a:cubicBezTo>
                    <a:pt x="0" y="643178"/>
                    <a:pt x="3864" y="648759"/>
                    <a:pt x="9017" y="652624"/>
                  </a:cubicBezTo>
                  <a:cubicBezTo>
                    <a:pt x="12451" y="655200"/>
                    <a:pt x="19750" y="657776"/>
                    <a:pt x="21897" y="652194"/>
                  </a:cubicBezTo>
                  <a:cubicBezTo>
                    <a:pt x="27479" y="639313"/>
                    <a:pt x="29196" y="625145"/>
                    <a:pt x="32202" y="611405"/>
                  </a:cubicBezTo>
                  <a:cubicBezTo>
                    <a:pt x="35207" y="597666"/>
                    <a:pt x="38213" y="583926"/>
                    <a:pt x="41648" y="570187"/>
                  </a:cubicBezTo>
                  <a:cubicBezTo>
                    <a:pt x="48088" y="543996"/>
                    <a:pt x="55817" y="517805"/>
                    <a:pt x="63974" y="492044"/>
                  </a:cubicBezTo>
                  <a:cubicBezTo>
                    <a:pt x="81149" y="439662"/>
                    <a:pt x="101758" y="388139"/>
                    <a:pt x="126661" y="339193"/>
                  </a:cubicBezTo>
                  <a:cubicBezTo>
                    <a:pt x="172602" y="248598"/>
                    <a:pt x="235717" y="166161"/>
                    <a:pt x="313431" y="100470"/>
                  </a:cubicBezTo>
                  <a:cubicBezTo>
                    <a:pt x="334470" y="82436"/>
                    <a:pt x="357226" y="66550"/>
                    <a:pt x="379552" y="49805"/>
                  </a:cubicBezTo>
                  <a:cubicBezTo>
                    <a:pt x="390286" y="41647"/>
                    <a:pt x="401449" y="33490"/>
                    <a:pt x="412613" y="25761"/>
                  </a:cubicBezTo>
                  <a:cubicBezTo>
                    <a:pt x="418194" y="21897"/>
                    <a:pt x="422917" y="17174"/>
                    <a:pt x="428070" y="12881"/>
                  </a:cubicBezTo>
                  <a:cubicBezTo>
                    <a:pt x="433651" y="8158"/>
                    <a:pt x="440092" y="4294"/>
                    <a:pt x="445673" y="0"/>
                  </a:cubicBezTo>
                  <a:cubicBezTo>
                    <a:pt x="446103" y="0"/>
                    <a:pt x="445673" y="0"/>
                    <a:pt x="445673" y="0"/>
                  </a:cubicBezTo>
                  <a:lnTo>
                    <a:pt x="445673"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4" name="Google Shape;424;p31"/>
            <p:cNvSpPr/>
            <p:nvPr/>
          </p:nvSpPr>
          <p:spPr>
            <a:xfrm>
              <a:off x="3521379"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5"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09"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5" name="Google Shape;425;p31"/>
            <p:cNvSpPr/>
            <p:nvPr/>
          </p:nvSpPr>
          <p:spPr>
            <a:xfrm>
              <a:off x="3169147" y="2839582"/>
              <a:ext cx="274487" cy="388651"/>
            </a:xfrm>
            <a:custGeom>
              <a:avLst/>
              <a:gdLst/>
              <a:ahLst/>
              <a:cxnLst/>
              <a:rect l="l" t="t" r="r" b="b"/>
              <a:pathLst>
                <a:path w="481556" h="681844" extrusionOk="0">
                  <a:moveTo>
                    <a:pt x="479735" y="0"/>
                  </a:moveTo>
                  <a:cubicBezTo>
                    <a:pt x="451826" y="859"/>
                    <a:pt x="424777" y="5152"/>
                    <a:pt x="398586" y="15886"/>
                  </a:cubicBezTo>
                  <a:cubicBezTo>
                    <a:pt x="372395" y="26620"/>
                    <a:pt x="348780" y="42507"/>
                    <a:pt x="326454" y="60110"/>
                  </a:cubicBezTo>
                  <a:cubicBezTo>
                    <a:pt x="283089" y="95317"/>
                    <a:pt x="244876" y="137394"/>
                    <a:pt x="210098" y="180760"/>
                  </a:cubicBezTo>
                  <a:cubicBezTo>
                    <a:pt x="140113" y="268349"/>
                    <a:pt x="85155" y="368818"/>
                    <a:pt x="47371" y="474440"/>
                  </a:cubicBezTo>
                  <a:cubicBezTo>
                    <a:pt x="25903" y="534121"/>
                    <a:pt x="10017" y="596378"/>
                    <a:pt x="142" y="659064"/>
                  </a:cubicBezTo>
                  <a:cubicBezTo>
                    <a:pt x="-1146" y="667222"/>
                    <a:pt x="6582" y="676238"/>
                    <a:pt x="13023" y="679673"/>
                  </a:cubicBezTo>
                  <a:cubicBezTo>
                    <a:pt x="19034" y="683108"/>
                    <a:pt x="26762" y="683108"/>
                    <a:pt x="28480" y="674950"/>
                  </a:cubicBezTo>
                  <a:cubicBezTo>
                    <a:pt x="45654" y="566323"/>
                    <a:pt x="81291" y="460701"/>
                    <a:pt x="131955" y="363237"/>
                  </a:cubicBezTo>
                  <a:cubicBezTo>
                    <a:pt x="182619" y="265343"/>
                    <a:pt x="249169" y="176037"/>
                    <a:pt x="326454" y="97464"/>
                  </a:cubicBezTo>
                  <a:cubicBezTo>
                    <a:pt x="348351" y="75138"/>
                    <a:pt x="371966" y="55387"/>
                    <a:pt x="397727" y="37354"/>
                  </a:cubicBezTo>
                  <a:cubicBezTo>
                    <a:pt x="422201" y="20180"/>
                    <a:pt x="450538" y="5152"/>
                    <a:pt x="481023" y="2147"/>
                  </a:cubicBezTo>
                  <a:cubicBezTo>
                    <a:pt x="482311" y="2147"/>
                    <a:pt x="481023" y="0"/>
                    <a:pt x="479735" y="0"/>
                  </a:cubicBezTo>
                  <a:lnTo>
                    <a:pt x="479735"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6" name="Google Shape;426;p31"/>
            <p:cNvSpPr/>
            <p:nvPr/>
          </p:nvSpPr>
          <p:spPr>
            <a:xfrm>
              <a:off x="3511066" y="2919769"/>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9"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7" name="Google Shape;427;p31"/>
            <p:cNvSpPr/>
            <p:nvPr/>
          </p:nvSpPr>
          <p:spPr>
            <a:xfrm>
              <a:off x="3790863" y="2914865"/>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8"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7" name="Google Shape;579;p34">
            <a:extLst>
              <a:ext uri="{FF2B5EF4-FFF2-40B4-BE49-F238E27FC236}">
                <a16:creationId xmlns:a16="http://schemas.microsoft.com/office/drawing/2014/main" id="{76685B9A-D3FE-F45D-33C3-EA5CD405E17F}"/>
              </a:ext>
            </a:extLst>
          </p:cNvPr>
          <p:cNvSpPr txBox="1">
            <a:spLocks/>
          </p:cNvSpPr>
          <p:nvPr/>
        </p:nvSpPr>
        <p:spPr>
          <a:xfrm>
            <a:off x="720000" y="445025"/>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500"/>
              <a:buFont typeface="Grand Hotel"/>
              <a:buNone/>
              <a:defRPr sz="3500" b="0" i="0" u="none" strike="noStrike" cap="none">
                <a:solidFill>
                  <a:schemeClr val="dk1"/>
                </a:solidFill>
                <a:latin typeface="Grand Hotel"/>
                <a:ea typeface="Grand Hotel"/>
                <a:cs typeface="Grand Hotel"/>
                <a:sym typeface="Grand Hotel"/>
              </a:defRPr>
            </a:lvl1pPr>
            <a:lvl2pPr marR="0" lvl="1"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2pPr>
            <a:lvl3pPr marR="0" lvl="2"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3pPr>
            <a:lvl4pPr marR="0" lvl="3"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4pPr>
            <a:lvl5pPr marR="0" lvl="4"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5pPr>
            <a:lvl6pPr marR="0" lvl="5"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6pPr>
            <a:lvl7pPr marR="0" lvl="6"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7pPr>
            <a:lvl8pPr marR="0" lvl="7"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8pPr>
            <a:lvl9pPr marR="0" lvl="8" algn="l" rtl="0">
              <a:lnSpc>
                <a:spcPct val="100000"/>
              </a:lnSpc>
              <a:spcBef>
                <a:spcPts val="0"/>
              </a:spcBef>
              <a:spcAft>
                <a:spcPts val="0"/>
              </a:spcAft>
              <a:buClr>
                <a:schemeClr val="dk1"/>
              </a:buClr>
              <a:buSzPts val="3000"/>
              <a:buFont typeface="Raleway"/>
              <a:buNone/>
              <a:defRPr sz="3000" b="0" i="0" u="none" strike="noStrike" cap="none">
                <a:solidFill>
                  <a:schemeClr val="dk1"/>
                </a:solidFill>
                <a:latin typeface="Raleway"/>
                <a:ea typeface="Raleway"/>
                <a:cs typeface="Raleway"/>
                <a:sym typeface="Raleway"/>
              </a:defRPr>
            </a:lvl9pPr>
          </a:lstStyle>
          <a:p>
            <a:r>
              <a:rPr lang="en-US" dirty="0">
                <a:latin typeface="+mj-lt"/>
              </a:rPr>
              <a:t>Motivation and Goal</a:t>
            </a:r>
          </a:p>
        </p:txBody>
      </p:sp>
      <p:grpSp>
        <p:nvGrpSpPr>
          <p:cNvPr id="31" name="群組 30">
            <a:extLst>
              <a:ext uri="{FF2B5EF4-FFF2-40B4-BE49-F238E27FC236}">
                <a16:creationId xmlns:a16="http://schemas.microsoft.com/office/drawing/2014/main" id="{FA9C3150-DFA8-A67A-5384-F6D1C2BC8B32}"/>
              </a:ext>
            </a:extLst>
          </p:cNvPr>
          <p:cNvGrpSpPr/>
          <p:nvPr/>
        </p:nvGrpSpPr>
        <p:grpSpPr>
          <a:xfrm>
            <a:off x="1738614" y="3033911"/>
            <a:ext cx="6627117" cy="2287312"/>
            <a:chOff x="1487345" y="2889475"/>
            <a:chExt cx="6627117" cy="2287312"/>
          </a:xfrm>
        </p:grpSpPr>
        <p:grpSp>
          <p:nvGrpSpPr>
            <p:cNvPr id="19" name="群組 18">
              <a:extLst>
                <a:ext uri="{FF2B5EF4-FFF2-40B4-BE49-F238E27FC236}">
                  <a16:creationId xmlns:a16="http://schemas.microsoft.com/office/drawing/2014/main" id="{B4B8849B-C3D1-218D-30D2-54CE72C8E188}"/>
                </a:ext>
              </a:extLst>
            </p:cNvPr>
            <p:cNvGrpSpPr/>
            <p:nvPr/>
          </p:nvGrpSpPr>
          <p:grpSpPr>
            <a:xfrm>
              <a:off x="1487345" y="3407087"/>
              <a:ext cx="1453034" cy="1381508"/>
              <a:chOff x="975129" y="3389838"/>
              <a:chExt cx="1453034" cy="1381508"/>
            </a:xfrm>
          </p:grpSpPr>
          <p:pic>
            <p:nvPicPr>
              <p:cNvPr id="7" name="圖片 6" descr="一張含有 食物, 塑膠瓶, 水瓶, 瓶子 的圖片&#10;&#10;AI 產生的內容可能不正確。">
                <a:extLst>
                  <a:ext uri="{FF2B5EF4-FFF2-40B4-BE49-F238E27FC236}">
                    <a16:creationId xmlns:a16="http://schemas.microsoft.com/office/drawing/2014/main" id="{E89F1EC5-3F55-478D-CE99-34D56F687EE9}"/>
                  </a:ext>
                </a:extLst>
              </p:cNvPr>
              <p:cNvPicPr>
                <a:picLocks noChangeAspect="1"/>
              </p:cNvPicPr>
              <p:nvPr/>
            </p:nvPicPr>
            <p:blipFill>
              <a:blip r:embed="rId5"/>
              <a:stretch>
                <a:fillRect/>
              </a:stretch>
            </p:blipFill>
            <p:spPr>
              <a:xfrm flipH="1">
                <a:off x="1267397" y="3389838"/>
                <a:ext cx="792577" cy="792577"/>
              </a:xfrm>
              <a:prstGeom prst="rect">
                <a:avLst/>
              </a:prstGeom>
            </p:spPr>
          </p:pic>
          <p:pic>
            <p:nvPicPr>
              <p:cNvPr id="8" name="圖片 7" descr="一張含有 食物, 塑膠瓶, 水瓶, 瓶子 的圖片&#10;&#10;AI 產生的內容可能不正確。">
                <a:extLst>
                  <a:ext uri="{FF2B5EF4-FFF2-40B4-BE49-F238E27FC236}">
                    <a16:creationId xmlns:a16="http://schemas.microsoft.com/office/drawing/2014/main" id="{5B0C26A5-DA5C-32A1-5540-2BA15CDBF24A}"/>
                  </a:ext>
                </a:extLst>
              </p:cNvPr>
              <p:cNvPicPr>
                <a:picLocks noChangeAspect="1"/>
              </p:cNvPicPr>
              <p:nvPr/>
            </p:nvPicPr>
            <p:blipFill>
              <a:blip r:embed="rId5"/>
              <a:stretch>
                <a:fillRect/>
              </a:stretch>
            </p:blipFill>
            <p:spPr>
              <a:xfrm flipH="1">
                <a:off x="1088482" y="3638054"/>
                <a:ext cx="792577" cy="792577"/>
              </a:xfrm>
              <a:prstGeom prst="rect">
                <a:avLst/>
              </a:prstGeom>
            </p:spPr>
          </p:pic>
          <p:pic>
            <p:nvPicPr>
              <p:cNvPr id="9" name="圖片 8" descr="一張含有 食物, 塑膠瓶, 水瓶, 瓶子 的圖片&#10;&#10;AI 產生的內容可能不正確。">
                <a:extLst>
                  <a:ext uri="{FF2B5EF4-FFF2-40B4-BE49-F238E27FC236}">
                    <a16:creationId xmlns:a16="http://schemas.microsoft.com/office/drawing/2014/main" id="{85C01C7C-8D49-A2EB-9291-DE6805EA61CD}"/>
                  </a:ext>
                </a:extLst>
              </p:cNvPr>
              <p:cNvPicPr>
                <a:picLocks noChangeAspect="1"/>
              </p:cNvPicPr>
              <p:nvPr/>
            </p:nvPicPr>
            <p:blipFill>
              <a:blip r:embed="rId5"/>
              <a:stretch>
                <a:fillRect/>
              </a:stretch>
            </p:blipFill>
            <p:spPr>
              <a:xfrm flipH="1">
                <a:off x="975129" y="3978769"/>
                <a:ext cx="792577" cy="792577"/>
              </a:xfrm>
              <a:prstGeom prst="rect">
                <a:avLst/>
              </a:prstGeom>
            </p:spPr>
          </p:pic>
          <p:pic>
            <p:nvPicPr>
              <p:cNvPr id="10" name="圖片 9" descr="一張含有 食物, 塑膠瓶, 水瓶, 瓶子 的圖片&#10;&#10;AI 產生的內容可能不正確。">
                <a:extLst>
                  <a:ext uri="{FF2B5EF4-FFF2-40B4-BE49-F238E27FC236}">
                    <a16:creationId xmlns:a16="http://schemas.microsoft.com/office/drawing/2014/main" id="{323D568E-799D-68C2-F1A6-729733FE8F60}"/>
                  </a:ext>
                </a:extLst>
              </p:cNvPr>
              <p:cNvPicPr>
                <a:picLocks noChangeAspect="1"/>
              </p:cNvPicPr>
              <p:nvPr/>
            </p:nvPicPr>
            <p:blipFill>
              <a:blip r:embed="rId5"/>
              <a:stretch>
                <a:fillRect/>
              </a:stretch>
            </p:blipFill>
            <p:spPr>
              <a:xfrm flipH="1">
                <a:off x="1395187" y="3595318"/>
                <a:ext cx="792577" cy="792577"/>
              </a:xfrm>
              <a:prstGeom prst="rect">
                <a:avLst/>
              </a:prstGeom>
            </p:spPr>
          </p:pic>
          <p:pic>
            <p:nvPicPr>
              <p:cNvPr id="11" name="圖片 10" descr="一張含有 食物, 塑膠瓶, 水瓶, 瓶子 的圖片&#10;&#10;AI 產生的內容可能不正確。">
                <a:extLst>
                  <a:ext uri="{FF2B5EF4-FFF2-40B4-BE49-F238E27FC236}">
                    <a16:creationId xmlns:a16="http://schemas.microsoft.com/office/drawing/2014/main" id="{2C50BD5E-CF93-ACFC-38A9-AF5880FB2ECB}"/>
                  </a:ext>
                </a:extLst>
              </p:cNvPr>
              <p:cNvPicPr>
                <a:picLocks noChangeAspect="1"/>
              </p:cNvPicPr>
              <p:nvPr/>
            </p:nvPicPr>
            <p:blipFill>
              <a:blip r:embed="rId5"/>
              <a:stretch>
                <a:fillRect/>
              </a:stretch>
            </p:blipFill>
            <p:spPr>
              <a:xfrm flipH="1">
                <a:off x="1285673" y="3884424"/>
                <a:ext cx="792577" cy="792577"/>
              </a:xfrm>
              <a:prstGeom prst="rect">
                <a:avLst/>
              </a:prstGeom>
            </p:spPr>
          </p:pic>
          <p:pic>
            <p:nvPicPr>
              <p:cNvPr id="12" name="圖片 11" descr="一張含有 食物, 塑膠瓶, 水瓶, 瓶子 的圖片&#10;&#10;AI 產生的內容可能不正確。">
                <a:extLst>
                  <a:ext uri="{FF2B5EF4-FFF2-40B4-BE49-F238E27FC236}">
                    <a16:creationId xmlns:a16="http://schemas.microsoft.com/office/drawing/2014/main" id="{2C200D93-3587-52BC-2FB9-AE97808AAA4C}"/>
                  </a:ext>
                </a:extLst>
              </p:cNvPr>
              <p:cNvPicPr>
                <a:picLocks noChangeAspect="1"/>
              </p:cNvPicPr>
              <p:nvPr/>
            </p:nvPicPr>
            <p:blipFill>
              <a:blip r:embed="rId5"/>
              <a:stretch>
                <a:fillRect/>
              </a:stretch>
            </p:blipFill>
            <p:spPr>
              <a:xfrm flipH="1">
                <a:off x="1635586" y="3828862"/>
                <a:ext cx="792577" cy="792577"/>
              </a:xfrm>
              <a:prstGeom prst="rect">
                <a:avLst/>
              </a:prstGeom>
            </p:spPr>
          </p:pic>
        </p:grpSp>
        <p:pic>
          <p:nvPicPr>
            <p:cNvPr id="15" name="圖片 14" descr="一張含有 圓形, 黃色, 鮮豔, 圖形 的圖片&#10;&#10;AI 產生的內容可能不正確。">
              <a:extLst>
                <a:ext uri="{FF2B5EF4-FFF2-40B4-BE49-F238E27FC236}">
                  <a16:creationId xmlns:a16="http://schemas.microsoft.com/office/drawing/2014/main" id="{A700A208-D823-5A6B-44A3-5C2A4AC999EA}"/>
                </a:ext>
              </a:extLst>
            </p:cNvPr>
            <p:cNvPicPr>
              <a:picLocks noChangeAspect="1"/>
            </p:cNvPicPr>
            <p:nvPr/>
          </p:nvPicPr>
          <p:blipFill>
            <a:blip r:embed="rId6">
              <a:extLst>
                <a:ext uri="{BEBA8EAE-BF5A-486C-A8C5-ECC9F3942E4B}">
                  <a14:imgProps xmlns:a14="http://schemas.microsoft.com/office/drawing/2010/main">
                    <a14:imgLayer r:embed="rId7">
                      <a14:imgEffect>
                        <a14:saturation sat="66000"/>
                      </a14:imgEffect>
                    </a14:imgLayer>
                  </a14:imgProps>
                </a:ext>
              </a:extLst>
            </a:blip>
            <a:stretch>
              <a:fillRect/>
            </a:stretch>
          </p:blipFill>
          <p:spPr>
            <a:xfrm>
              <a:off x="4639281" y="4008855"/>
              <a:ext cx="488910" cy="488910"/>
            </a:xfrm>
            <a:prstGeom prst="rect">
              <a:avLst/>
            </a:prstGeom>
          </p:spPr>
        </p:pic>
        <p:pic>
          <p:nvPicPr>
            <p:cNvPr id="17" name="圖片 16" descr="一張含有 黑色, 黑暗 的圖片&#10;&#10;AI 產生的內容可能不正確。">
              <a:extLst>
                <a:ext uri="{FF2B5EF4-FFF2-40B4-BE49-F238E27FC236}">
                  <a16:creationId xmlns:a16="http://schemas.microsoft.com/office/drawing/2014/main" id="{0F857A30-6ED1-2809-5877-014B762D2584}"/>
                </a:ext>
              </a:extLst>
            </p:cNvPr>
            <p:cNvPicPr>
              <a:picLocks noChangeAspect="1"/>
            </p:cNvPicPr>
            <p:nvPr/>
          </p:nvPicPr>
          <p:blipFill>
            <a:blip r:embed="rId8"/>
            <a:stretch>
              <a:fillRect/>
            </a:stretch>
          </p:blipFill>
          <p:spPr>
            <a:xfrm flipH="1">
              <a:off x="2841378" y="3403617"/>
              <a:ext cx="1773170" cy="1773170"/>
            </a:xfrm>
            <a:prstGeom prst="rect">
              <a:avLst/>
            </a:prstGeom>
          </p:spPr>
        </p:pic>
        <p:grpSp>
          <p:nvGrpSpPr>
            <p:cNvPr id="24" name="群組 23">
              <a:extLst>
                <a:ext uri="{FF2B5EF4-FFF2-40B4-BE49-F238E27FC236}">
                  <a16:creationId xmlns:a16="http://schemas.microsoft.com/office/drawing/2014/main" id="{9116B1D8-2882-07EB-6144-31DD4CA2D31E}"/>
                </a:ext>
              </a:extLst>
            </p:cNvPr>
            <p:cNvGrpSpPr/>
            <p:nvPr/>
          </p:nvGrpSpPr>
          <p:grpSpPr>
            <a:xfrm>
              <a:off x="4883736" y="3006374"/>
              <a:ext cx="792577" cy="827190"/>
              <a:chOff x="5634707" y="2806030"/>
              <a:chExt cx="792577" cy="827190"/>
            </a:xfrm>
          </p:grpSpPr>
          <p:pic>
            <p:nvPicPr>
              <p:cNvPr id="21" name="圖片 20" descr="一張含有 黑色, 黑暗 的圖片&#10;&#10;AI 產生的內容可能不正確。">
                <a:extLst>
                  <a:ext uri="{FF2B5EF4-FFF2-40B4-BE49-F238E27FC236}">
                    <a16:creationId xmlns:a16="http://schemas.microsoft.com/office/drawing/2014/main" id="{30911427-8363-3515-9D62-734FB1D72456}"/>
                  </a:ext>
                </a:extLst>
              </p:cNvPr>
              <p:cNvPicPr>
                <a:picLocks noChangeAspect="1"/>
              </p:cNvPicPr>
              <p:nvPr/>
            </p:nvPicPr>
            <p:blipFill>
              <a:blip r:embed="rId9"/>
              <a:stretch>
                <a:fillRect/>
              </a:stretch>
            </p:blipFill>
            <p:spPr>
              <a:xfrm>
                <a:off x="5634707" y="2840643"/>
                <a:ext cx="792577" cy="792577"/>
              </a:xfrm>
              <a:prstGeom prst="rect">
                <a:avLst/>
              </a:prstGeom>
            </p:spPr>
          </p:pic>
          <p:pic>
            <p:nvPicPr>
              <p:cNvPr id="23" name="圖片 22" descr="一張含有 黑色, 黑暗 的圖片&#10;&#10;AI 產生的內容可能不正確。">
                <a:extLst>
                  <a:ext uri="{FF2B5EF4-FFF2-40B4-BE49-F238E27FC236}">
                    <a16:creationId xmlns:a16="http://schemas.microsoft.com/office/drawing/2014/main" id="{FEEC035C-57DD-E17E-28F4-B66B638792B2}"/>
                  </a:ext>
                </a:extLst>
              </p:cNvPr>
              <p:cNvPicPr>
                <a:picLocks noChangeAspect="1"/>
              </p:cNvPicPr>
              <p:nvPr/>
            </p:nvPicPr>
            <p:blipFill>
              <a:blip r:embed="rId10"/>
              <a:stretch>
                <a:fillRect/>
              </a:stretch>
            </p:blipFill>
            <p:spPr>
              <a:xfrm rot="16200000">
                <a:off x="5659754" y="2806030"/>
                <a:ext cx="590097" cy="590097"/>
              </a:xfrm>
              <a:prstGeom prst="rect">
                <a:avLst/>
              </a:prstGeom>
            </p:spPr>
          </p:pic>
        </p:grpSp>
        <p:pic>
          <p:nvPicPr>
            <p:cNvPr id="26" name="圖片 25" descr="一張含有 螢幕擷取畫面, 設計, 筆記型電腦, Rectangle 的圖片&#10;&#10;AI 產生的內容可能不正確。">
              <a:extLst>
                <a:ext uri="{FF2B5EF4-FFF2-40B4-BE49-F238E27FC236}">
                  <a16:creationId xmlns:a16="http://schemas.microsoft.com/office/drawing/2014/main" id="{6B2451D7-DC7B-D651-DE5D-9A25580C8C6B}"/>
                </a:ext>
              </a:extLst>
            </p:cNvPr>
            <p:cNvPicPr>
              <a:picLocks noChangeAspect="1"/>
            </p:cNvPicPr>
            <p:nvPr/>
          </p:nvPicPr>
          <p:blipFill>
            <a:blip r:embed="rId11"/>
            <a:stretch>
              <a:fillRect/>
            </a:stretch>
          </p:blipFill>
          <p:spPr>
            <a:xfrm>
              <a:off x="5623937" y="2889475"/>
              <a:ext cx="1084740" cy="1084740"/>
            </a:xfrm>
            <a:prstGeom prst="rect">
              <a:avLst/>
            </a:prstGeom>
          </p:spPr>
        </p:pic>
        <p:sp>
          <p:nvSpPr>
            <p:cNvPr id="30" name="Google Shape;412;p31">
              <a:extLst>
                <a:ext uri="{FF2B5EF4-FFF2-40B4-BE49-F238E27FC236}">
                  <a16:creationId xmlns:a16="http://schemas.microsoft.com/office/drawing/2014/main" id="{B965FD27-B053-5F88-5CF7-0F42C1D451DA}"/>
                </a:ext>
              </a:extLst>
            </p:cNvPr>
            <p:cNvSpPr txBox="1">
              <a:spLocks/>
            </p:cNvSpPr>
            <p:nvPr/>
          </p:nvSpPr>
          <p:spPr>
            <a:xfrm>
              <a:off x="5397182" y="4114481"/>
              <a:ext cx="2717280" cy="3869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1pPr>
              <a:lvl2pPr marL="914400" marR="0" lvl="1"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2pPr>
              <a:lvl3pPr marL="1371600" marR="0" lvl="2"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3pPr>
              <a:lvl4pPr marL="1828800" marR="0" lvl="3"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4pPr>
              <a:lvl5pPr marL="2286000" marR="0" lvl="4"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5pPr>
              <a:lvl6pPr marL="2743200" marR="0" lvl="5"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6pPr>
              <a:lvl7pPr marL="3200400" marR="0" lvl="6"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7pPr>
              <a:lvl8pPr marL="3657600" marR="0" lvl="7"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8pPr>
              <a:lvl9pPr marL="4114800" marR="0" lvl="8" indent="-304800"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Inter"/>
                  <a:ea typeface="Inter"/>
                  <a:cs typeface="Inter"/>
                  <a:sym typeface="Inter"/>
                </a:defRPr>
              </a:lvl9pPr>
            </a:lstStyle>
            <a:p>
              <a:pPr marL="0" indent="0">
                <a:buNone/>
              </a:pPr>
              <a:r>
                <a:rPr lang="zh-TW" altLang="en-US" sz="1400" dirty="0">
                  <a:solidFill>
                    <a:schemeClr val="tx1"/>
                  </a:solidFill>
                  <a:effectLst>
                    <a:glow rad="101600">
                      <a:schemeClr val="accent2">
                        <a:satMod val="175000"/>
                        <a:alpha val="40000"/>
                      </a:schemeClr>
                    </a:glow>
                  </a:effectLst>
                  <a:latin typeface="+mn-ea"/>
                  <a:ea typeface="+mn-ea"/>
                </a:rPr>
                <a:t>低成本！超方便！簡單好用！</a:t>
              </a:r>
              <a:endParaRPr lang="en-US" altLang="zh-TW" sz="1400" dirty="0">
                <a:solidFill>
                  <a:schemeClr val="tx1"/>
                </a:solidFill>
                <a:effectLst>
                  <a:glow rad="101600">
                    <a:schemeClr val="accent2">
                      <a:satMod val="175000"/>
                      <a:alpha val="40000"/>
                    </a:schemeClr>
                  </a:glow>
                </a:effectLst>
                <a:latin typeface="+mn-ea"/>
                <a:ea typeface="+mn-ea"/>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anim calcmode="lin" valueType="num">
                                      <p:cBhvr>
                                        <p:cTn id="8" dur="500" fill="hold"/>
                                        <p:tgtEl>
                                          <p:spTgt spid="31"/>
                                        </p:tgtEl>
                                        <p:attrNameLst>
                                          <p:attrName>ppt_x</p:attrName>
                                        </p:attrNameLst>
                                      </p:cBhvr>
                                      <p:tavLst>
                                        <p:tav tm="0">
                                          <p:val>
                                            <p:strVal val="#ppt_x"/>
                                          </p:val>
                                        </p:tav>
                                        <p:tav tm="100000">
                                          <p:val>
                                            <p:strVal val="#ppt_x"/>
                                          </p:val>
                                        </p:tav>
                                      </p:tavLst>
                                    </p:anim>
                                    <p:anim calcmode="lin" valueType="num">
                                      <p:cBhvr>
                                        <p:cTn id="9"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9" name="Google Shape;579;p3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latin typeface="+mj-lt"/>
                <a:ea typeface="+mj-ea"/>
              </a:rPr>
              <a:t>Problem Formulation: System Design</a:t>
            </a:r>
            <a:endParaRPr dirty="0">
              <a:latin typeface="+mj-lt"/>
              <a:ea typeface="+mj-ea"/>
            </a:endParaRPr>
          </a:p>
        </p:txBody>
      </p:sp>
      <p:grpSp>
        <p:nvGrpSpPr>
          <p:cNvPr id="725" name="群組 724">
            <a:extLst>
              <a:ext uri="{FF2B5EF4-FFF2-40B4-BE49-F238E27FC236}">
                <a16:creationId xmlns:a16="http://schemas.microsoft.com/office/drawing/2014/main" id="{8D4AFB7D-3915-971B-70E9-BD32AB877694}"/>
              </a:ext>
            </a:extLst>
          </p:cNvPr>
          <p:cNvGrpSpPr/>
          <p:nvPr/>
        </p:nvGrpSpPr>
        <p:grpSpPr>
          <a:xfrm>
            <a:off x="440181" y="1207198"/>
            <a:ext cx="8505214" cy="3643420"/>
            <a:chOff x="440181" y="1207198"/>
            <a:chExt cx="8505214" cy="3643420"/>
          </a:xfrm>
        </p:grpSpPr>
        <p:sp>
          <p:nvSpPr>
            <p:cNvPr id="18" name="橢圓 17">
              <a:extLst>
                <a:ext uri="{FF2B5EF4-FFF2-40B4-BE49-F238E27FC236}">
                  <a16:creationId xmlns:a16="http://schemas.microsoft.com/office/drawing/2014/main" id="{A18A72C8-8EF1-EA24-C5E8-386BB6ADE4A0}"/>
                </a:ext>
              </a:extLst>
            </p:cNvPr>
            <p:cNvSpPr/>
            <p:nvPr/>
          </p:nvSpPr>
          <p:spPr>
            <a:xfrm>
              <a:off x="440181" y="1217152"/>
              <a:ext cx="890154" cy="8901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Start</a:t>
              </a:r>
              <a:endParaRPr lang="zh-TW" altLang="en-US" sz="1600" dirty="0">
                <a:solidFill>
                  <a:schemeClr val="tx1"/>
                </a:solidFill>
              </a:endParaRPr>
            </a:p>
          </p:txBody>
        </p:sp>
        <p:sp>
          <p:nvSpPr>
            <p:cNvPr id="20" name="矩形 19">
              <a:extLst>
                <a:ext uri="{FF2B5EF4-FFF2-40B4-BE49-F238E27FC236}">
                  <a16:creationId xmlns:a16="http://schemas.microsoft.com/office/drawing/2014/main" id="{77E8C32E-5D59-4181-BC97-A446CE548666}"/>
                </a:ext>
              </a:extLst>
            </p:cNvPr>
            <p:cNvSpPr/>
            <p:nvPr/>
          </p:nvSpPr>
          <p:spPr>
            <a:xfrm>
              <a:off x="1581427" y="1498022"/>
              <a:ext cx="1878610"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Player Registration</a:t>
              </a:r>
              <a:endParaRPr lang="zh-TW" altLang="en-US" sz="1600" dirty="0">
                <a:solidFill>
                  <a:schemeClr val="tx1"/>
                </a:solidFill>
              </a:endParaRPr>
            </a:p>
          </p:txBody>
        </p:sp>
        <p:sp>
          <p:nvSpPr>
            <p:cNvPr id="21" name="文字方塊 20">
              <a:extLst>
                <a:ext uri="{FF2B5EF4-FFF2-40B4-BE49-F238E27FC236}">
                  <a16:creationId xmlns:a16="http://schemas.microsoft.com/office/drawing/2014/main" id="{3B9A4DAB-6356-E4FA-9D9A-B270E797342D}"/>
                </a:ext>
              </a:extLst>
            </p:cNvPr>
            <p:cNvSpPr txBox="1"/>
            <p:nvPr/>
          </p:nvSpPr>
          <p:spPr>
            <a:xfrm>
              <a:off x="1487067" y="1207198"/>
              <a:ext cx="2940270" cy="307777"/>
            </a:xfrm>
            <a:prstGeom prst="rect">
              <a:avLst/>
            </a:prstGeom>
            <a:noFill/>
          </p:spPr>
          <p:txBody>
            <a:bodyPr wrap="square" rtlCol="0">
              <a:spAutoFit/>
            </a:bodyPr>
            <a:lstStyle/>
            <a:p>
              <a:r>
                <a:rPr lang="en-US" altLang="zh-TW" dirty="0">
                  <a:solidFill>
                    <a:schemeClr val="tx1"/>
                  </a:solidFill>
                  <a:latin typeface="+mn-lt"/>
                  <a:ea typeface="+mn-ea"/>
                </a:rPr>
                <a:t>For later player identification</a:t>
              </a:r>
              <a:endParaRPr lang="zh-TW" altLang="en-US" dirty="0">
                <a:solidFill>
                  <a:schemeClr val="tx1"/>
                </a:solidFill>
                <a:latin typeface="+mn-lt"/>
                <a:ea typeface="+mn-ea"/>
              </a:endParaRPr>
            </a:p>
          </p:txBody>
        </p:sp>
        <p:sp>
          <p:nvSpPr>
            <p:cNvPr id="23" name="矩形 22">
              <a:extLst>
                <a:ext uri="{FF2B5EF4-FFF2-40B4-BE49-F238E27FC236}">
                  <a16:creationId xmlns:a16="http://schemas.microsoft.com/office/drawing/2014/main" id="{EFF3C07F-CDB4-F039-F5AB-3C30484321CC}"/>
                </a:ext>
              </a:extLst>
            </p:cNvPr>
            <p:cNvSpPr/>
            <p:nvPr/>
          </p:nvSpPr>
          <p:spPr>
            <a:xfrm>
              <a:off x="4426757" y="1312277"/>
              <a:ext cx="2060970" cy="32733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Track Current Player</a:t>
              </a:r>
              <a:endParaRPr lang="zh-TW" altLang="en-US" sz="1600" dirty="0">
                <a:solidFill>
                  <a:schemeClr val="accent5"/>
                </a:solidFill>
              </a:endParaRPr>
            </a:p>
          </p:txBody>
        </p:sp>
        <p:sp>
          <p:nvSpPr>
            <p:cNvPr id="47" name="箭號: 迴轉箭號 46">
              <a:extLst>
                <a:ext uri="{FF2B5EF4-FFF2-40B4-BE49-F238E27FC236}">
                  <a16:creationId xmlns:a16="http://schemas.microsoft.com/office/drawing/2014/main" id="{616DBE72-D258-093D-E669-6BF5FCF7FA14}"/>
                </a:ext>
              </a:extLst>
            </p:cNvPr>
            <p:cNvSpPr/>
            <p:nvPr/>
          </p:nvSpPr>
          <p:spPr>
            <a:xfrm rot="16200000" flipV="1">
              <a:off x="6663069" y="1242776"/>
              <a:ext cx="261684" cy="502706"/>
            </a:xfrm>
            <a:prstGeom prst="uturnArrow">
              <a:avLst>
                <a:gd name="adj1" fmla="val 12951"/>
                <a:gd name="adj2" fmla="val 20482"/>
                <a:gd name="adj3" fmla="val 52111"/>
                <a:gd name="adj4" fmla="val 43750"/>
                <a:gd name="adj5" fmla="val 73432"/>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zh-TW" altLang="en-US">
                <a:solidFill>
                  <a:schemeClr val="tx1"/>
                </a:solidFill>
              </a:endParaRPr>
            </a:p>
          </p:txBody>
        </p:sp>
        <p:sp>
          <p:nvSpPr>
            <p:cNvPr id="48" name="文字方塊 47">
              <a:extLst>
                <a:ext uri="{FF2B5EF4-FFF2-40B4-BE49-F238E27FC236}">
                  <a16:creationId xmlns:a16="http://schemas.microsoft.com/office/drawing/2014/main" id="{4C9B1789-7D9A-762A-4034-2F88DBAB6D78}"/>
                </a:ext>
              </a:extLst>
            </p:cNvPr>
            <p:cNvSpPr txBox="1"/>
            <p:nvPr/>
          </p:nvSpPr>
          <p:spPr>
            <a:xfrm>
              <a:off x="7045264" y="1343725"/>
              <a:ext cx="1535485" cy="307777"/>
            </a:xfrm>
            <a:prstGeom prst="rect">
              <a:avLst/>
            </a:prstGeom>
            <a:noFill/>
          </p:spPr>
          <p:txBody>
            <a:bodyPr wrap="square" rtlCol="0">
              <a:spAutoFit/>
            </a:bodyPr>
            <a:lstStyle/>
            <a:p>
              <a:r>
                <a:rPr lang="en-US" altLang="zh-TW" dirty="0">
                  <a:solidFill>
                    <a:schemeClr val="tx1"/>
                  </a:solidFill>
                  <a:latin typeface="+mn-lt"/>
                  <a:ea typeface="+mn-ea"/>
                </a:rPr>
                <a:t>Wrong Player</a:t>
              </a:r>
              <a:endParaRPr lang="zh-TW" altLang="en-US" dirty="0">
                <a:solidFill>
                  <a:schemeClr val="tx1"/>
                </a:solidFill>
                <a:latin typeface="+mn-lt"/>
                <a:ea typeface="+mn-ea"/>
              </a:endParaRPr>
            </a:p>
          </p:txBody>
        </p:sp>
        <p:sp>
          <p:nvSpPr>
            <p:cNvPr id="49" name="矩形 48">
              <a:extLst>
                <a:ext uri="{FF2B5EF4-FFF2-40B4-BE49-F238E27FC236}">
                  <a16:creationId xmlns:a16="http://schemas.microsoft.com/office/drawing/2014/main" id="{5104BEDF-E323-28FC-4B99-1EB9BDF6F03B}"/>
                </a:ext>
              </a:extLst>
            </p:cNvPr>
            <p:cNvSpPr/>
            <p:nvPr/>
          </p:nvSpPr>
          <p:spPr>
            <a:xfrm>
              <a:off x="4426757" y="2000649"/>
              <a:ext cx="2060970" cy="32733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Track Ball</a:t>
              </a:r>
              <a:endParaRPr lang="zh-TW" altLang="en-US" sz="1600" dirty="0">
                <a:solidFill>
                  <a:schemeClr val="accent5"/>
                </a:solidFill>
              </a:endParaRPr>
            </a:p>
          </p:txBody>
        </p:sp>
        <p:sp>
          <p:nvSpPr>
            <p:cNvPr id="50" name="矩形 49">
              <a:extLst>
                <a:ext uri="{FF2B5EF4-FFF2-40B4-BE49-F238E27FC236}">
                  <a16:creationId xmlns:a16="http://schemas.microsoft.com/office/drawing/2014/main" id="{36743D81-879A-4D8F-4829-1F85F992C1D0}"/>
                </a:ext>
              </a:extLst>
            </p:cNvPr>
            <p:cNvSpPr/>
            <p:nvPr/>
          </p:nvSpPr>
          <p:spPr>
            <a:xfrm>
              <a:off x="4291241" y="2804996"/>
              <a:ext cx="2332002" cy="32733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Track Standing Bottles</a:t>
              </a:r>
              <a:endParaRPr lang="zh-TW" altLang="en-US" sz="1600" dirty="0">
                <a:solidFill>
                  <a:schemeClr val="accent5"/>
                </a:solidFill>
              </a:endParaRPr>
            </a:p>
          </p:txBody>
        </p:sp>
        <p:cxnSp>
          <p:nvCxnSpPr>
            <p:cNvPr id="53" name="直線單箭頭接點 52">
              <a:extLst>
                <a:ext uri="{FF2B5EF4-FFF2-40B4-BE49-F238E27FC236}">
                  <a16:creationId xmlns:a16="http://schemas.microsoft.com/office/drawing/2014/main" id="{F56DCAE7-31EA-D7BA-DCD7-BC8A2B7AA58C}"/>
                </a:ext>
              </a:extLst>
            </p:cNvPr>
            <p:cNvCxnSpPr>
              <a:cxnSpLocks/>
              <a:stCxn id="18" idx="6"/>
              <a:endCxn id="20" idx="1"/>
            </p:cNvCxnSpPr>
            <p:nvPr/>
          </p:nvCxnSpPr>
          <p:spPr>
            <a:xfrm>
              <a:off x="1330335" y="1662229"/>
              <a:ext cx="251092"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3" name="接點: 肘形 62">
              <a:extLst>
                <a:ext uri="{FF2B5EF4-FFF2-40B4-BE49-F238E27FC236}">
                  <a16:creationId xmlns:a16="http://schemas.microsoft.com/office/drawing/2014/main" id="{E1AE91F9-380C-190F-D2EC-33C93B497C4F}"/>
                </a:ext>
              </a:extLst>
            </p:cNvPr>
            <p:cNvCxnSpPr>
              <a:cxnSpLocks/>
              <a:stCxn id="20" idx="3"/>
              <a:endCxn id="23" idx="1"/>
            </p:cNvCxnSpPr>
            <p:nvPr/>
          </p:nvCxnSpPr>
          <p:spPr>
            <a:xfrm flipV="1">
              <a:off x="3460037" y="1475947"/>
              <a:ext cx="966720" cy="186282"/>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2" name="直線單箭頭接點 671">
              <a:extLst>
                <a:ext uri="{FF2B5EF4-FFF2-40B4-BE49-F238E27FC236}">
                  <a16:creationId xmlns:a16="http://schemas.microsoft.com/office/drawing/2014/main" id="{3E019D65-808C-0B39-D560-7F06F400EB6F}"/>
                </a:ext>
              </a:extLst>
            </p:cNvPr>
            <p:cNvCxnSpPr>
              <a:cxnSpLocks/>
              <a:stCxn id="23" idx="2"/>
              <a:endCxn id="49" idx="0"/>
            </p:cNvCxnSpPr>
            <p:nvPr/>
          </p:nvCxnSpPr>
          <p:spPr>
            <a:xfrm>
              <a:off x="5457242" y="1639616"/>
              <a:ext cx="0" cy="36103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76" name="直線單箭頭接點 675">
              <a:extLst>
                <a:ext uri="{FF2B5EF4-FFF2-40B4-BE49-F238E27FC236}">
                  <a16:creationId xmlns:a16="http://schemas.microsoft.com/office/drawing/2014/main" id="{E7D63116-25C3-F66F-1C13-1C69102393D7}"/>
                </a:ext>
              </a:extLst>
            </p:cNvPr>
            <p:cNvCxnSpPr>
              <a:cxnSpLocks/>
              <a:stCxn id="49" idx="2"/>
              <a:endCxn id="50" idx="0"/>
            </p:cNvCxnSpPr>
            <p:nvPr/>
          </p:nvCxnSpPr>
          <p:spPr>
            <a:xfrm>
              <a:off x="5457242" y="2327988"/>
              <a:ext cx="0" cy="477008"/>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679" name="文字方塊 678">
              <a:extLst>
                <a:ext uri="{FF2B5EF4-FFF2-40B4-BE49-F238E27FC236}">
                  <a16:creationId xmlns:a16="http://schemas.microsoft.com/office/drawing/2014/main" id="{C2435CBB-4C33-78E7-DBD2-B4E2BE9FBAEC}"/>
                </a:ext>
              </a:extLst>
            </p:cNvPr>
            <p:cNvSpPr txBox="1"/>
            <p:nvPr/>
          </p:nvSpPr>
          <p:spPr>
            <a:xfrm>
              <a:off x="5531027" y="2528893"/>
              <a:ext cx="2940270" cy="307777"/>
            </a:xfrm>
            <a:prstGeom prst="rect">
              <a:avLst/>
            </a:prstGeom>
            <a:noFill/>
          </p:spPr>
          <p:txBody>
            <a:bodyPr wrap="square" rtlCol="0">
              <a:spAutoFit/>
            </a:bodyPr>
            <a:lstStyle/>
            <a:p>
              <a:r>
                <a:rPr lang="en-US" altLang="zh-TW" dirty="0">
                  <a:solidFill>
                    <a:schemeClr val="tx1"/>
                  </a:solidFill>
                  <a:latin typeface="+mn-lt"/>
                  <a:ea typeface="+mn-ea"/>
                </a:rPr>
                <a:t>Once see the bottles</a:t>
              </a:r>
            </a:p>
          </p:txBody>
        </p:sp>
        <p:sp>
          <p:nvSpPr>
            <p:cNvPr id="680" name="文字方塊 679">
              <a:extLst>
                <a:ext uri="{FF2B5EF4-FFF2-40B4-BE49-F238E27FC236}">
                  <a16:creationId xmlns:a16="http://schemas.microsoft.com/office/drawing/2014/main" id="{30130961-32C4-B579-FE6C-BDE225B44725}"/>
                </a:ext>
              </a:extLst>
            </p:cNvPr>
            <p:cNvSpPr txBox="1"/>
            <p:nvPr/>
          </p:nvSpPr>
          <p:spPr>
            <a:xfrm>
              <a:off x="5457242" y="1736707"/>
              <a:ext cx="2940270" cy="307777"/>
            </a:xfrm>
            <a:prstGeom prst="rect">
              <a:avLst/>
            </a:prstGeom>
            <a:noFill/>
          </p:spPr>
          <p:txBody>
            <a:bodyPr wrap="square" rtlCol="0">
              <a:spAutoFit/>
            </a:bodyPr>
            <a:lstStyle/>
            <a:p>
              <a:r>
                <a:rPr lang="en-US" altLang="zh-TW" dirty="0">
                  <a:solidFill>
                    <a:schemeClr val="tx1"/>
                  </a:solidFill>
                  <a:latin typeface="+mn-lt"/>
                  <a:ea typeface="+mn-ea"/>
                </a:rPr>
                <a:t>Once see the ball</a:t>
              </a:r>
              <a:endParaRPr lang="zh-TW" altLang="en-US" dirty="0">
                <a:solidFill>
                  <a:schemeClr val="tx1"/>
                </a:solidFill>
                <a:latin typeface="+mn-lt"/>
                <a:ea typeface="+mn-ea"/>
              </a:endParaRPr>
            </a:p>
          </p:txBody>
        </p:sp>
        <p:sp>
          <p:nvSpPr>
            <p:cNvPr id="681" name="矩形 680">
              <a:extLst>
                <a:ext uri="{FF2B5EF4-FFF2-40B4-BE49-F238E27FC236}">
                  <a16:creationId xmlns:a16="http://schemas.microsoft.com/office/drawing/2014/main" id="{97DF95CA-6295-3D40-5C8B-903DC6F542FF}"/>
                </a:ext>
              </a:extLst>
            </p:cNvPr>
            <p:cNvSpPr/>
            <p:nvPr/>
          </p:nvSpPr>
          <p:spPr>
            <a:xfrm>
              <a:off x="4426757" y="3471297"/>
              <a:ext cx="2060970" cy="32733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Count Score</a:t>
              </a:r>
              <a:endParaRPr lang="zh-TW" altLang="en-US" sz="1600" dirty="0">
                <a:solidFill>
                  <a:schemeClr val="accent5"/>
                </a:solidFill>
              </a:endParaRPr>
            </a:p>
          </p:txBody>
        </p:sp>
        <p:cxnSp>
          <p:nvCxnSpPr>
            <p:cNvPr id="682" name="直線單箭頭接點 681">
              <a:extLst>
                <a:ext uri="{FF2B5EF4-FFF2-40B4-BE49-F238E27FC236}">
                  <a16:creationId xmlns:a16="http://schemas.microsoft.com/office/drawing/2014/main" id="{4B6B8FBC-A14D-EC7D-40C7-060399DAA331}"/>
                </a:ext>
              </a:extLst>
            </p:cNvPr>
            <p:cNvCxnSpPr>
              <a:cxnSpLocks/>
              <a:stCxn id="50" idx="2"/>
              <a:endCxn id="681" idx="0"/>
            </p:cNvCxnSpPr>
            <p:nvPr/>
          </p:nvCxnSpPr>
          <p:spPr>
            <a:xfrm>
              <a:off x="5457242" y="3132335"/>
              <a:ext cx="0" cy="338962"/>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8" name="接點: 肘形 687">
              <a:extLst>
                <a:ext uri="{FF2B5EF4-FFF2-40B4-BE49-F238E27FC236}">
                  <a16:creationId xmlns:a16="http://schemas.microsoft.com/office/drawing/2014/main" id="{2DDEA684-A5A4-3A3D-3E09-D3E8ECD95D94}"/>
                </a:ext>
              </a:extLst>
            </p:cNvPr>
            <p:cNvCxnSpPr>
              <a:cxnSpLocks/>
              <a:stCxn id="681" idx="2"/>
              <a:endCxn id="23" idx="1"/>
            </p:cNvCxnSpPr>
            <p:nvPr/>
          </p:nvCxnSpPr>
          <p:spPr>
            <a:xfrm rot="5400000" flipH="1">
              <a:off x="3780655" y="2122050"/>
              <a:ext cx="2322689" cy="1030485"/>
            </a:xfrm>
            <a:prstGeom prst="bentConnector4">
              <a:avLst>
                <a:gd name="adj1" fmla="val -9842"/>
                <a:gd name="adj2" fmla="val 122184"/>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3" name="文字方塊 692">
              <a:extLst>
                <a:ext uri="{FF2B5EF4-FFF2-40B4-BE49-F238E27FC236}">
                  <a16:creationId xmlns:a16="http://schemas.microsoft.com/office/drawing/2014/main" id="{F0EF2331-65EB-FF14-9050-24F7A7EB6677}"/>
                </a:ext>
              </a:extLst>
            </p:cNvPr>
            <p:cNvSpPr txBox="1"/>
            <p:nvPr/>
          </p:nvSpPr>
          <p:spPr>
            <a:xfrm>
              <a:off x="5548044" y="3183082"/>
              <a:ext cx="2940270" cy="307777"/>
            </a:xfrm>
            <a:prstGeom prst="rect">
              <a:avLst/>
            </a:prstGeom>
            <a:noFill/>
          </p:spPr>
          <p:txBody>
            <a:bodyPr wrap="square" rtlCol="0">
              <a:spAutoFit/>
            </a:bodyPr>
            <a:lstStyle/>
            <a:p>
              <a:r>
                <a:rPr lang="en-US" altLang="zh-TW" dirty="0">
                  <a:solidFill>
                    <a:schemeClr val="tx1"/>
                  </a:solidFill>
                  <a:latin typeface="+mn-lt"/>
                  <a:ea typeface="+mn-ea"/>
                </a:rPr>
                <a:t>Count the bottles</a:t>
              </a:r>
              <a:endParaRPr lang="zh-TW" altLang="en-US" dirty="0">
                <a:solidFill>
                  <a:schemeClr val="tx1"/>
                </a:solidFill>
                <a:latin typeface="+mn-lt"/>
                <a:ea typeface="+mn-ea"/>
              </a:endParaRPr>
            </a:p>
          </p:txBody>
        </p:sp>
        <p:cxnSp>
          <p:nvCxnSpPr>
            <p:cNvPr id="694" name="接點: 肘形 693">
              <a:extLst>
                <a:ext uri="{FF2B5EF4-FFF2-40B4-BE49-F238E27FC236}">
                  <a16:creationId xmlns:a16="http://schemas.microsoft.com/office/drawing/2014/main" id="{2A4D34FF-09BC-5A9F-6736-54F5C10AC20D}"/>
                </a:ext>
              </a:extLst>
            </p:cNvPr>
            <p:cNvCxnSpPr>
              <a:cxnSpLocks/>
              <a:stCxn id="49" idx="3"/>
              <a:endCxn id="681" idx="3"/>
            </p:cNvCxnSpPr>
            <p:nvPr/>
          </p:nvCxnSpPr>
          <p:spPr>
            <a:xfrm>
              <a:off x="6487727" y="2164319"/>
              <a:ext cx="12700" cy="1470648"/>
            </a:xfrm>
            <a:prstGeom prst="bentConnector3">
              <a:avLst>
                <a:gd name="adj1" fmla="val 8068969"/>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8" name="文字方塊 697">
              <a:extLst>
                <a:ext uri="{FF2B5EF4-FFF2-40B4-BE49-F238E27FC236}">
                  <a16:creationId xmlns:a16="http://schemas.microsoft.com/office/drawing/2014/main" id="{251A0C1A-8EFC-B51C-0317-BD91FEF53A48}"/>
                </a:ext>
              </a:extLst>
            </p:cNvPr>
            <p:cNvSpPr txBox="1"/>
            <p:nvPr/>
          </p:nvSpPr>
          <p:spPr>
            <a:xfrm>
              <a:off x="6487727" y="3670434"/>
              <a:ext cx="2457668" cy="307777"/>
            </a:xfrm>
            <a:prstGeom prst="rect">
              <a:avLst/>
            </a:prstGeom>
            <a:noFill/>
          </p:spPr>
          <p:txBody>
            <a:bodyPr wrap="square" rtlCol="0">
              <a:spAutoFit/>
            </a:bodyPr>
            <a:lstStyle/>
            <a:p>
              <a:r>
                <a:rPr lang="en-US" altLang="zh-TW" dirty="0">
                  <a:solidFill>
                    <a:schemeClr val="tx1"/>
                  </a:solidFill>
                  <a:latin typeface="+mn-lt"/>
                  <a:ea typeface="+mn-ea"/>
                </a:rPr>
                <a:t>Can’t find bottles in 5s: Strike </a:t>
              </a:r>
            </a:p>
          </p:txBody>
        </p:sp>
        <p:sp>
          <p:nvSpPr>
            <p:cNvPr id="704" name="橢圓 703">
              <a:extLst>
                <a:ext uri="{FF2B5EF4-FFF2-40B4-BE49-F238E27FC236}">
                  <a16:creationId xmlns:a16="http://schemas.microsoft.com/office/drawing/2014/main" id="{75D71323-3D81-EC78-A44F-484029F64F91}"/>
                </a:ext>
              </a:extLst>
            </p:cNvPr>
            <p:cNvSpPr/>
            <p:nvPr/>
          </p:nvSpPr>
          <p:spPr>
            <a:xfrm>
              <a:off x="7850185" y="3960464"/>
              <a:ext cx="890154" cy="8901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End</a:t>
              </a:r>
              <a:endParaRPr lang="zh-TW" altLang="en-US" sz="1600" dirty="0">
                <a:solidFill>
                  <a:schemeClr val="tx1"/>
                </a:solidFill>
              </a:endParaRPr>
            </a:p>
          </p:txBody>
        </p:sp>
        <p:cxnSp>
          <p:nvCxnSpPr>
            <p:cNvPr id="705" name="接點: 肘形 704">
              <a:extLst>
                <a:ext uri="{FF2B5EF4-FFF2-40B4-BE49-F238E27FC236}">
                  <a16:creationId xmlns:a16="http://schemas.microsoft.com/office/drawing/2014/main" id="{E81753F9-598A-C1AA-D1A1-709E934BF40F}"/>
                </a:ext>
              </a:extLst>
            </p:cNvPr>
            <p:cNvCxnSpPr>
              <a:cxnSpLocks/>
              <a:stCxn id="681" idx="2"/>
              <a:endCxn id="704" idx="2"/>
            </p:cNvCxnSpPr>
            <p:nvPr/>
          </p:nvCxnSpPr>
          <p:spPr>
            <a:xfrm rot="16200000" flipH="1">
              <a:off x="6350261" y="2905616"/>
              <a:ext cx="606905" cy="2392943"/>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8" name="文字方塊 707">
              <a:extLst>
                <a:ext uri="{FF2B5EF4-FFF2-40B4-BE49-F238E27FC236}">
                  <a16:creationId xmlns:a16="http://schemas.microsoft.com/office/drawing/2014/main" id="{BA44CDE6-D54E-3B8E-0BF6-490326E22EAA}"/>
                </a:ext>
              </a:extLst>
            </p:cNvPr>
            <p:cNvSpPr txBox="1"/>
            <p:nvPr/>
          </p:nvSpPr>
          <p:spPr>
            <a:xfrm>
              <a:off x="5441852" y="4106637"/>
              <a:ext cx="2091750" cy="307777"/>
            </a:xfrm>
            <a:prstGeom prst="rect">
              <a:avLst/>
            </a:prstGeom>
            <a:noFill/>
          </p:spPr>
          <p:txBody>
            <a:bodyPr wrap="square" rtlCol="0">
              <a:spAutoFit/>
            </a:bodyPr>
            <a:lstStyle/>
            <a:p>
              <a:r>
                <a:rPr lang="en-US" altLang="zh-TW" dirty="0">
                  <a:solidFill>
                    <a:schemeClr val="tx1"/>
                  </a:solidFill>
                  <a:latin typeface="+mn-lt"/>
                  <a:ea typeface="+mn-ea"/>
                </a:rPr>
                <a:t>All frames are played</a:t>
              </a:r>
            </a:p>
          </p:txBody>
        </p:sp>
        <p:sp>
          <p:nvSpPr>
            <p:cNvPr id="709" name="文字方塊 708">
              <a:extLst>
                <a:ext uri="{FF2B5EF4-FFF2-40B4-BE49-F238E27FC236}">
                  <a16:creationId xmlns:a16="http://schemas.microsoft.com/office/drawing/2014/main" id="{91CF9D6F-F55B-BA4F-80C0-16C6D5C4891A}"/>
                </a:ext>
              </a:extLst>
            </p:cNvPr>
            <p:cNvSpPr txBox="1"/>
            <p:nvPr/>
          </p:nvSpPr>
          <p:spPr>
            <a:xfrm>
              <a:off x="2151652" y="4030284"/>
              <a:ext cx="3455527" cy="307777"/>
            </a:xfrm>
            <a:prstGeom prst="rect">
              <a:avLst/>
            </a:prstGeom>
            <a:noFill/>
          </p:spPr>
          <p:txBody>
            <a:bodyPr wrap="square" rtlCol="0">
              <a:spAutoFit/>
            </a:bodyPr>
            <a:lstStyle/>
            <a:p>
              <a:r>
                <a:rPr lang="en-US" altLang="zh-TW" dirty="0">
                  <a:solidFill>
                    <a:schemeClr val="tx1"/>
                  </a:solidFill>
                  <a:latin typeface="+mn-lt"/>
                  <a:ea typeface="+mn-ea"/>
                </a:rPr>
                <a:t>Switch Player if strike or done two throws</a:t>
              </a:r>
            </a:p>
          </p:txBody>
        </p:sp>
      </p:grpSp>
      <p:sp>
        <p:nvSpPr>
          <p:cNvPr id="726" name="矩形 725">
            <a:extLst>
              <a:ext uri="{FF2B5EF4-FFF2-40B4-BE49-F238E27FC236}">
                <a16:creationId xmlns:a16="http://schemas.microsoft.com/office/drawing/2014/main" id="{D9F2DD17-61C6-A0A1-1CCA-A6263DCA3977}"/>
              </a:ext>
            </a:extLst>
          </p:cNvPr>
          <p:cNvSpPr/>
          <p:nvPr/>
        </p:nvSpPr>
        <p:spPr>
          <a:xfrm>
            <a:off x="440181" y="4422903"/>
            <a:ext cx="1878610"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Play Again</a:t>
            </a:r>
            <a:endParaRPr lang="zh-TW" altLang="en-US" sz="1600" dirty="0">
              <a:solidFill>
                <a:schemeClr val="tx1"/>
              </a:solidFill>
            </a:endParaRPr>
          </a:p>
        </p:txBody>
      </p:sp>
      <p:cxnSp>
        <p:nvCxnSpPr>
          <p:cNvPr id="727" name="接點: 肘形 726">
            <a:extLst>
              <a:ext uri="{FF2B5EF4-FFF2-40B4-BE49-F238E27FC236}">
                <a16:creationId xmlns:a16="http://schemas.microsoft.com/office/drawing/2014/main" id="{47E39396-09C2-27FA-08E1-3BBC92BAA6EE}"/>
              </a:ext>
            </a:extLst>
          </p:cNvPr>
          <p:cNvCxnSpPr>
            <a:cxnSpLocks/>
            <a:stCxn id="681" idx="2"/>
            <a:endCxn id="726" idx="3"/>
          </p:cNvCxnSpPr>
          <p:nvPr/>
        </p:nvCxnSpPr>
        <p:spPr>
          <a:xfrm rot="5400000">
            <a:off x="3493780" y="2623648"/>
            <a:ext cx="788474" cy="3138451"/>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0" name="接點: 肘形 729">
            <a:extLst>
              <a:ext uri="{FF2B5EF4-FFF2-40B4-BE49-F238E27FC236}">
                <a16:creationId xmlns:a16="http://schemas.microsoft.com/office/drawing/2014/main" id="{1841DF2F-E5B6-40CB-293E-E52A6761976D}"/>
              </a:ext>
            </a:extLst>
          </p:cNvPr>
          <p:cNvCxnSpPr>
            <a:cxnSpLocks/>
            <a:stCxn id="726" idx="0"/>
            <a:endCxn id="18" idx="4"/>
          </p:cNvCxnSpPr>
          <p:nvPr/>
        </p:nvCxnSpPr>
        <p:spPr>
          <a:xfrm rot="16200000" flipV="1">
            <a:off x="-25426" y="3017991"/>
            <a:ext cx="2315597" cy="494228"/>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65ABEA9A-27E5-DE1A-F36D-5BB264071C93}"/>
            </a:ext>
          </a:extLst>
        </p:cNvPr>
        <p:cNvGrpSpPr/>
        <p:nvPr/>
      </p:nvGrpSpPr>
      <p:grpSpPr>
        <a:xfrm>
          <a:off x="0" y="0"/>
          <a:ext cx="0" cy="0"/>
          <a:chOff x="0" y="0"/>
          <a:chExt cx="0" cy="0"/>
        </a:xfrm>
      </p:grpSpPr>
      <p:sp>
        <p:nvSpPr>
          <p:cNvPr id="576" name="Google Shape;576;p34">
            <a:extLst>
              <a:ext uri="{FF2B5EF4-FFF2-40B4-BE49-F238E27FC236}">
                <a16:creationId xmlns:a16="http://schemas.microsoft.com/office/drawing/2014/main" id="{92088D49-1F05-2D99-CAC7-BA6CDE76B20C}"/>
              </a:ext>
            </a:extLst>
          </p:cNvPr>
          <p:cNvSpPr txBox="1">
            <a:spLocks noGrp="1"/>
          </p:cNvSpPr>
          <p:nvPr>
            <p:ph type="subTitle" idx="1"/>
          </p:nvPr>
        </p:nvSpPr>
        <p:spPr>
          <a:xfrm>
            <a:off x="714975" y="2059300"/>
            <a:ext cx="2180400" cy="572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latin typeface="+mj-lt"/>
              </a:rPr>
              <a:t>Player Recognition</a:t>
            </a:r>
            <a:endParaRPr dirty="0">
              <a:latin typeface="+mj-lt"/>
            </a:endParaRPr>
          </a:p>
        </p:txBody>
      </p:sp>
      <p:sp>
        <p:nvSpPr>
          <p:cNvPr id="577" name="Google Shape;577;p34">
            <a:extLst>
              <a:ext uri="{FF2B5EF4-FFF2-40B4-BE49-F238E27FC236}">
                <a16:creationId xmlns:a16="http://schemas.microsoft.com/office/drawing/2014/main" id="{DA948C18-0EC2-8928-6DF9-6BEA9501B5CE}"/>
              </a:ext>
            </a:extLst>
          </p:cNvPr>
          <p:cNvSpPr txBox="1">
            <a:spLocks noGrp="1"/>
          </p:cNvSpPr>
          <p:nvPr>
            <p:ph type="subTitle" idx="5"/>
          </p:nvPr>
        </p:nvSpPr>
        <p:spPr>
          <a:xfrm>
            <a:off x="3481794" y="2059300"/>
            <a:ext cx="2180400" cy="572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latin typeface="+mj-lt"/>
              </a:rPr>
              <a:t>Tracking System</a:t>
            </a:r>
            <a:endParaRPr dirty="0">
              <a:latin typeface="+mj-lt"/>
            </a:endParaRPr>
          </a:p>
        </p:txBody>
      </p:sp>
      <p:sp>
        <p:nvSpPr>
          <p:cNvPr id="578" name="Google Shape;578;p34">
            <a:extLst>
              <a:ext uri="{FF2B5EF4-FFF2-40B4-BE49-F238E27FC236}">
                <a16:creationId xmlns:a16="http://schemas.microsoft.com/office/drawing/2014/main" id="{BB111102-0FAB-087A-B240-0C9E44A49F02}"/>
              </a:ext>
            </a:extLst>
          </p:cNvPr>
          <p:cNvSpPr txBox="1">
            <a:spLocks noGrp="1"/>
          </p:cNvSpPr>
          <p:nvPr>
            <p:ph type="subTitle" idx="6"/>
          </p:nvPr>
        </p:nvSpPr>
        <p:spPr>
          <a:xfrm>
            <a:off x="6248625" y="2059300"/>
            <a:ext cx="2180400" cy="572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latin typeface="+mj-lt"/>
              </a:rPr>
              <a:t>Scoring System</a:t>
            </a:r>
            <a:endParaRPr dirty="0">
              <a:latin typeface="+mj-lt"/>
            </a:endParaRPr>
          </a:p>
        </p:txBody>
      </p:sp>
      <p:sp>
        <p:nvSpPr>
          <p:cNvPr id="579" name="Google Shape;579;p34">
            <a:extLst>
              <a:ext uri="{FF2B5EF4-FFF2-40B4-BE49-F238E27FC236}">
                <a16:creationId xmlns:a16="http://schemas.microsoft.com/office/drawing/2014/main" id="{1350777F-B5B5-0E76-CEF9-456DDF518F9A}"/>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latin typeface="+mj-lt"/>
              </a:rPr>
              <a:t>Problem Formulation: Critical Problems</a:t>
            </a:r>
            <a:endParaRPr dirty="0">
              <a:latin typeface="+mj-lt"/>
            </a:endParaRPr>
          </a:p>
        </p:txBody>
      </p:sp>
      <p:sp>
        <p:nvSpPr>
          <p:cNvPr id="580" name="Google Shape;580;p34">
            <a:extLst>
              <a:ext uri="{FF2B5EF4-FFF2-40B4-BE49-F238E27FC236}">
                <a16:creationId xmlns:a16="http://schemas.microsoft.com/office/drawing/2014/main" id="{15C1FED7-DFFA-C1EB-17A0-DA08F4F2BAB1}"/>
              </a:ext>
            </a:extLst>
          </p:cNvPr>
          <p:cNvSpPr txBox="1">
            <a:spLocks noGrp="1"/>
          </p:cNvSpPr>
          <p:nvPr>
            <p:ph type="subTitle" idx="2"/>
          </p:nvPr>
        </p:nvSpPr>
        <p:spPr>
          <a:xfrm>
            <a:off x="734874" y="2659825"/>
            <a:ext cx="21804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sz="1600" dirty="0">
                <a:latin typeface="+mn-ea"/>
                <a:ea typeface="+mn-ea"/>
              </a:rPr>
              <a:t>為了可以實現自動計分中對每個</a:t>
            </a:r>
            <a:r>
              <a:rPr lang="zh-TW" altLang="en-US" sz="1600" dirty="0">
                <a:solidFill>
                  <a:schemeClr val="tx1"/>
                </a:solidFill>
                <a:latin typeface="+mn-ea"/>
                <a:ea typeface="+mn-ea"/>
              </a:rPr>
              <a:t>玩家分開計分</a:t>
            </a:r>
            <a:r>
              <a:rPr lang="zh-TW" altLang="en-US" sz="1600" dirty="0">
                <a:latin typeface="+mn-ea"/>
                <a:ea typeface="+mn-ea"/>
              </a:rPr>
              <a:t>的功能，需要在簡單的註冊後就可以</a:t>
            </a:r>
            <a:r>
              <a:rPr lang="zh-TW" altLang="en-US" sz="1600" dirty="0">
                <a:solidFill>
                  <a:schemeClr val="accent2"/>
                </a:solidFill>
                <a:latin typeface="+mn-ea"/>
                <a:ea typeface="+mn-ea"/>
              </a:rPr>
              <a:t>即時並高準確度</a:t>
            </a:r>
            <a:r>
              <a:rPr lang="zh-TW" altLang="en-US" sz="1600" dirty="0">
                <a:latin typeface="+mn-ea"/>
                <a:ea typeface="+mn-ea"/>
              </a:rPr>
              <a:t>的</a:t>
            </a:r>
            <a:r>
              <a:rPr lang="zh-TW" altLang="en-US" sz="1600" dirty="0">
                <a:solidFill>
                  <a:schemeClr val="accent2"/>
                </a:solidFill>
                <a:latin typeface="+mn-ea"/>
                <a:ea typeface="+mn-ea"/>
              </a:rPr>
              <a:t>分辨不同的玩家</a:t>
            </a:r>
            <a:r>
              <a:rPr lang="zh-TW" altLang="en-US" sz="1600" dirty="0">
                <a:latin typeface="+mn-ea"/>
                <a:ea typeface="+mn-ea"/>
              </a:rPr>
              <a:t>。</a:t>
            </a:r>
            <a:endParaRPr sz="1600" dirty="0">
              <a:latin typeface="+mn-ea"/>
              <a:ea typeface="+mn-ea"/>
            </a:endParaRPr>
          </a:p>
        </p:txBody>
      </p:sp>
      <p:sp>
        <p:nvSpPr>
          <p:cNvPr id="581" name="Google Shape;581;p34">
            <a:extLst>
              <a:ext uri="{FF2B5EF4-FFF2-40B4-BE49-F238E27FC236}">
                <a16:creationId xmlns:a16="http://schemas.microsoft.com/office/drawing/2014/main" id="{1B7843EB-F727-6484-B947-169D718C6978}"/>
              </a:ext>
            </a:extLst>
          </p:cNvPr>
          <p:cNvSpPr txBox="1">
            <a:spLocks noGrp="1"/>
          </p:cNvSpPr>
          <p:nvPr>
            <p:ph type="subTitle" idx="3"/>
          </p:nvPr>
        </p:nvSpPr>
        <p:spPr>
          <a:xfrm>
            <a:off x="3481794" y="2662025"/>
            <a:ext cx="21804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sz="1600" dirty="0">
                <a:latin typeface="+mn-ea"/>
                <a:ea typeface="+mn-ea"/>
              </a:rPr>
              <a:t>遊玩的過程需要</a:t>
            </a:r>
            <a:r>
              <a:rPr lang="zh-TW" altLang="en-US" sz="1600" dirty="0">
                <a:solidFill>
                  <a:schemeClr val="accent2"/>
                </a:solidFill>
                <a:latin typeface="+mn-ea"/>
                <a:ea typeface="+mn-ea"/>
              </a:rPr>
              <a:t>即時、精準、穩定的偵測到玩家、球、瓶</a:t>
            </a:r>
            <a:r>
              <a:rPr lang="zh-TW" altLang="en-US" sz="1600" dirty="0">
                <a:latin typeface="+mn-ea"/>
                <a:ea typeface="+mn-ea"/>
              </a:rPr>
              <a:t>在螢幕中的位置，才能準確的判斷並切換遊戲階段。</a:t>
            </a:r>
            <a:endParaRPr sz="1600" dirty="0">
              <a:latin typeface="+mn-ea"/>
              <a:ea typeface="+mn-ea"/>
            </a:endParaRPr>
          </a:p>
        </p:txBody>
      </p:sp>
      <p:sp>
        <p:nvSpPr>
          <p:cNvPr id="582" name="Google Shape;582;p34">
            <a:extLst>
              <a:ext uri="{FF2B5EF4-FFF2-40B4-BE49-F238E27FC236}">
                <a16:creationId xmlns:a16="http://schemas.microsoft.com/office/drawing/2014/main" id="{D33283BD-C60B-DB3A-3713-C3077CE1C870}"/>
              </a:ext>
            </a:extLst>
          </p:cNvPr>
          <p:cNvSpPr txBox="1">
            <a:spLocks noGrp="1"/>
          </p:cNvSpPr>
          <p:nvPr>
            <p:ph type="subTitle" idx="4"/>
          </p:nvPr>
        </p:nvSpPr>
        <p:spPr>
          <a:xfrm>
            <a:off x="6256753" y="2666225"/>
            <a:ext cx="21804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sz="1600" dirty="0">
                <a:latin typeface="+mn-ea"/>
                <a:ea typeface="+mn-ea"/>
              </a:rPr>
              <a:t>建立一個符合保齡球規則的計分邏輯。</a:t>
            </a:r>
            <a:endParaRPr sz="1600" dirty="0">
              <a:latin typeface="+mn-ea"/>
              <a:ea typeface="+mn-ea"/>
            </a:endParaRPr>
          </a:p>
        </p:txBody>
      </p:sp>
      <p:sp>
        <p:nvSpPr>
          <p:cNvPr id="583" name="Google Shape;583;p34">
            <a:extLst>
              <a:ext uri="{FF2B5EF4-FFF2-40B4-BE49-F238E27FC236}">
                <a16:creationId xmlns:a16="http://schemas.microsoft.com/office/drawing/2014/main" id="{08B78536-82DB-6E54-98BC-6ECE1FA5F685}"/>
              </a:ext>
            </a:extLst>
          </p:cNvPr>
          <p:cNvSpPr/>
          <p:nvPr/>
        </p:nvSpPr>
        <p:spPr>
          <a:xfrm>
            <a:off x="1409025" y="12670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584" name="Google Shape;584;p34">
            <a:extLst>
              <a:ext uri="{FF2B5EF4-FFF2-40B4-BE49-F238E27FC236}">
                <a16:creationId xmlns:a16="http://schemas.microsoft.com/office/drawing/2014/main" id="{C2C31322-E6BE-9078-EFFB-987A1651EB40}"/>
              </a:ext>
            </a:extLst>
          </p:cNvPr>
          <p:cNvSpPr/>
          <p:nvPr/>
        </p:nvSpPr>
        <p:spPr>
          <a:xfrm>
            <a:off x="4175844" y="12670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585" name="Google Shape;585;p34">
            <a:extLst>
              <a:ext uri="{FF2B5EF4-FFF2-40B4-BE49-F238E27FC236}">
                <a16:creationId xmlns:a16="http://schemas.microsoft.com/office/drawing/2014/main" id="{379E9ADD-C5EA-11CD-E6A0-8AF22DABC069}"/>
              </a:ext>
            </a:extLst>
          </p:cNvPr>
          <p:cNvSpPr/>
          <p:nvPr/>
        </p:nvSpPr>
        <p:spPr>
          <a:xfrm>
            <a:off x="6942675" y="12670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grpSp>
        <p:nvGrpSpPr>
          <p:cNvPr id="617" name="Google Shape;617;p34">
            <a:extLst>
              <a:ext uri="{FF2B5EF4-FFF2-40B4-BE49-F238E27FC236}">
                <a16:creationId xmlns:a16="http://schemas.microsoft.com/office/drawing/2014/main" id="{14767D83-1386-FF52-A222-A520657F88CE}"/>
              </a:ext>
            </a:extLst>
          </p:cNvPr>
          <p:cNvGrpSpPr/>
          <p:nvPr/>
        </p:nvGrpSpPr>
        <p:grpSpPr>
          <a:xfrm>
            <a:off x="17430" y="4316071"/>
            <a:ext cx="1460507" cy="764807"/>
            <a:chOff x="447485" y="3981493"/>
            <a:chExt cx="1460507" cy="764807"/>
          </a:xfrm>
        </p:grpSpPr>
        <p:grpSp>
          <p:nvGrpSpPr>
            <p:cNvPr id="618" name="Google Shape;618;p34">
              <a:extLst>
                <a:ext uri="{FF2B5EF4-FFF2-40B4-BE49-F238E27FC236}">
                  <a16:creationId xmlns:a16="http://schemas.microsoft.com/office/drawing/2014/main" id="{6F7BE6A0-DA38-A974-D9E7-EBB403E33046}"/>
                </a:ext>
              </a:extLst>
            </p:cNvPr>
            <p:cNvGrpSpPr/>
            <p:nvPr/>
          </p:nvGrpSpPr>
          <p:grpSpPr>
            <a:xfrm>
              <a:off x="447485" y="3981493"/>
              <a:ext cx="627008" cy="627008"/>
              <a:chOff x="6118535" y="-1026182"/>
              <a:chExt cx="627008" cy="627008"/>
            </a:xfrm>
          </p:grpSpPr>
          <p:sp>
            <p:nvSpPr>
              <p:cNvPr id="619" name="Google Shape;619;p34">
                <a:extLst>
                  <a:ext uri="{FF2B5EF4-FFF2-40B4-BE49-F238E27FC236}">
                    <a16:creationId xmlns:a16="http://schemas.microsoft.com/office/drawing/2014/main" id="{2489AC04-E7FE-8150-13EC-09CBE5D74029}"/>
                  </a:ext>
                </a:extLst>
              </p:cNvPr>
              <p:cNvSpPr/>
              <p:nvPr/>
            </p:nvSpPr>
            <p:spPr>
              <a:xfrm>
                <a:off x="6118535" y="-1026182"/>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0" name="Google Shape;620;p34">
                <a:extLst>
                  <a:ext uri="{FF2B5EF4-FFF2-40B4-BE49-F238E27FC236}">
                    <a16:creationId xmlns:a16="http://schemas.microsoft.com/office/drawing/2014/main" id="{A3F26944-DCC3-2FC2-1500-3FC911A2DEDB}"/>
                  </a:ext>
                </a:extLst>
              </p:cNvPr>
              <p:cNvSpPr/>
              <p:nvPr/>
            </p:nvSpPr>
            <p:spPr>
              <a:xfrm>
                <a:off x="6149433" y="-988909"/>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1" name="Google Shape;621;p34">
                <a:extLst>
                  <a:ext uri="{FF2B5EF4-FFF2-40B4-BE49-F238E27FC236}">
                    <a16:creationId xmlns:a16="http://schemas.microsoft.com/office/drawing/2014/main" id="{0D4193C6-7D0A-579C-3E2D-409F0E4A1F52}"/>
                  </a:ext>
                </a:extLst>
              </p:cNvPr>
              <p:cNvSpPr/>
              <p:nvPr/>
            </p:nvSpPr>
            <p:spPr>
              <a:xfrm>
                <a:off x="6198968" y="-950654"/>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2" name="Google Shape;622;p34">
                <a:extLst>
                  <a:ext uri="{FF2B5EF4-FFF2-40B4-BE49-F238E27FC236}">
                    <a16:creationId xmlns:a16="http://schemas.microsoft.com/office/drawing/2014/main" id="{8A354594-D2A9-3D6A-34EF-0BED7FCFC805}"/>
                  </a:ext>
                </a:extLst>
              </p:cNvPr>
              <p:cNvSpPr/>
              <p:nvPr/>
            </p:nvSpPr>
            <p:spPr>
              <a:xfrm>
                <a:off x="6182510" y="-75321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3" name="Google Shape;623;p34">
                <a:extLst>
                  <a:ext uri="{FF2B5EF4-FFF2-40B4-BE49-F238E27FC236}">
                    <a16:creationId xmlns:a16="http://schemas.microsoft.com/office/drawing/2014/main" id="{7A11E9B6-DF56-339A-9E94-FE85881F4BD1}"/>
                  </a:ext>
                </a:extLst>
              </p:cNvPr>
              <p:cNvSpPr/>
              <p:nvPr/>
            </p:nvSpPr>
            <p:spPr>
              <a:xfrm>
                <a:off x="6279155" y="-761834"/>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4" name="Google Shape;624;p34">
                <a:extLst>
                  <a:ext uri="{FF2B5EF4-FFF2-40B4-BE49-F238E27FC236}">
                    <a16:creationId xmlns:a16="http://schemas.microsoft.com/office/drawing/2014/main" id="{7C97412C-64A8-6FBE-F033-6544EB832F02}"/>
                  </a:ext>
                </a:extLst>
              </p:cNvPr>
              <p:cNvSpPr/>
              <p:nvPr/>
            </p:nvSpPr>
            <p:spPr>
              <a:xfrm>
                <a:off x="6416478" y="-761589"/>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5" name="Google Shape;625;p34">
                <a:extLst>
                  <a:ext uri="{FF2B5EF4-FFF2-40B4-BE49-F238E27FC236}">
                    <a16:creationId xmlns:a16="http://schemas.microsoft.com/office/drawing/2014/main" id="{1116F577-144B-D519-3B2C-3752F5DC4F32}"/>
                  </a:ext>
                </a:extLst>
              </p:cNvPr>
              <p:cNvSpPr/>
              <p:nvPr/>
            </p:nvSpPr>
            <p:spPr>
              <a:xfrm>
                <a:off x="6344383" y="-676007"/>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grpSp>
        <p:grpSp>
          <p:nvGrpSpPr>
            <p:cNvPr id="626" name="Google Shape;626;p34">
              <a:extLst>
                <a:ext uri="{FF2B5EF4-FFF2-40B4-BE49-F238E27FC236}">
                  <a16:creationId xmlns:a16="http://schemas.microsoft.com/office/drawing/2014/main" id="{1193411E-8FF6-26AA-39FA-26EF7122C3E4}"/>
                </a:ext>
              </a:extLst>
            </p:cNvPr>
            <p:cNvGrpSpPr/>
            <p:nvPr/>
          </p:nvGrpSpPr>
          <p:grpSpPr>
            <a:xfrm flipH="1">
              <a:off x="621668" y="4119279"/>
              <a:ext cx="1286323" cy="627022"/>
              <a:chOff x="4815023" y="3004359"/>
              <a:chExt cx="1060710" cy="514416"/>
            </a:xfrm>
          </p:grpSpPr>
          <p:sp>
            <p:nvSpPr>
              <p:cNvPr id="627" name="Google Shape;627;p34">
                <a:extLst>
                  <a:ext uri="{FF2B5EF4-FFF2-40B4-BE49-F238E27FC236}">
                    <a16:creationId xmlns:a16="http://schemas.microsoft.com/office/drawing/2014/main" id="{9AE3E950-A65F-711A-52E8-572379F536AC}"/>
                  </a:ext>
                </a:extLst>
              </p:cNvPr>
              <p:cNvSpPr/>
              <p:nvPr/>
            </p:nvSpPr>
            <p:spPr>
              <a:xfrm>
                <a:off x="5225920" y="3103754"/>
                <a:ext cx="374173" cy="110244"/>
              </a:xfrm>
              <a:custGeom>
                <a:avLst/>
                <a:gdLst/>
                <a:ahLst/>
                <a:cxnLst/>
                <a:rect l="l" t="t" r="r" b="b"/>
                <a:pathLst>
                  <a:path w="656444" h="193411" extrusionOk="0">
                    <a:moveTo>
                      <a:pt x="27006" y="53118"/>
                    </a:moveTo>
                    <a:cubicBezTo>
                      <a:pt x="33446" y="53118"/>
                      <a:pt x="368345" y="-74830"/>
                      <a:pt x="656445" y="66428"/>
                    </a:cubicBezTo>
                    <a:cubicBezTo>
                      <a:pt x="656445" y="66428"/>
                      <a:pt x="163113" y="214128"/>
                      <a:pt x="56632" y="190942"/>
                    </a:cubicBezTo>
                    <a:cubicBezTo>
                      <a:pt x="-50278" y="167757"/>
                      <a:pt x="27006" y="53118"/>
                      <a:pt x="27006"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8" name="Google Shape;628;p34">
                <a:extLst>
                  <a:ext uri="{FF2B5EF4-FFF2-40B4-BE49-F238E27FC236}">
                    <a16:creationId xmlns:a16="http://schemas.microsoft.com/office/drawing/2014/main" id="{0F5FA893-0957-0CE3-8181-4546279BB28F}"/>
                  </a:ext>
                </a:extLst>
              </p:cNvPr>
              <p:cNvSpPr/>
              <p:nvPr/>
            </p:nvSpPr>
            <p:spPr>
              <a:xfrm>
                <a:off x="4815023" y="3004359"/>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20335"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29" name="Google Shape;629;p34">
                <a:extLst>
                  <a:ext uri="{FF2B5EF4-FFF2-40B4-BE49-F238E27FC236}">
                    <a16:creationId xmlns:a16="http://schemas.microsoft.com/office/drawing/2014/main" id="{F1709E54-E41D-4EB5-1906-9801965F10BF}"/>
                  </a:ext>
                </a:extLst>
              </p:cNvPr>
              <p:cNvSpPr/>
              <p:nvPr/>
            </p:nvSpPr>
            <p:spPr>
              <a:xfrm>
                <a:off x="5463269" y="3168178"/>
                <a:ext cx="160379" cy="195053"/>
              </a:xfrm>
              <a:custGeom>
                <a:avLst/>
                <a:gdLst/>
                <a:ahLst/>
                <a:cxnLst/>
                <a:rect l="l" t="t" r="r" b="b"/>
                <a:pathLst>
                  <a:path w="281366" h="342198" extrusionOk="0">
                    <a:moveTo>
                      <a:pt x="0" y="342198"/>
                    </a:moveTo>
                    <a:lnTo>
                      <a:pt x="240870" y="342198"/>
                    </a:lnTo>
                    <a:cubicBezTo>
                      <a:pt x="303556" y="193211"/>
                      <a:pt x="279941" y="65262"/>
                      <a:pt x="259332" y="0"/>
                    </a:cubicBezTo>
                    <a:cubicBezTo>
                      <a:pt x="125802" y="47659"/>
                      <a:pt x="41218" y="194070"/>
                      <a:pt x="0" y="34219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0" name="Google Shape;630;p34">
                <a:extLst>
                  <a:ext uri="{FF2B5EF4-FFF2-40B4-BE49-F238E27FC236}">
                    <a16:creationId xmlns:a16="http://schemas.microsoft.com/office/drawing/2014/main" id="{3ECEC20F-0A49-F472-BC4A-5EAB3597D744}"/>
                  </a:ext>
                </a:extLst>
              </p:cNvPr>
              <p:cNvSpPr/>
              <p:nvPr/>
            </p:nvSpPr>
            <p:spPr>
              <a:xfrm>
                <a:off x="5006177" y="3004370"/>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279" y="395438"/>
                      <a:pt x="184624"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1" name="Google Shape;631;p34">
                <a:extLst>
                  <a:ext uri="{FF2B5EF4-FFF2-40B4-BE49-F238E27FC236}">
                    <a16:creationId xmlns:a16="http://schemas.microsoft.com/office/drawing/2014/main" id="{DF432F23-6D64-55EA-94A0-D7E303BBD4A3}"/>
                  </a:ext>
                </a:extLst>
              </p:cNvPr>
              <p:cNvSpPr/>
              <p:nvPr/>
            </p:nvSpPr>
            <p:spPr>
              <a:xfrm>
                <a:off x="4816131" y="3372201"/>
                <a:ext cx="523485" cy="33773"/>
              </a:xfrm>
              <a:custGeom>
                <a:avLst/>
                <a:gdLst/>
                <a:ahLst/>
                <a:cxnLst/>
                <a:rect l="l" t="t" r="r" b="b"/>
                <a:pathLst>
                  <a:path w="918395" h="59251" extrusionOk="0">
                    <a:moveTo>
                      <a:pt x="0" y="0"/>
                    </a:moveTo>
                    <a:lnTo>
                      <a:pt x="0" y="0"/>
                    </a:lnTo>
                    <a:cubicBezTo>
                      <a:pt x="0" y="32631"/>
                      <a:pt x="26620" y="59251"/>
                      <a:pt x="59251" y="59251"/>
                    </a:cubicBezTo>
                    <a:lnTo>
                      <a:pt x="859145" y="59251"/>
                    </a:lnTo>
                    <a:cubicBezTo>
                      <a:pt x="891776" y="59251"/>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2" name="Google Shape;632;p34">
                <a:extLst>
                  <a:ext uri="{FF2B5EF4-FFF2-40B4-BE49-F238E27FC236}">
                    <a16:creationId xmlns:a16="http://schemas.microsoft.com/office/drawing/2014/main" id="{E097F46C-A0DC-2FC6-1245-532C1E2DE1CF}"/>
                  </a:ext>
                </a:extLst>
              </p:cNvPr>
              <p:cNvSpPr/>
              <p:nvPr/>
            </p:nvSpPr>
            <p:spPr>
              <a:xfrm>
                <a:off x="5378667" y="3363618"/>
                <a:ext cx="218792" cy="42094"/>
              </a:xfrm>
              <a:custGeom>
                <a:avLst/>
                <a:gdLst/>
                <a:ahLst/>
                <a:cxnLst/>
                <a:rect l="l" t="t" r="r" b="b"/>
                <a:pathLst>
                  <a:path w="383845" h="73849" extrusionOk="0">
                    <a:moveTo>
                      <a:pt x="0" y="0"/>
                    </a:moveTo>
                    <a:lnTo>
                      <a:pt x="0" y="0"/>
                    </a:lnTo>
                    <a:cubicBezTo>
                      <a:pt x="0" y="40789"/>
                      <a:pt x="33061" y="73850"/>
                      <a:pt x="73850" y="73850"/>
                    </a:cubicBezTo>
                    <a:lnTo>
                      <a:pt x="309996" y="73850"/>
                    </a:lnTo>
                    <a:cubicBezTo>
                      <a:pt x="350785" y="73850"/>
                      <a:pt x="383846" y="40789"/>
                      <a:pt x="383846" y="0"/>
                    </a:cubicBezTo>
                    <a:lnTo>
                      <a:pt x="38384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3" name="Google Shape;633;p34">
                <a:extLst>
                  <a:ext uri="{FF2B5EF4-FFF2-40B4-BE49-F238E27FC236}">
                    <a16:creationId xmlns:a16="http://schemas.microsoft.com/office/drawing/2014/main" id="{20690535-55AB-B2B7-D737-6408729C2F5F}"/>
                  </a:ext>
                </a:extLst>
              </p:cNvPr>
              <p:cNvSpPr/>
              <p:nvPr/>
            </p:nvSpPr>
            <p:spPr>
              <a:xfrm>
                <a:off x="4975669" y="3144637"/>
                <a:ext cx="356677" cy="116910"/>
              </a:xfrm>
              <a:custGeom>
                <a:avLst/>
                <a:gdLst/>
                <a:ahLst/>
                <a:cxnLst/>
                <a:rect l="l" t="t" r="r" b="b"/>
                <a:pathLst>
                  <a:path w="625749" h="205105" extrusionOk="0">
                    <a:moveTo>
                      <a:pt x="624891" y="429"/>
                    </a:moveTo>
                    <a:cubicBezTo>
                      <a:pt x="619739" y="3864"/>
                      <a:pt x="613728" y="5582"/>
                      <a:pt x="608146" y="8587"/>
                    </a:cubicBezTo>
                    <a:cubicBezTo>
                      <a:pt x="602994" y="11593"/>
                      <a:pt x="597842" y="14598"/>
                      <a:pt x="592689" y="18033"/>
                    </a:cubicBezTo>
                    <a:cubicBezTo>
                      <a:pt x="582385" y="24473"/>
                      <a:pt x="572510" y="30914"/>
                      <a:pt x="562205" y="37354"/>
                    </a:cubicBezTo>
                    <a:cubicBezTo>
                      <a:pt x="542454" y="50235"/>
                      <a:pt x="522275" y="62257"/>
                      <a:pt x="501665" y="74279"/>
                    </a:cubicBezTo>
                    <a:cubicBezTo>
                      <a:pt x="460876" y="98323"/>
                      <a:pt x="418799" y="119791"/>
                      <a:pt x="375434" y="138253"/>
                    </a:cubicBezTo>
                    <a:cubicBezTo>
                      <a:pt x="332928" y="156286"/>
                      <a:pt x="287845" y="172172"/>
                      <a:pt x="241904" y="178613"/>
                    </a:cubicBezTo>
                    <a:cubicBezTo>
                      <a:pt x="201545" y="184194"/>
                      <a:pt x="159468" y="183336"/>
                      <a:pt x="119967" y="173890"/>
                    </a:cubicBezTo>
                    <a:cubicBezTo>
                      <a:pt x="98928" y="169167"/>
                      <a:pt x="80466" y="162297"/>
                      <a:pt x="61574" y="151563"/>
                    </a:cubicBezTo>
                    <a:cubicBezTo>
                      <a:pt x="59427" y="150275"/>
                      <a:pt x="57280" y="148987"/>
                      <a:pt x="55563" y="147699"/>
                    </a:cubicBezTo>
                    <a:cubicBezTo>
                      <a:pt x="55133" y="147270"/>
                      <a:pt x="52128" y="145552"/>
                      <a:pt x="54275" y="146840"/>
                    </a:cubicBezTo>
                    <a:cubicBezTo>
                      <a:pt x="52987" y="145982"/>
                      <a:pt x="52128" y="145552"/>
                      <a:pt x="50840" y="144694"/>
                    </a:cubicBezTo>
                    <a:cubicBezTo>
                      <a:pt x="46546" y="141688"/>
                      <a:pt x="42253" y="138253"/>
                      <a:pt x="37959" y="134818"/>
                    </a:cubicBezTo>
                    <a:cubicBezTo>
                      <a:pt x="35812" y="133101"/>
                      <a:pt x="33666" y="131383"/>
                      <a:pt x="31948" y="129237"/>
                    </a:cubicBezTo>
                    <a:cubicBezTo>
                      <a:pt x="31519" y="128807"/>
                      <a:pt x="28943" y="126231"/>
                      <a:pt x="31090" y="128378"/>
                    </a:cubicBezTo>
                    <a:cubicBezTo>
                      <a:pt x="30231" y="127519"/>
                      <a:pt x="29372" y="126231"/>
                      <a:pt x="28084" y="125373"/>
                    </a:cubicBezTo>
                    <a:cubicBezTo>
                      <a:pt x="26796" y="124084"/>
                      <a:pt x="22502" y="119791"/>
                      <a:pt x="25078" y="122367"/>
                    </a:cubicBezTo>
                    <a:cubicBezTo>
                      <a:pt x="23361" y="120649"/>
                      <a:pt x="22073" y="118932"/>
                      <a:pt x="20356" y="117644"/>
                    </a:cubicBezTo>
                    <a:cubicBezTo>
                      <a:pt x="17780" y="115497"/>
                      <a:pt x="14774" y="114209"/>
                      <a:pt x="11768"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7" y="180330"/>
                      <a:pt x="84759" y="188488"/>
                      <a:pt x="104510" y="194070"/>
                    </a:cubicBezTo>
                    <a:cubicBezTo>
                      <a:pt x="144011" y="205662"/>
                      <a:pt x="186088" y="207380"/>
                      <a:pt x="226877" y="202657"/>
                    </a:cubicBezTo>
                    <a:cubicBezTo>
                      <a:pt x="274535"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8" y="6011"/>
                      <a:pt x="622315" y="2576"/>
                      <a:pt x="625750" y="0"/>
                    </a:cubicBezTo>
                    <a:cubicBezTo>
                      <a:pt x="625321" y="859"/>
                      <a:pt x="62489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4" name="Google Shape;634;p34">
                <a:extLst>
                  <a:ext uri="{FF2B5EF4-FFF2-40B4-BE49-F238E27FC236}">
                    <a16:creationId xmlns:a16="http://schemas.microsoft.com/office/drawing/2014/main" id="{EB49238F-FBDF-4ED7-43A0-33CDF7DAA062}"/>
                  </a:ext>
                </a:extLst>
              </p:cNvPr>
              <p:cNvSpPr/>
              <p:nvPr/>
            </p:nvSpPr>
            <p:spPr>
              <a:xfrm>
                <a:off x="5299951" y="3185834"/>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5" name="Google Shape;635;p34">
                <a:extLst>
                  <a:ext uri="{FF2B5EF4-FFF2-40B4-BE49-F238E27FC236}">
                    <a16:creationId xmlns:a16="http://schemas.microsoft.com/office/drawing/2014/main" id="{8DDBEB55-5054-7852-394B-2F482BE36415}"/>
                  </a:ext>
                </a:extLst>
              </p:cNvPr>
              <p:cNvSpPr/>
              <p:nvPr/>
            </p:nvSpPr>
            <p:spPr>
              <a:xfrm>
                <a:off x="5248455" y="3222371"/>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6" name="Google Shape;636;p34">
                <a:extLst>
                  <a:ext uri="{FF2B5EF4-FFF2-40B4-BE49-F238E27FC236}">
                    <a16:creationId xmlns:a16="http://schemas.microsoft.com/office/drawing/2014/main" id="{87FA1802-8696-A9CB-C4BE-65761B0EE24A}"/>
                  </a:ext>
                </a:extLst>
              </p:cNvPr>
              <p:cNvSpPr/>
              <p:nvPr/>
            </p:nvSpPr>
            <p:spPr>
              <a:xfrm>
                <a:off x="5196959" y="3257928"/>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7" name="Google Shape;637;p34">
                <a:extLst>
                  <a:ext uri="{FF2B5EF4-FFF2-40B4-BE49-F238E27FC236}">
                    <a16:creationId xmlns:a16="http://schemas.microsoft.com/office/drawing/2014/main" id="{04D19B81-CF8A-308B-EEA7-6AF8EFA31273}"/>
                  </a:ext>
                </a:extLst>
              </p:cNvPr>
              <p:cNvSpPr/>
              <p:nvPr/>
            </p:nvSpPr>
            <p:spPr>
              <a:xfrm>
                <a:off x="5128052" y="3276320"/>
                <a:ext cx="28878" cy="28878"/>
              </a:xfrm>
              <a:custGeom>
                <a:avLst/>
                <a:gdLst/>
                <a:ahLst/>
                <a:cxnLst/>
                <a:rect l="l" t="t" r="r" b="b"/>
                <a:pathLst>
                  <a:path w="50664" h="50664" extrusionOk="0">
                    <a:moveTo>
                      <a:pt x="50664" y="25332"/>
                    </a:moveTo>
                    <a:cubicBezTo>
                      <a:pt x="50664" y="39323"/>
                      <a:pt x="39323" y="50664"/>
                      <a:pt x="25332" y="50664"/>
                    </a:cubicBezTo>
                    <a:cubicBezTo>
                      <a:pt x="11342" y="50664"/>
                      <a:pt x="0" y="39323"/>
                      <a:pt x="0" y="25332"/>
                    </a:cubicBezTo>
                    <a:cubicBezTo>
                      <a:pt x="0" y="11342"/>
                      <a:pt x="11342"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8" name="Google Shape;638;p34">
                <a:extLst>
                  <a:ext uri="{FF2B5EF4-FFF2-40B4-BE49-F238E27FC236}">
                    <a16:creationId xmlns:a16="http://schemas.microsoft.com/office/drawing/2014/main" id="{E9235570-1E37-1B3C-FCA9-C0B10DDE2F57}"/>
                  </a:ext>
                </a:extLst>
              </p:cNvPr>
              <p:cNvSpPr/>
              <p:nvPr/>
            </p:nvSpPr>
            <p:spPr>
              <a:xfrm>
                <a:off x="5015965" y="3137125"/>
                <a:ext cx="133155" cy="160727"/>
              </a:xfrm>
              <a:custGeom>
                <a:avLst/>
                <a:gdLst/>
                <a:ahLst/>
                <a:cxnLst/>
                <a:rect l="l" t="t" r="r" b="b"/>
                <a:pathLst>
                  <a:path w="233606" h="281977" extrusionOk="0">
                    <a:moveTo>
                      <a:pt x="6905" y="93871"/>
                    </a:moveTo>
                    <a:cubicBezTo>
                      <a:pt x="13346" y="92583"/>
                      <a:pt x="14634" y="89148"/>
                      <a:pt x="16351" y="83137"/>
                    </a:cubicBezTo>
                    <a:cubicBezTo>
                      <a:pt x="18498" y="76267"/>
                      <a:pt x="19786" y="69397"/>
                      <a:pt x="22792" y="62528"/>
                    </a:cubicBezTo>
                    <a:cubicBezTo>
                      <a:pt x="25368" y="56517"/>
                      <a:pt x="27944" y="50506"/>
                      <a:pt x="31379" y="44495"/>
                    </a:cubicBezTo>
                    <a:cubicBezTo>
                      <a:pt x="34814" y="37625"/>
                      <a:pt x="38678" y="32902"/>
                      <a:pt x="45118"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39" y="58663"/>
                      <a:pt x="158039" y="58663"/>
                    </a:cubicBezTo>
                    <a:cubicBezTo>
                      <a:pt x="158898" y="59951"/>
                      <a:pt x="160186" y="61240"/>
                      <a:pt x="161045" y="62957"/>
                    </a:cubicBezTo>
                    <a:cubicBezTo>
                      <a:pt x="165338" y="68968"/>
                      <a:pt x="169203" y="75408"/>
                      <a:pt x="172638" y="81849"/>
                    </a:cubicBezTo>
                    <a:cubicBezTo>
                      <a:pt x="171349" y="79702"/>
                      <a:pt x="174355" y="84854"/>
                      <a:pt x="173926" y="84425"/>
                    </a:cubicBezTo>
                    <a:cubicBezTo>
                      <a:pt x="174784" y="86142"/>
                      <a:pt x="175643" y="87860"/>
                      <a:pt x="176072" y="89148"/>
                    </a:cubicBezTo>
                    <a:cubicBezTo>
                      <a:pt x="177790" y="92583"/>
                      <a:pt x="179078" y="95588"/>
                      <a:pt x="180366" y="99023"/>
                    </a:cubicBezTo>
                    <a:cubicBezTo>
                      <a:pt x="183372"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5"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3"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2" y="12722"/>
                      <a:pt x="30091" y="17445"/>
                      <a:pt x="24080" y="23027"/>
                    </a:cubicBezTo>
                    <a:cubicBezTo>
                      <a:pt x="18069" y="28608"/>
                      <a:pt x="12487" y="34190"/>
                      <a:pt x="8623" y="41489"/>
                    </a:cubicBezTo>
                    <a:cubicBezTo>
                      <a:pt x="4759" y="49217"/>
                      <a:pt x="2612" y="58234"/>
                      <a:pt x="895" y="66392"/>
                    </a:cubicBezTo>
                    <a:cubicBezTo>
                      <a:pt x="-1252" y="76267"/>
                      <a:pt x="465" y="83996"/>
                      <a:pt x="6047" y="92153"/>
                    </a:cubicBezTo>
                    <a:cubicBezTo>
                      <a:pt x="6047" y="93871"/>
                      <a:pt x="6476" y="93871"/>
                      <a:pt x="6905" y="93871"/>
                    </a:cubicBezTo>
                    <a:lnTo>
                      <a:pt x="6905"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39" name="Google Shape;639;p34">
                <a:extLst>
                  <a:ext uri="{FF2B5EF4-FFF2-40B4-BE49-F238E27FC236}">
                    <a16:creationId xmlns:a16="http://schemas.microsoft.com/office/drawing/2014/main" id="{2E876CB3-6219-ABD7-0571-878E63C3C18D}"/>
                  </a:ext>
                </a:extLst>
              </p:cNvPr>
              <p:cNvSpPr/>
              <p:nvPr/>
            </p:nvSpPr>
            <p:spPr>
              <a:xfrm>
                <a:off x="5096110" y="3113507"/>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5" y="44630"/>
                      <a:pt x="37036" y="32178"/>
                      <a:pt x="48200" y="24879"/>
                    </a:cubicBezTo>
                    <a:cubicBezTo>
                      <a:pt x="70956" y="9422"/>
                      <a:pt x="101869"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89" y="225389"/>
                      <a:pt x="222089" y="207356"/>
                      <a:pt x="220801" y="189753"/>
                    </a:cubicBezTo>
                    <a:cubicBezTo>
                      <a:pt x="218225" y="155404"/>
                      <a:pt x="210926" y="120626"/>
                      <a:pt x="195899" y="89283"/>
                    </a:cubicBezTo>
                    <a:cubicBezTo>
                      <a:pt x="181300" y="59228"/>
                      <a:pt x="161550" y="31749"/>
                      <a:pt x="131924" y="15004"/>
                    </a:cubicBezTo>
                    <a:cubicBezTo>
                      <a:pt x="107022" y="406"/>
                      <a:pt x="74820" y="-5605"/>
                      <a:pt x="47341" y="6417"/>
                    </a:cubicBezTo>
                    <a:cubicBezTo>
                      <a:pt x="39612"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0" name="Google Shape;640;p34">
                <a:extLst>
                  <a:ext uri="{FF2B5EF4-FFF2-40B4-BE49-F238E27FC236}">
                    <a16:creationId xmlns:a16="http://schemas.microsoft.com/office/drawing/2014/main" id="{F6830B62-3BFB-A720-D330-9D49B6A939CA}"/>
                  </a:ext>
                </a:extLst>
              </p:cNvPr>
              <p:cNvSpPr/>
              <p:nvPr/>
            </p:nvSpPr>
            <p:spPr>
              <a:xfrm>
                <a:off x="5156694" y="3077947"/>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8" y="233552"/>
                      <a:pt x="213046" y="216807"/>
                      <a:pt x="212616" y="199633"/>
                    </a:cubicBezTo>
                    <a:cubicBezTo>
                      <a:pt x="212187" y="163996"/>
                      <a:pt x="207035" y="128359"/>
                      <a:pt x="193725" y="95299"/>
                    </a:cubicBezTo>
                    <a:cubicBezTo>
                      <a:pt x="181273" y="64814"/>
                      <a:pt x="162811" y="37765"/>
                      <a:pt x="135332" y="18873"/>
                    </a:cubicBezTo>
                    <a:cubicBezTo>
                      <a:pt x="110859"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3949"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1" name="Google Shape;641;p34">
                <a:extLst>
                  <a:ext uri="{FF2B5EF4-FFF2-40B4-BE49-F238E27FC236}">
                    <a16:creationId xmlns:a16="http://schemas.microsoft.com/office/drawing/2014/main" id="{AD4B117E-5964-E8DE-2D35-A2AEF132F822}"/>
                  </a:ext>
                </a:extLst>
              </p:cNvPr>
              <p:cNvSpPr/>
              <p:nvPr/>
            </p:nvSpPr>
            <p:spPr>
              <a:xfrm>
                <a:off x="5306024" y="3192209"/>
                <a:ext cx="43931" cy="123453"/>
              </a:xfrm>
              <a:custGeom>
                <a:avLst/>
                <a:gdLst/>
                <a:ahLst/>
                <a:cxnLst/>
                <a:rect l="l" t="t" r="r" b="b"/>
                <a:pathLst>
                  <a:path w="77072" h="216584" extrusionOk="0">
                    <a:moveTo>
                      <a:pt x="4824" y="17174"/>
                    </a:moveTo>
                    <a:cubicBezTo>
                      <a:pt x="5682" y="17604"/>
                      <a:pt x="9117" y="19751"/>
                      <a:pt x="9117" y="19751"/>
                    </a:cubicBezTo>
                    <a:cubicBezTo>
                      <a:pt x="10406" y="21039"/>
                      <a:pt x="10835" y="21039"/>
                      <a:pt x="9547" y="20180"/>
                    </a:cubicBezTo>
                    <a:cubicBezTo>
                      <a:pt x="9976" y="21039"/>
                      <a:pt x="10835" y="21897"/>
                      <a:pt x="11694" y="22756"/>
                    </a:cubicBezTo>
                    <a:cubicBezTo>
                      <a:pt x="15128" y="26620"/>
                      <a:pt x="10406" y="20180"/>
                      <a:pt x="12552" y="24044"/>
                    </a:cubicBezTo>
                    <a:cubicBezTo>
                      <a:pt x="13411" y="25761"/>
                      <a:pt x="13840" y="25761"/>
                      <a:pt x="12982" y="24473"/>
                    </a:cubicBezTo>
                    <a:cubicBezTo>
                      <a:pt x="13411" y="25332"/>
                      <a:pt x="13840" y="26620"/>
                      <a:pt x="14699" y="27479"/>
                    </a:cubicBezTo>
                    <a:cubicBezTo>
                      <a:pt x="18563" y="35207"/>
                      <a:pt x="22427" y="42507"/>
                      <a:pt x="25862" y="50235"/>
                    </a:cubicBezTo>
                    <a:cubicBezTo>
                      <a:pt x="32303" y="66121"/>
                      <a:pt x="37025" y="81149"/>
                      <a:pt x="40890" y="99182"/>
                    </a:cubicBezTo>
                    <a:cubicBezTo>
                      <a:pt x="44754" y="116785"/>
                      <a:pt x="47759" y="134818"/>
                      <a:pt x="50336" y="152852"/>
                    </a:cubicBezTo>
                    <a:cubicBezTo>
                      <a:pt x="51624" y="162297"/>
                      <a:pt x="53771" y="171314"/>
                      <a:pt x="55059" y="181189"/>
                    </a:cubicBezTo>
                    <a:cubicBezTo>
                      <a:pt x="55488" y="185483"/>
                      <a:pt x="55917" y="190635"/>
                      <a:pt x="57205" y="194929"/>
                    </a:cubicBezTo>
                    <a:cubicBezTo>
                      <a:pt x="58493" y="200510"/>
                      <a:pt x="60640" y="206092"/>
                      <a:pt x="62358" y="211674"/>
                    </a:cubicBezTo>
                    <a:cubicBezTo>
                      <a:pt x="62787" y="212962"/>
                      <a:pt x="67510" y="218972"/>
                      <a:pt x="68798" y="215538"/>
                    </a:cubicBezTo>
                    <a:cubicBezTo>
                      <a:pt x="70086" y="212532"/>
                      <a:pt x="71374" y="209956"/>
                      <a:pt x="72662" y="206950"/>
                    </a:cubicBezTo>
                    <a:cubicBezTo>
                      <a:pt x="74380" y="203086"/>
                      <a:pt x="74809" y="198793"/>
                      <a:pt x="74809" y="194929"/>
                    </a:cubicBezTo>
                    <a:cubicBezTo>
                      <a:pt x="75238" y="191064"/>
                      <a:pt x="75238" y="187629"/>
                      <a:pt x="75668" y="183765"/>
                    </a:cubicBezTo>
                    <a:cubicBezTo>
                      <a:pt x="76097" y="179901"/>
                      <a:pt x="76956" y="176037"/>
                      <a:pt x="76956" y="172173"/>
                    </a:cubicBezTo>
                    <a:cubicBezTo>
                      <a:pt x="77385" y="164444"/>
                      <a:pt x="76526" y="155857"/>
                      <a:pt x="76097" y="148128"/>
                    </a:cubicBezTo>
                    <a:cubicBezTo>
                      <a:pt x="75668" y="139112"/>
                      <a:pt x="73950" y="129666"/>
                      <a:pt x="72233" y="120650"/>
                    </a:cubicBezTo>
                    <a:cubicBezTo>
                      <a:pt x="66222" y="86301"/>
                      <a:pt x="55059" y="50235"/>
                      <a:pt x="35308" y="21468"/>
                    </a:cubicBezTo>
                    <a:cubicBezTo>
                      <a:pt x="29297" y="12451"/>
                      <a:pt x="19851" y="859"/>
                      <a:pt x="8259" y="0"/>
                    </a:cubicBezTo>
                    <a:cubicBezTo>
                      <a:pt x="-1617" y="0"/>
                      <a:pt x="-2475" y="12881"/>
                      <a:pt x="4824" y="17174"/>
                    </a:cubicBezTo>
                    <a:lnTo>
                      <a:pt x="4824" y="171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2" name="Google Shape;642;p34">
                <a:extLst>
                  <a:ext uri="{FF2B5EF4-FFF2-40B4-BE49-F238E27FC236}">
                    <a16:creationId xmlns:a16="http://schemas.microsoft.com/office/drawing/2014/main" id="{9BF6607D-1967-A3AB-61EC-FD92EBC4D5CD}"/>
                  </a:ext>
                </a:extLst>
              </p:cNvPr>
              <p:cNvSpPr/>
              <p:nvPr/>
            </p:nvSpPr>
            <p:spPr>
              <a:xfrm>
                <a:off x="5477866" y="3216556"/>
                <a:ext cx="374068" cy="110244"/>
              </a:xfrm>
              <a:custGeom>
                <a:avLst/>
                <a:gdLst/>
                <a:ahLst/>
                <a:cxnLst/>
                <a:rect l="l" t="t" r="r" b="b"/>
                <a:pathLst>
                  <a:path w="656260" h="193411" extrusionOk="0">
                    <a:moveTo>
                      <a:pt x="26822" y="53118"/>
                    </a:moveTo>
                    <a:cubicBezTo>
                      <a:pt x="33262" y="53118"/>
                      <a:pt x="368161" y="-74830"/>
                      <a:pt x="656261" y="66428"/>
                    </a:cubicBezTo>
                    <a:cubicBezTo>
                      <a:pt x="656261" y="66428"/>
                      <a:pt x="162928" y="214128"/>
                      <a:pt x="56448" y="190942"/>
                    </a:cubicBezTo>
                    <a:cubicBezTo>
                      <a:pt x="-50033" y="167757"/>
                      <a:pt x="26822" y="53118"/>
                      <a:pt x="26822"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3" name="Google Shape;643;p34">
                <a:extLst>
                  <a:ext uri="{FF2B5EF4-FFF2-40B4-BE49-F238E27FC236}">
                    <a16:creationId xmlns:a16="http://schemas.microsoft.com/office/drawing/2014/main" id="{4288F75D-61B4-C15A-1429-8EE43FD589B8}"/>
                  </a:ext>
                </a:extLst>
              </p:cNvPr>
              <p:cNvSpPr/>
              <p:nvPr/>
            </p:nvSpPr>
            <p:spPr>
              <a:xfrm>
                <a:off x="5067110" y="3117161"/>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19906"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4" name="Google Shape;644;p34">
                <a:extLst>
                  <a:ext uri="{FF2B5EF4-FFF2-40B4-BE49-F238E27FC236}">
                    <a16:creationId xmlns:a16="http://schemas.microsoft.com/office/drawing/2014/main" id="{F648F8F3-A63F-C185-85AA-E1FA671671A2}"/>
                  </a:ext>
                </a:extLst>
              </p:cNvPr>
              <p:cNvSpPr/>
              <p:nvPr/>
            </p:nvSpPr>
            <p:spPr>
              <a:xfrm>
                <a:off x="5715355" y="3280979"/>
                <a:ext cx="160378" cy="195053"/>
              </a:xfrm>
              <a:custGeom>
                <a:avLst/>
                <a:gdLst/>
                <a:ahLst/>
                <a:cxnLst/>
                <a:rect l="l" t="t" r="r" b="b"/>
                <a:pathLst>
                  <a:path w="281365" h="342198" extrusionOk="0">
                    <a:moveTo>
                      <a:pt x="0" y="342198"/>
                    </a:moveTo>
                    <a:lnTo>
                      <a:pt x="240870" y="342198"/>
                    </a:lnTo>
                    <a:cubicBezTo>
                      <a:pt x="303556" y="193211"/>
                      <a:pt x="279941" y="65262"/>
                      <a:pt x="259332" y="0"/>
                    </a:cubicBezTo>
                    <a:cubicBezTo>
                      <a:pt x="125372" y="47659"/>
                      <a:pt x="41218" y="194070"/>
                      <a:pt x="0" y="34219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5" name="Google Shape;645;p34">
                <a:extLst>
                  <a:ext uri="{FF2B5EF4-FFF2-40B4-BE49-F238E27FC236}">
                    <a16:creationId xmlns:a16="http://schemas.microsoft.com/office/drawing/2014/main" id="{6A2CBDDC-4542-90BC-1B5E-B18371A63FF6}"/>
                  </a:ext>
                </a:extLst>
              </p:cNvPr>
              <p:cNvSpPr/>
              <p:nvPr/>
            </p:nvSpPr>
            <p:spPr>
              <a:xfrm>
                <a:off x="5258019" y="3117172"/>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708" y="395438"/>
                      <a:pt x="185053"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6" name="Google Shape;646;p34">
                <a:extLst>
                  <a:ext uri="{FF2B5EF4-FFF2-40B4-BE49-F238E27FC236}">
                    <a16:creationId xmlns:a16="http://schemas.microsoft.com/office/drawing/2014/main" id="{5F3E3A5C-52DC-2BB1-4D0E-AFD05FBD5A30}"/>
                  </a:ext>
                </a:extLst>
              </p:cNvPr>
              <p:cNvSpPr/>
              <p:nvPr/>
            </p:nvSpPr>
            <p:spPr>
              <a:xfrm>
                <a:off x="5068218" y="3485002"/>
                <a:ext cx="523486" cy="33773"/>
              </a:xfrm>
              <a:custGeom>
                <a:avLst/>
                <a:gdLst/>
                <a:ahLst/>
                <a:cxnLst/>
                <a:rect l="l" t="t" r="r" b="b"/>
                <a:pathLst>
                  <a:path w="918396" h="59251" extrusionOk="0">
                    <a:moveTo>
                      <a:pt x="0" y="0"/>
                    </a:moveTo>
                    <a:lnTo>
                      <a:pt x="0" y="0"/>
                    </a:lnTo>
                    <a:cubicBezTo>
                      <a:pt x="0" y="32631"/>
                      <a:pt x="26620" y="59252"/>
                      <a:pt x="59251" y="59252"/>
                    </a:cubicBezTo>
                    <a:lnTo>
                      <a:pt x="859145" y="59252"/>
                    </a:lnTo>
                    <a:cubicBezTo>
                      <a:pt x="891776" y="59252"/>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7" name="Google Shape;647;p34">
                <a:extLst>
                  <a:ext uri="{FF2B5EF4-FFF2-40B4-BE49-F238E27FC236}">
                    <a16:creationId xmlns:a16="http://schemas.microsoft.com/office/drawing/2014/main" id="{193D66D8-2194-DD26-C78B-F1C949E34DFF}"/>
                  </a:ext>
                </a:extLst>
              </p:cNvPr>
              <p:cNvSpPr/>
              <p:nvPr/>
            </p:nvSpPr>
            <p:spPr>
              <a:xfrm>
                <a:off x="5630509" y="3476420"/>
                <a:ext cx="218792" cy="42094"/>
              </a:xfrm>
              <a:custGeom>
                <a:avLst/>
                <a:gdLst/>
                <a:ahLst/>
                <a:cxnLst/>
                <a:rect l="l" t="t" r="r" b="b"/>
                <a:pathLst>
                  <a:path w="383845" h="73849" extrusionOk="0">
                    <a:moveTo>
                      <a:pt x="0" y="0"/>
                    </a:moveTo>
                    <a:lnTo>
                      <a:pt x="0" y="0"/>
                    </a:lnTo>
                    <a:cubicBezTo>
                      <a:pt x="0" y="40789"/>
                      <a:pt x="33061" y="73849"/>
                      <a:pt x="73850" y="73849"/>
                    </a:cubicBezTo>
                    <a:lnTo>
                      <a:pt x="309996" y="73849"/>
                    </a:lnTo>
                    <a:cubicBezTo>
                      <a:pt x="350785" y="73849"/>
                      <a:pt x="383846" y="40789"/>
                      <a:pt x="383846" y="0"/>
                    </a:cubicBezTo>
                    <a:lnTo>
                      <a:pt x="383846" y="0"/>
                    </a:ln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8" name="Google Shape;648;p34">
                <a:extLst>
                  <a:ext uri="{FF2B5EF4-FFF2-40B4-BE49-F238E27FC236}">
                    <a16:creationId xmlns:a16="http://schemas.microsoft.com/office/drawing/2014/main" id="{26925EA3-504D-501E-7EF4-74AF4109F194}"/>
                  </a:ext>
                </a:extLst>
              </p:cNvPr>
              <p:cNvSpPr/>
              <p:nvPr/>
            </p:nvSpPr>
            <p:spPr>
              <a:xfrm>
                <a:off x="5227511" y="3257438"/>
                <a:ext cx="356678" cy="116910"/>
              </a:xfrm>
              <a:custGeom>
                <a:avLst/>
                <a:gdLst/>
                <a:ahLst/>
                <a:cxnLst/>
                <a:rect l="l" t="t" r="r" b="b"/>
                <a:pathLst>
                  <a:path w="625750" h="205105" extrusionOk="0">
                    <a:moveTo>
                      <a:pt x="624891" y="429"/>
                    </a:moveTo>
                    <a:cubicBezTo>
                      <a:pt x="619739" y="3864"/>
                      <a:pt x="613728" y="5582"/>
                      <a:pt x="608146" y="8587"/>
                    </a:cubicBezTo>
                    <a:cubicBezTo>
                      <a:pt x="602994" y="11593"/>
                      <a:pt x="597842" y="14598"/>
                      <a:pt x="592690" y="18033"/>
                    </a:cubicBezTo>
                    <a:cubicBezTo>
                      <a:pt x="582385" y="24473"/>
                      <a:pt x="572510" y="30914"/>
                      <a:pt x="562205" y="37354"/>
                    </a:cubicBezTo>
                    <a:cubicBezTo>
                      <a:pt x="542455" y="50235"/>
                      <a:pt x="522275" y="62257"/>
                      <a:pt x="501666" y="74279"/>
                    </a:cubicBezTo>
                    <a:cubicBezTo>
                      <a:pt x="460877" y="98323"/>
                      <a:pt x="418800" y="119791"/>
                      <a:pt x="375435" y="138253"/>
                    </a:cubicBezTo>
                    <a:cubicBezTo>
                      <a:pt x="332928" y="156286"/>
                      <a:pt x="287846" y="172172"/>
                      <a:pt x="241904" y="178613"/>
                    </a:cubicBezTo>
                    <a:cubicBezTo>
                      <a:pt x="201545" y="184194"/>
                      <a:pt x="159467" y="183336"/>
                      <a:pt x="119967" y="173890"/>
                    </a:cubicBezTo>
                    <a:cubicBezTo>
                      <a:pt x="98928" y="169167"/>
                      <a:pt x="80466" y="162297"/>
                      <a:pt x="61574" y="151563"/>
                    </a:cubicBezTo>
                    <a:cubicBezTo>
                      <a:pt x="59427" y="150275"/>
                      <a:pt x="57280" y="148987"/>
                      <a:pt x="55563" y="147699"/>
                    </a:cubicBezTo>
                    <a:cubicBezTo>
                      <a:pt x="55134" y="147270"/>
                      <a:pt x="52128" y="145552"/>
                      <a:pt x="54275" y="146840"/>
                    </a:cubicBezTo>
                    <a:cubicBezTo>
                      <a:pt x="52987" y="145982"/>
                      <a:pt x="52128" y="145552"/>
                      <a:pt x="50840" y="144694"/>
                    </a:cubicBezTo>
                    <a:cubicBezTo>
                      <a:pt x="46546" y="141688"/>
                      <a:pt x="42253" y="138253"/>
                      <a:pt x="37959" y="134818"/>
                    </a:cubicBezTo>
                    <a:cubicBezTo>
                      <a:pt x="35813" y="133101"/>
                      <a:pt x="33666" y="131383"/>
                      <a:pt x="31948" y="129237"/>
                    </a:cubicBezTo>
                    <a:cubicBezTo>
                      <a:pt x="31519" y="128807"/>
                      <a:pt x="28943" y="126231"/>
                      <a:pt x="31090" y="128378"/>
                    </a:cubicBezTo>
                    <a:cubicBezTo>
                      <a:pt x="30231" y="127519"/>
                      <a:pt x="29372" y="126231"/>
                      <a:pt x="28084" y="125373"/>
                    </a:cubicBezTo>
                    <a:cubicBezTo>
                      <a:pt x="26796" y="124084"/>
                      <a:pt x="22503" y="119791"/>
                      <a:pt x="25079" y="122367"/>
                    </a:cubicBezTo>
                    <a:cubicBezTo>
                      <a:pt x="23361" y="120649"/>
                      <a:pt x="22073" y="118932"/>
                      <a:pt x="20356" y="117644"/>
                    </a:cubicBezTo>
                    <a:cubicBezTo>
                      <a:pt x="17779" y="115497"/>
                      <a:pt x="14774" y="114209"/>
                      <a:pt x="11769"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8" y="180330"/>
                      <a:pt x="84759" y="188488"/>
                      <a:pt x="104510" y="194070"/>
                    </a:cubicBezTo>
                    <a:cubicBezTo>
                      <a:pt x="144011" y="205662"/>
                      <a:pt x="186088" y="207380"/>
                      <a:pt x="226877" y="202657"/>
                    </a:cubicBezTo>
                    <a:cubicBezTo>
                      <a:pt x="274536"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9" y="6011"/>
                      <a:pt x="622315" y="2576"/>
                      <a:pt x="625750" y="0"/>
                    </a:cubicBezTo>
                    <a:cubicBezTo>
                      <a:pt x="625750" y="859"/>
                      <a:pt x="62532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49" name="Google Shape;649;p34">
                <a:extLst>
                  <a:ext uri="{FF2B5EF4-FFF2-40B4-BE49-F238E27FC236}">
                    <a16:creationId xmlns:a16="http://schemas.microsoft.com/office/drawing/2014/main" id="{1DA8368B-8CF4-B5BA-5101-B94E6ACFA729}"/>
                  </a:ext>
                </a:extLst>
              </p:cNvPr>
              <p:cNvSpPr/>
              <p:nvPr/>
            </p:nvSpPr>
            <p:spPr>
              <a:xfrm>
                <a:off x="5551794" y="3298635"/>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0" name="Google Shape;650;p34">
                <a:extLst>
                  <a:ext uri="{FF2B5EF4-FFF2-40B4-BE49-F238E27FC236}">
                    <a16:creationId xmlns:a16="http://schemas.microsoft.com/office/drawing/2014/main" id="{3B045155-0420-4EE2-A617-C453D735FE03}"/>
                  </a:ext>
                </a:extLst>
              </p:cNvPr>
              <p:cNvSpPr/>
              <p:nvPr/>
            </p:nvSpPr>
            <p:spPr>
              <a:xfrm>
                <a:off x="5500297" y="3335173"/>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1" name="Google Shape;651;p34">
                <a:extLst>
                  <a:ext uri="{FF2B5EF4-FFF2-40B4-BE49-F238E27FC236}">
                    <a16:creationId xmlns:a16="http://schemas.microsoft.com/office/drawing/2014/main" id="{DF3EB380-C2D3-B4E1-A0D3-F3C2C0413F94}"/>
                  </a:ext>
                </a:extLst>
              </p:cNvPr>
              <p:cNvSpPr/>
              <p:nvPr/>
            </p:nvSpPr>
            <p:spPr>
              <a:xfrm>
                <a:off x="5448801" y="3370730"/>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2" name="Google Shape;652;p34">
                <a:extLst>
                  <a:ext uri="{FF2B5EF4-FFF2-40B4-BE49-F238E27FC236}">
                    <a16:creationId xmlns:a16="http://schemas.microsoft.com/office/drawing/2014/main" id="{B158092F-6E04-38C0-DE6C-5E304D49CC63}"/>
                  </a:ext>
                </a:extLst>
              </p:cNvPr>
              <p:cNvSpPr/>
              <p:nvPr/>
            </p:nvSpPr>
            <p:spPr>
              <a:xfrm>
                <a:off x="5380139" y="3389121"/>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3" name="Google Shape;653;p34">
                <a:extLst>
                  <a:ext uri="{FF2B5EF4-FFF2-40B4-BE49-F238E27FC236}">
                    <a16:creationId xmlns:a16="http://schemas.microsoft.com/office/drawing/2014/main" id="{0BE82839-789D-CDE2-0D7D-50B9A549DFCF}"/>
                  </a:ext>
                </a:extLst>
              </p:cNvPr>
              <p:cNvSpPr/>
              <p:nvPr/>
            </p:nvSpPr>
            <p:spPr>
              <a:xfrm>
                <a:off x="5267807" y="3249927"/>
                <a:ext cx="133155" cy="160727"/>
              </a:xfrm>
              <a:custGeom>
                <a:avLst/>
                <a:gdLst/>
                <a:ahLst/>
                <a:cxnLst/>
                <a:rect l="l" t="t" r="r" b="b"/>
                <a:pathLst>
                  <a:path w="233606" h="281977" extrusionOk="0">
                    <a:moveTo>
                      <a:pt x="6906" y="93871"/>
                    </a:moveTo>
                    <a:cubicBezTo>
                      <a:pt x="13346" y="92583"/>
                      <a:pt x="14634" y="89148"/>
                      <a:pt x="16352" y="83137"/>
                    </a:cubicBezTo>
                    <a:cubicBezTo>
                      <a:pt x="18498" y="76267"/>
                      <a:pt x="19786" y="69397"/>
                      <a:pt x="22792" y="62528"/>
                    </a:cubicBezTo>
                    <a:cubicBezTo>
                      <a:pt x="25368" y="56517"/>
                      <a:pt x="27944" y="50506"/>
                      <a:pt x="31379" y="44495"/>
                    </a:cubicBezTo>
                    <a:cubicBezTo>
                      <a:pt x="34814" y="37625"/>
                      <a:pt x="38678" y="32902"/>
                      <a:pt x="45119"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40" y="58663"/>
                      <a:pt x="158040" y="58663"/>
                    </a:cubicBezTo>
                    <a:cubicBezTo>
                      <a:pt x="158898" y="59951"/>
                      <a:pt x="160186" y="61240"/>
                      <a:pt x="161045" y="62957"/>
                    </a:cubicBezTo>
                    <a:cubicBezTo>
                      <a:pt x="165339" y="68968"/>
                      <a:pt x="169203" y="75408"/>
                      <a:pt x="172638" y="81849"/>
                    </a:cubicBezTo>
                    <a:cubicBezTo>
                      <a:pt x="171350" y="79702"/>
                      <a:pt x="174355" y="84854"/>
                      <a:pt x="173926" y="84425"/>
                    </a:cubicBezTo>
                    <a:cubicBezTo>
                      <a:pt x="174784" y="86142"/>
                      <a:pt x="175643" y="87860"/>
                      <a:pt x="176073" y="89148"/>
                    </a:cubicBezTo>
                    <a:cubicBezTo>
                      <a:pt x="177790" y="92583"/>
                      <a:pt x="179078" y="95588"/>
                      <a:pt x="180366" y="99023"/>
                    </a:cubicBezTo>
                    <a:cubicBezTo>
                      <a:pt x="183371"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6"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4"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3" y="12722"/>
                      <a:pt x="30091" y="17445"/>
                      <a:pt x="24080" y="23027"/>
                    </a:cubicBezTo>
                    <a:cubicBezTo>
                      <a:pt x="18069" y="28608"/>
                      <a:pt x="12487" y="34190"/>
                      <a:pt x="8623" y="41489"/>
                    </a:cubicBezTo>
                    <a:cubicBezTo>
                      <a:pt x="4759" y="49217"/>
                      <a:pt x="2612" y="58234"/>
                      <a:pt x="894" y="66392"/>
                    </a:cubicBezTo>
                    <a:cubicBezTo>
                      <a:pt x="-1252" y="76267"/>
                      <a:pt x="465" y="83996"/>
                      <a:pt x="6047" y="92153"/>
                    </a:cubicBezTo>
                    <a:cubicBezTo>
                      <a:pt x="6476" y="93442"/>
                      <a:pt x="6476" y="93871"/>
                      <a:pt x="6906" y="93871"/>
                    </a:cubicBezTo>
                    <a:lnTo>
                      <a:pt x="6906"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4" name="Google Shape;654;p34">
                <a:extLst>
                  <a:ext uri="{FF2B5EF4-FFF2-40B4-BE49-F238E27FC236}">
                    <a16:creationId xmlns:a16="http://schemas.microsoft.com/office/drawing/2014/main" id="{F5BD5395-4964-5780-B220-4805B3CC4B87}"/>
                  </a:ext>
                </a:extLst>
              </p:cNvPr>
              <p:cNvSpPr/>
              <p:nvPr/>
            </p:nvSpPr>
            <p:spPr>
              <a:xfrm>
                <a:off x="5348196" y="3226308"/>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6" y="44630"/>
                      <a:pt x="37036" y="32178"/>
                      <a:pt x="48200" y="24879"/>
                    </a:cubicBezTo>
                    <a:cubicBezTo>
                      <a:pt x="70956" y="9422"/>
                      <a:pt x="101870"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90" y="225389"/>
                      <a:pt x="222090" y="207356"/>
                      <a:pt x="220801" y="189753"/>
                    </a:cubicBezTo>
                    <a:cubicBezTo>
                      <a:pt x="218225" y="155404"/>
                      <a:pt x="210926" y="120626"/>
                      <a:pt x="195899" y="89283"/>
                    </a:cubicBezTo>
                    <a:cubicBezTo>
                      <a:pt x="181301" y="59228"/>
                      <a:pt x="161550" y="31749"/>
                      <a:pt x="131925" y="15004"/>
                    </a:cubicBezTo>
                    <a:cubicBezTo>
                      <a:pt x="107022" y="406"/>
                      <a:pt x="74820" y="-5605"/>
                      <a:pt x="47341" y="6417"/>
                    </a:cubicBezTo>
                    <a:cubicBezTo>
                      <a:pt x="39613"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5" name="Google Shape;655;p34">
                <a:extLst>
                  <a:ext uri="{FF2B5EF4-FFF2-40B4-BE49-F238E27FC236}">
                    <a16:creationId xmlns:a16="http://schemas.microsoft.com/office/drawing/2014/main" id="{564881D4-6C36-1745-B9B0-98F7DCE95541}"/>
                  </a:ext>
                </a:extLst>
              </p:cNvPr>
              <p:cNvSpPr/>
              <p:nvPr/>
            </p:nvSpPr>
            <p:spPr>
              <a:xfrm>
                <a:off x="5408537" y="3190749"/>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7" y="233552"/>
                      <a:pt x="213046" y="216807"/>
                      <a:pt x="212616" y="199633"/>
                    </a:cubicBezTo>
                    <a:cubicBezTo>
                      <a:pt x="212187" y="163996"/>
                      <a:pt x="207035" y="128359"/>
                      <a:pt x="193725" y="95299"/>
                    </a:cubicBezTo>
                    <a:cubicBezTo>
                      <a:pt x="181273" y="64814"/>
                      <a:pt x="162811" y="37765"/>
                      <a:pt x="135332" y="18873"/>
                    </a:cubicBezTo>
                    <a:cubicBezTo>
                      <a:pt x="110858"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4378"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56" name="Google Shape;656;p34">
                <a:extLst>
                  <a:ext uri="{FF2B5EF4-FFF2-40B4-BE49-F238E27FC236}">
                    <a16:creationId xmlns:a16="http://schemas.microsoft.com/office/drawing/2014/main" id="{8AFE0564-6F35-1251-9E0C-833E00CD85F6}"/>
                  </a:ext>
                </a:extLst>
              </p:cNvPr>
              <p:cNvSpPr/>
              <p:nvPr/>
            </p:nvSpPr>
            <p:spPr>
              <a:xfrm>
                <a:off x="5558031" y="3305250"/>
                <a:ext cx="44011" cy="123214"/>
              </a:xfrm>
              <a:custGeom>
                <a:avLst/>
                <a:gdLst/>
                <a:ahLst/>
                <a:cxnLst/>
                <a:rect l="l" t="t" r="r" b="b"/>
                <a:pathLst>
                  <a:path w="77212" h="216165" extrusionOk="0">
                    <a:moveTo>
                      <a:pt x="4964" y="16755"/>
                    </a:moveTo>
                    <a:cubicBezTo>
                      <a:pt x="5822" y="17185"/>
                      <a:pt x="9257" y="19332"/>
                      <a:pt x="9257" y="19332"/>
                    </a:cubicBezTo>
                    <a:cubicBezTo>
                      <a:pt x="10546" y="20620"/>
                      <a:pt x="10975" y="20620"/>
                      <a:pt x="9687" y="19761"/>
                    </a:cubicBezTo>
                    <a:cubicBezTo>
                      <a:pt x="10116" y="20620"/>
                      <a:pt x="10975" y="21478"/>
                      <a:pt x="11834" y="22337"/>
                    </a:cubicBezTo>
                    <a:cubicBezTo>
                      <a:pt x="15268" y="26201"/>
                      <a:pt x="10546" y="19761"/>
                      <a:pt x="12692" y="23625"/>
                    </a:cubicBezTo>
                    <a:cubicBezTo>
                      <a:pt x="13551" y="25342"/>
                      <a:pt x="13980" y="25342"/>
                      <a:pt x="13122" y="24054"/>
                    </a:cubicBezTo>
                    <a:cubicBezTo>
                      <a:pt x="13551" y="24913"/>
                      <a:pt x="13980" y="26201"/>
                      <a:pt x="14839" y="27060"/>
                    </a:cubicBezTo>
                    <a:cubicBezTo>
                      <a:pt x="18703" y="34788"/>
                      <a:pt x="22567" y="42087"/>
                      <a:pt x="26002" y="49816"/>
                    </a:cubicBezTo>
                    <a:cubicBezTo>
                      <a:pt x="32443" y="65702"/>
                      <a:pt x="37166" y="80730"/>
                      <a:pt x="41030" y="98763"/>
                    </a:cubicBezTo>
                    <a:cubicBezTo>
                      <a:pt x="44894" y="116366"/>
                      <a:pt x="47900" y="134399"/>
                      <a:pt x="50476" y="152432"/>
                    </a:cubicBezTo>
                    <a:cubicBezTo>
                      <a:pt x="51764" y="161878"/>
                      <a:pt x="53911" y="170895"/>
                      <a:pt x="55199" y="180770"/>
                    </a:cubicBezTo>
                    <a:cubicBezTo>
                      <a:pt x="55628" y="185064"/>
                      <a:pt x="56057" y="190216"/>
                      <a:pt x="57345" y="194509"/>
                    </a:cubicBezTo>
                    <a:cubicBezTo>
                      <a:pt x="58634" y="200091"/>
                      <a:pt x="60780" y="205673"/>
                      <a:pt x="62498" y="211255"/>
                    </a:cubicBezTo>
                    <a:cubicBezTo>
                      <a:pt x="62927" y="212543"/>
                      <a:pt x="67650" y="218553"/>
                      <a:pt x="68938" y="215119"/>
                    </a:cubicBezTo>
                    <a:cubicBezTo>
                      <a:pt x="70226" y="212113"/>
                      <a:pt x="71514" y="209537"/>
                      <a:pt x="72802" y="206531"/>
                    </a:cubicBezTo>
                    <a:cubicBezTo>
                      <a:pt x="74520" y="202667"/>
                      <a:pt x="74949" y="198374"/>
                      <a:pt x="74949" y="194509"/>
                    </a:cubicBezTo>
                    <a:cubicBezTo>
                      <a:pt x="75378" y="190645"/>
                      <a:pt x="75378" y="187210"/>
                      <a:pt x="75808" y="183346"/>
                    </a:cubicBezTo>
                    <a:cubicBezTo>
                      <a:pt x="76237" y="179482"/>
                      <a:pt x="77096" y="175618"/>
                      <a:pt x="77096" y="171754"/>
                    </a:cubicBezTo>
                    <a:cubicBezTo>
                      <a:pt x="77525" y="164025"/>
                      <a:pt x="76666" y="155438"/>
                      <a:pt x="76237" y="147709"/>
                    </a:cubicBezTo>
                    <a:cubicBezTo>
                      <a:pt x="75808" y="138693"/>
                      <a:pt x="74090" y="129247"/>
                      <a:pt x="72373" y="120231"/>
                    </a:cubicBezTo>
                    <a:cubicBezTo>
                      <a:pt x="66362" y="85882"/>
                      <a:pt x="55199" y="49816"/>
                      <a:pt x="35448" y="21049"/>
                    </a:cubicBezTo>
                    <a:cubicBezTo>
                      <a:pt x="29437" y="12032"/>
                      <a:pt x="19991" y="440"/>
                      <a:pt x="8399" y="10"/>
                    </a:cubicBezTo>
                    <a:cubicBezTo>
                      <a:pt x="-1906" y="-419"/>
                      <a:pt x="-2335" y="12462"/>
                      <a:pt x="4964" y="16755"/>
                    </a:cubicBezTo>
                    <a:lnTo>
                      <a:pt x="4964" y="16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grpSp>
      </p:grpSp>
      <p:grpSp>
        <p:nvGrpSpPr>
          <p:cNvPr id="657" name="Google Shape;657;p34">
            <a:extLst>
              <a:ext uri="{FF2B5EF4-FFF2-40B4-BE49-F238E27FC236}">
                <a16:creationId xmlns:a16="http://schemas.microsoft.com/office/drawing/2014/main" id="{32186A7A-3C49-78E4-BAA9-D76A29124DA3}"/>
              </a:ext>
            </a:extLst>
          </p:cNvPr>
          <p:cNvGrpSpPr/>
          <p:nvPr/>
        </p:nvGrpSpPr>
        <p:grpSpPr>
          <a:xfrm>
            <a:off x="7512237" y="3828395"/>
            <a:ext cx="1268730" cy="1025590"/>
            <a:chOff x="5351900" y="4117900"/>
            <a:chExt cx="1268730" cy="1025590"/>
          </a:xfrm>
        </p:grpSpPr>
        <p:grpSp>
          <p:nvGrpSpPr>
            <p:cNvPr id="658" name="Google Shape;658;p34">
              <a:extLst>
                <a:ext uri="{FF2B5EF4-FFF2-40B4-BE49-F238E27FC236}">
                  <a16:creationId xmlns:a16="http://schemas.microsoft.com/office/drawing/2014/main" id="{591C7753-4B48-FB01-7D12-F2C1F0709B6B}"/>
                </a:ext>
              </a:extLst>
            </p:cNvPr>
            <p:cNvGrpSpPr/>
            <p:nvPr/>
          </p:nvGrpSpPr>
          <p:grpSpPr>
            <a:xfrm>
              <a:off x="5941168" y="4266364"/>
              <a:ext cx="679461" cy="877126"/>
              <a:chOff x="8005443" y="4266364"/>
              <a:chExt cx="679461" cy="877126"/>
            </a:xfrm>
          </p:grpSpPr>
          <p:grpSp>
            <p:nvGrpSpPr>
              <p:cNvPr id="659" name="Google Shape;659;p34">
                <a:extLst>
                  <a:ext uri="{FF2B5EF4-FFF2-40B4-BE49-F238E27FC236}">
                    <a16:creationId xmlns:a16="http://schemas.microsoft.com/office/drawing/2014/main" id="{19BD5D77-5D50-0B52-8765-F0E6FF5F5890}"/>
                  </a:ext>
                </a:extLst>
              </p:cNvPr>
              <p:cNvGrpSpPr/>
              <p:nvPr/>
            </p:nvGrpSpPr>
            <p:grpSpPr>
              <a:xfrm>
                <a:off x="8005443" y="4266364"/>
                <a:ext cx="294811" cy="877126"/>
                <a:chOff x="4158618" y="3532330"/>
                <a:chExt cx="294811" cy="877126"/>
              </a:xfrm>
            </p:grpSpPr>
            <p:sp>
              <p:nvSpPr>
                <p:cNvPr id="660" name="Google Shape;660;p34">
                  <a:extLst>
                    <a:ext uri="{FF2B5EF4-FFF2-40B4-BE49-F238E27FC236}">
                      <a16:creationId xmlns:a16="http://schemas.microsoft.com/office/drawing/2014/main" id="{BB8B52CD-88AE-7E0A-10A3-0DFCBF99648E}"/>
                    </a:ext>
                  </a:extLst>
                </p:cNvPr>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61" name="Google Shape;661;p34">
                  <a:extLst>
                    <a:ext uri="{FF2B5EF4-FFF2-40B4-BE49-F238E27FC236}">
                      <a16:creationId xmlns:a16="http://schemas.microsoft.com/office/drawing/2014/main" id="{60676E8B-57EF-61E1-F191-E30CC999A1CB}"/>
                    </a:ext>
                  </a:extLst>
                </p:cNvPr>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62" name="Google Shape;662;p34">
                  <a:extLst>
                    <a:ext uri="{FF2B5EF4-FFF2-40B4-BE49-F238E27FC236}">
                      <a16:creationId xmlns:a16="http://schemas.microsoft.com/office/drawing/2014/main" id="{7880BBA3-7103-5A32-5BC5-EE2E1B7A0BAC}"/>
                    </a:ext>
                  </a:extLst>
                </p:cNvPr>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grpSp>
          <p:grpSp>
            <p:nvGrpSpPr>
              <p:cNvPr id="663" name="Google Shape;663;p34">
                <a:extLst>
                  <a:ext uri="{FF2B5EF4-FFF2-40B4-BE49-F238E27FC236}">
                    <a16:creationId xmlns:a16="http://schemas.microsoft.com/office/drawing/2014/main" id="{73B4E4DF-29E7-A9E9-27E1-30368F8BDE71}"/>
                  </a:ext>
                </a:extLst>
              </p:cNvPr>
              <p:cNvGrpSpPr/>
              <p:nvPr/>
            </p:nvGrpSpPr>
            <p:grpSpPr>
              <a:xfrm>
                <a:off x="8390093" y="4266364"/>
                <a:ext cx="294811" cy="877126"/>
                <a:chOff x="4158618" y="3532330"/>
                <a:chExt cx="294811" cy="877126"/>
              </a:xfrm>
            </p:grpSpPr>
            <p:sp>
              <p:nvSpPr>
                <p:cNvPr id="664" name="Google Shape;664;p34">
                  <a:extLst>
                    <a:ext uri="{FF2B5EF4-FFF2-40B4-BE49-F238E27FC236}">
                      <a16:creationId xmlns:a16="http://schemas.microsoft.com/office/drawing/2014/main" id="{672BE876-6769-B1CC-C27E-97B774CE3571}"/>
                    </a:ext>
                  </a:extLst>
                </p:cNvPr>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65" name="Google Shape;665;p34">
                  <a:extLst>
                    <a:ext uri="{FF2B5EF4-FFF2-40B4-BE49-F238E27FC236}">
                      <a16:creationId xmlns:a16="http://schemas.microsoft.com/office/drawing/2014/main" id="{3B6A194A-0BC3-B93E-9880-94CA9D7B2C53}"/>
                    </a:ext>
                  </a:extLst>
                </p:cNvPr>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66" name="Google Shape;666;p34">
                  <a:extLst>
                    <a:ext uri="{FF2B5EF4-FFF2-40B4-BE49-F238E27FC236}">
                      <a16:creationId xmlns:a16="http://schemas.microsoft.com/office/drawing/2014/main" id="{A0BD88EA-0CCB-00E6-AC66-9FC97C29E91E}"/>
                    </a:ext>
                  </a:extLst>
                </p:cNvPr>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grpSp>
        </p:grpSp>
        <p:sp>
          <p:nvSpPr>
            <p:cNvPr id="667" name="Google Shape;667;p34">
              <a:extLst>
                <a:ext uri="{FF2B5EF4-FFF2-40B4-BE49-F238E27FC236}">
                  <a16:creationId xmlns:a16="http://schemas.microsoft.com/office/drawing/2014/main" id="{2B69944F-EA21-F8D4-8ACE-69E4039D9059}"/>
                </a:ext>
              </a:extLst>
            </p:cNvPr>
            <p:cNvSpPr/>
            <p:nvPr/>
          </p:nvSpPr>
          <p:spPr>
            <a:xfrm>
              <a:off x="5351900" y="41179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grpSp>
      <p:sp>
        <p:nvSpPr>
          <p:cNvPr id="668" name="Google Shape;668;p34">
            <a:extLst>
              <a:ext uri="{FF2B5EF4-FFF2-40B4-BE49-F238E27FC236}">
                <a16:creationId xmlns:a16="http://schemas.microsoft.com/office/drawing/2014/main" id="{E19A3292-0C90-EF75-D309-B4732F5F5D55}"/>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grpSp>
        <p:nvGrpSpPr>
          <p:cNvPr id="2" name="Google Shape;594;p34">
            <a:extLst>
              <a:ext uri="{FF2B5EF4-FFF2-40B4-BE49-F238E27FC236}">
                <a16:creationId xmlns:a16="http://schemas.microsoft.com/office/drawing/2014/main" id="{9721D8BC-DBF4-31ED-D204-6D5FC9DAAD15}"/>
              </a:ext>
            </a:extLst>
          </p:cNvPr>
          <p:cNvGrpSpPr/>
          <p:nvPr/>
        </p:nvGrpSpPr>
        <p:grpSpPr>
          <a:xfrm>
            <a:off x="4419748" y="1526779"/>
            <a:ext cx="304492" cy="287859"/>
            <a:chOff x="1548674" y="2438400"/>
            <a:chExt cx="224535" cy="212270"/>
          </a:xfrm>
        </p:grpSpPr>
        <p:sp>
          <p:nvSpPr>
            <p:cNvPr id="3" name="Google Shape;595;p34">
              <a:extLst>
                <a:ext uri="{FF2B5EF4-FFF2-40B4-BE49-F238E27FC236}">
                  <a16:creationId xmlns:a16="http://schemas.microsoft.com/office/drawing/2014/main" id="{5D0F68FE-2D62-08F4-F7AA-BF84772465F4}"/>
                </a:ext>
              </a:extLst>
            </p:cNvPr>
            <p:cNvSpPr/>
            <p:nvPr/>
          </p:nvSpPr>
          <p:spPr>
            <a:xfrm>
              <a:off x="1644904" y="2438400"/>
              <a:ext cx="30713" cy="40567"/>
            </a:xfrm>
            <a:custGeom>
              <a:avLst/>
              <a:gdLst/>
              <a:ahLst/>
              <a:cxnLst/>
              <a:rect l="l" t="t" r="r" b="b"/>
              <a:pathLst>
                <a:path w="30713" h="40567" extrusionOk="0">
                  <a:moveTo>
                    <a:pt x="7547" y="40567"/>
                  </a:moveTo>
                  <a:lnTo>
                    <a:pt x="24529" y="40567"/>
                  </a:lnTo>
                  <a:cubicBezTo>
                    <a:pt x="25472" y="35850"/>
                    <a:pt x="26416" y="31133"/>
                    <a:pt x="27359" y="29246"/>
                  </a:cubicBezTo>
                  <a:cubicBezTo>
                    <a:pt x="31133" y="21699"/>
                    <a:pt x="31133" y="19812"/>
                    <a:pt x="30190" y="17925"/>
                  </a:cubicBezTo>
                  <a:cubicBezTo>
                    <a:pt x="30190" y="16982"/>
                    <a:pt x="30190" y="16982"/>
                    <a:pt x="30190" y="16038"/>
                  </a:cubicBezTo>
                  <a:cubicBezTo>
                    <a:pt x="30190" y="9434"/>
                    <a:pt x="25472" y="0"/>
                    <a:pt x="15095" y="0"/>
                  </a:cubicBezTo>
                  <a:cubicBezTo>
                    <a:pt x="4717" y="0"/>
                    <a:pt x="0" y="9434"/>
                    <a:pt x="0" y="16038"/>
                  </a:cubicBezTo>
                  <a:cubicBezTo>
                    <a:pt x="0" y="16982"/>
                    <a:pt x="0" y="16982"/>
                    <a:pt x="0" y="17925"/>
                  </a:cubicBezTo>
                  <a:cubicBezTo>
                    <a:pt x="0" y="19812"/>
                    <a:pt x="0" y="21699"/>
                    <a:pt x="2830" y="29246"/>
                  </a:cubicBezTo>
                  <a:cubicBezTo>
                    <a:pt x="5660" y="31133"/>
                    <a:pt x="6604" y="35850"/>
                    <a:pt x="7547" y="40567"/>
                  </a:cubicBezTo>
                  <a:lnTo>
                    <a:pt x="7547" y="405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4" name="Google Shape;596;p34">
              <a:extLst>
                <a:ext uri="{FF2B5EF4-FFF2-40B4-BE49-F238E27FC236}">
                  <a16:creationId xmlns:a16="http://schemas.microsoft.com/office/drawing/2014/main" id="{E73E80CA-B60F-B355-8694-58B3D59E9218}"/>
                </a:ext>
              </a:extLst>
            </p:cNvPr>
            <p:cNvSpPr/>
            <p:nvPr/>
          </p:nvSpPr>
          <p:spPr>
            <a:xfrm>
              <a:off x="1652451" y="2486514"/>
              <a:ext cx="15094" cy="8490"/>
            </a:xfrm>
            <a:custGeom>
              <a:avLst/>
              <a:gdLst/>
              <a:ahLst/>
              <a:cxnLst/>
              <a:rect l="l" t="t" r="r" b="b"/>
              <a:pathLst>
                <a:path w="15094" h="8490" extrusionOk="0">
                  <a:moveTo>
                    <a:pt x="0" y="0"/>
                  </a:moveTo>
                  <a:cubicBezTo>
                    <a:pt x="0" y="2830"/>
                    <a:pt x="0" y="5661"/>
                    <a:pt x="0" y="8491"/>
                  </a:cubicBezTo>
                  <a:lnTo>
                    <a:pt x="15095" y="8491"/>
                  </a:lnTo>
                  <a:cubicBezTo>
                    <a:pt x="15095" y="5661"/>
                    <a:pt x="15095" y="2830"/>
                    <a:pt x="15095"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5" name="Google Shape;597;p34">
              <a:extLst>
                <a:ext uri="{FF2B5EF4-FFF2-40B4-BE49-F238E27FC236}">
                  <a16:creationId xmlns:a16="http://schemas.microsoft.com/office/drawing/2014/main" id="{857528CE-1008-B3A7-30E9-D28C5C7C4E5A}"/>
                </a:ext>
              </a:extLst>
            </p:cNvPr>
            <p:cNvSpPr/>
            <p:nvPr/>
          </p:nvSpPr>
          <p:spPr>
            <a:xfrm>
              <a:off x="1696792" y="2474250"/>
              <a:ext cx="22642" cy="34906"/>
            </a:xfrm>
            <a:custGeom>
              <a:avLst/>
              <a:gdLst/>
              <a:ahLst/>
              <a:cxnLst/>
              <a:rect l="l" t="t" r="r" b="b"/>
              <a:pathLst>
                <a:path w="22642" h="34906" extrusionOk="0">
                  <a:moveTo>
                    <a:pt x="4717" y="34907"/>
                  </a:moveTo>
                  <a:lnTo>
                    <a:pt x="16982" y="34907"/>
                  </a:lnTo>
                  <a:cubicBezTo>
                    <a:pt x="17925" y="30190"/>
                    <a:pt x="18869" y="25473"/>
                    <a:pt x="19812" y="23586"/>
                  </a:cubicBezTo>
                  <a:cubicBezTo>
                    <a:pt x="22642" y="16982"/>
                    <a:pt x="22642" y="16038"/>
                    <a:pt x="22642" y="14151"/>
                  </a:cubicBezTo>
                  <a:cubicBezTo>
                    <a:pt x="22642" y="14151"/>
                    <a:pt x="22642" y="13208"/>
                    <a:pt x="22642" y="12265"/>
                  </a:cubicBezTo>
                  <a:cubicBezTo>
                    <a:pt x="22642" y="7547"/>
                    <a:pt x="18869" y="0"/>
                    <a:pt x="11321" y="0"/>
                  </a:cubicBezTo>
                  <a:cubicBezTo>
                    <a:pt x="3774" y="0"/>
                    <a:pt x="0" y="7547"/>
                    <a:pt x="0" y="12265"/>
                  </a:cubicBezTo>
                  <a:cubicBezTo>
                    <a:pt x="0" y="13208"/>
                    <a:pt x="0" y="13208"/>
                    <a:pt x="0" y="14151"/>
                  </a:cubicBezTo>
                  <a:cubicBezTo>
                    <a:pt x="0" y="16038"/>
                    <a:pt x="0" y="16982"/>
                    <a:pt x="2830" y="23586"/>
                  </a:cubicBezTo>
                  <a:cubicBezTo>
                    <a:pt x="2830" y="25473"/>
                    <a:pt x="3774" y="30190"/>
                    <a:pt x="4717" y="34907"/>
                  </a:cubicBezTo>
                  <a:lnTo>
                    <a:pt x="4717"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6" name="Google Shape;598;p34">
              <a:extLst>
                <a:ext uri="{FF2B5EF4-FFF2-40B4-BE49-F238E27FC236}">
                  <a16:creationId xmlns:a16="http://schemas.microsoft.com/office/drawing/2014/main" id="{980E70E7-7CC2-7400-4DC4-F7D512DA5096}"/>
                </a:ext>
              </a:extLst>
            </p:cNvPr>
            <p:cNvSpPr/>
            <p:nvPr/>
          </p:nvSpPr>
          <p:spPr>
            <a:xfrm>
              <a:off x="1702453" y="2516704"/>
              <a:ext cx="11321" cy="6604"/>
            </a:xfrm>
            <a:custGeom>
              <a:avLst/>
              <a:gdLst/>
              <a:ahLst/>
              <a:cxnLst/>
              <a:rect l="l" t="t" r="r" b="b"/>
              <a:pathLst>
                <a:path w="11321" h="6604" extrusionOk="0">
                  <a:moveTo>
                    <a:pt x="11321" y="6604"/>
                  </a:moveTo>
                  <a:cubicBezTo>
                    <a:pt x="11321" y="4717"/>
                    <a:pt x="11321" y="2830"/>
                    <a:pt x="11321" y="0"/>
                  </a:cubicBezTo>
                  <a:lnTo>
                    <a:pt x="0" y="0"/>
                  </a:lnTo>
                  <a:cubicBezTo>
                    <a:pt x="0" y="1887"/>
                    <a:pt x="0" y="3774"/>
                    <a:pt x="0" y="6604"/>
                  </a:cubicBezTo>
                  <a:lnTo>
                    <a:pt x="11321" y="66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7" name="Google Shape;599;p34">
              <a:extLst>
                <a:ext uri="{FF2B5EF4-FFF2-40B4-BE49-F238E27FC236}">
                  <a16:creationId xmlns:a16="http://schemas.microsoft.com/office/drawing/2014/main" id="{E0BFEA2E-69B9-ECCD-B3CF-BF9D2BA46387}"/>
                </a:ext>
              </a:extLst>
            </p:cNvPr>
            <p:cNvSpPr/>
            <p:nvPr/>
          </p:nvSpPr>
          <p:spPr>
            <a:xfrm>
              <a:off x="1746794" y="2532742"/>
              <a:ext cx="8490" cy="6604"/>
            </a:xfrm>
            <a:custGeom>
              <a:avLst/>
              <a:gdLst/>
              <a:ahLst/>
              <a:cxnLst/>
              <a:rect l="l" t="t" r="r" b="b"/>
              <a:pathLst>
                <a:path w="8490" h="6604" extrusionOk="0">
                  <a:moveTo>
                    <a:pt x="0" y="0"/>
                  </a:moveTo>
                  <a:cubicBezTo>
                    <a:pt x="0" y="1887"/>
                    <a:pt x="0" y="3774"/>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8" name="Google Shape;600;p34">
              <a:extLst>
                <a:ext uri="{FF2B5EF4-FFF2-40B4-BE49-F238E27FC236}">
                  <a16:creationId xmlns:a16="http://schemas.microsoft.com/office/drawing/2014/main" id="{A59FAF44-5255-3DEB-7CEE-9F7E1DB0F0DE}"/>
                </a:ext>
              </a:extLst>
            </p:cNvPr>
            <p:cNvSpPr/>
            <p:nvPr/>
          </p:nvSpPr>
          <p:spPr>
            <a:xfrm>
              <a:off x="1741133" y="2499722"/>
              <a:ext cx="18868" cy="25472"/>
            </a:xfrm>
            <a:custGeom>
              <a:avLst/>
              <a:gdLst/>
              <a:ahLst/>
              <a:cxnLst/>
              <a:rect l="l" t="t" r="r" b="b"/>
              <a:pathLst>
                <a:path w="18868" h="25472" extrusionOk="0">
                  <a:moveTo>
                    <a:pt x="4717" y="25473"/>
                  </a:moveTo>
                  <a:lnTo>
                    <a:pt x="15095" y="25473"/>
                  </a:lnTo>
                  <a:cubicBezTo>
                    <a:pt x="16038" y="22642"/>
                    <a:pt x="16038" y="20755"/>
                    <a:pt x="16982" y="18869"/>
                  </a:cubicBez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5"/>
                    <a:pt x="0" y="13208"/>
                    <a:pt x="1887" y="18869"/>
                  </a:cubicBezTo>
                  <a:cubicBezTo>
                    <a:pt x="3774" y="20755"/>
                    <a:pt x="3774" y="22642"/>
                    <a:pt x="4717" y="25473"/>
                  </a:cubicBezTo>
                  <a:lnTo>
                    <a:pt x="4717"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9" name="Google Shape;601;p34">
              <a:extLst>
                <a:ext uri="{FF2B5EF4-FFF2-40B4-BE49-F238E27FC236}">
                  <a16:creationId xmlns:a16="http://schemas.microsoft.com/office/drawing/2014/main" id="{019B121E-3C0D-2BEF-7ED2-C74A31ACC1F6}"/>
                </a:ext>
              </a:extLst>
            </p:cNvPr>
            <p:cNvSpPr/>
            <p:nvPr/>
          </p:nvSpPr>
          <p:spPr>
            <a:xfrm>
              <a:off x="1734529" y="2546894"/>
              <a:ext cx="38680" cy="90569"/>
            </a:xfrm>
            <a:custGeom>
              <a:avLst/>
              <a:gdLst/>
              <a:ahLst/>
              <a:cxnLst/>
              <a:rect l="l" t="t" r="r" b="b"/>
              <a:pathLst>
                <a:path w="38680" h="90569" extrusionOk="0">
                  <a:moveTo>
                    <a:pt x="3774" y="17925"/>
                  </a:moveTo>
                  <a:cubicBezTo>
                    <a:pt x="5660" y="25473"/>
                    <a:pt x="7547" y="33020"/>
                    <a:pt x="7547" y="42454"/>
                  </a:cubicBezTo>
                  <a:cubicBezTo>
                    <a:pt x="7547" y="54719"/>
                    <a:pt x="4717" y="68870"/>
                    <a:pt x="0" y="81135"/>
                  </a:cubicBezTo>
                  <a:cubicBezTo>
                    <a:pt x="943" y="84909"/>
                    <a:pt x="2830" y="88682"/>
                    <a:pt x="4717" y="90569"/>
                  </a:cubicBezTo>
                  <a:lnTo>
                    <a:pt x="28303" y="90569"/>
                  </a:lnTo>
                  <a:cubicBezTo>
                    <a:pt x="33963" y="82078"/>
                    <a:pt x="38680" y="63210"/>
                    <a:pt x="38680" y="50002"/>
                  </a:cubicBezTo>
                  <a:cubicBezTo>
                    <a:pt x="38680" y="36794"/>
                    <a:pt x="34907" y="25473"/>
                    <a:pt x="28303" y="16038"/>
                  </a:cubicBezTo>
                  <a:cubicBezTo>
                    <a:pt x="24529" y="11321"/>
                    <a:pt x="22642" y="5661"/>
                    <a:pt x="21699" y="0"/>
                  </a:cubicBezTo>
                  <a:lnTo>
                    <a:pt x="11321" y="0"/>
                  </a:lnTo>
                  <a:cubicBezTo>
                    <a:pt x="10377" y="5661"/>
                    <a:pt x="7547" y="13208"/>
                    <a:pt x="3774" y="17925"/>
                  </a:cubicBezTo>
                  <a:lnTo>
                    <a:pt x="3774" y="1792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0" name="Google Shape;602;p34">
              <a:extLst>
                <a:ext uri="{FF2B5EF4-FFF2-40B4-BE49-F238E27FC236}">
                  <a16:creationId xmlns:a16="http://schemas.microsoft.com/office/drawing/2014/main" id="{FD9BE5A1-4F32-EC3E-8F7C-46A020827400}"/>
                </a:ext>
              </a:extLst>
            </p:cNvPr>
            <p:cNvSpPr/>
            <p:nvPr/>
          </p:nvSpPr>
          <p:spPr>
            <a:xfrm>
              <a:off x="1629809" y="2503496"/>
              <a:ext cx="61322" cy="52831"/>
            </a:xfrm>
            <a:custGeom>
              <a:avLst/>
              <a:gdLst/>
              <a:ahLst/>
              <a:cxnLst/>
              <a:rect l="l" t="t" r="r" b="b"/>
              <a:pathLst>
                <a:path w="61322" h="52831" extrusionOk="0">
                  <a:moveTo>
                    <a:pt x="61323" y="52832"/>
                  </a:moveTo>
                  <a:cubicBezTo>
                    <a:pt x="58492" y="42454"/>
                    <a:pt x="54719" y="33963"/>
                    <a:pt x="48115" y="25473"/>
                  </a:cubicBezTo>
                  <a:cubicBezTo>
                    <a:pt x="42454" y="17925"/>
                    <a:pt x="39624" y="8491"/>
                    <a:pt x="38681" y="0"/>
                  </a:cubicBezTo>
                  <a:lnTo>
                    <a:pt x="22642" y="0"/>
                  </a:lnTo>
                  <a:cubicBezTo>
                    <a:pt x="21699" y="9434"/>
                    <a:pt x="18869" y="17925"/>
                    <a:pt x="13208" y="25473"/>
                  </a:cubicBezTo>
                  <a:cubicBezTo>
                    <a:pt x="6604" y="33963"/>
                    <a:pt x="2830" y="42454"/>
                    <a:pt x="0" y="52832"/>
                  </a:cubicBezTo>
                  <a:cubicBezTo>
                    <a:pt x="8491" y="47171"/>
                    <a:pt x="18869" y="43398"/>
                    <a:pt x="30190" y="43398"/>
                  </a:cubicBezTo>
                  <a:cubicBezTo>
                    <a:pt x="42454" y="43398"/>
                    <a:pt x="52832" y="46228"/>
                    <a:pt x="61323" y="52832"/>
                  </a:cubicBezTo>
                  <a:lnTo>
                    <a:pt x="61323" y="5283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1" name="Google Shape;603;p34">
              <a:extLst>
                <a:ext uri="{FF2B5EF4-FFF2-40B4-BE49-F238E27FC236}">
                  <a16:creationId xmlns:a16="http://schemas.microsoft.com/office/drawing/2014/main" id="{6A5FB2E3-7FF8-DF68-E2D8-15C73944C449}"/>
                </a:ext>
              </a:extLst>
            </p:cNvPr>
            <p:cNvSpPr/>
            <p:nvPr/>
          </p:nvSpPr>
          <p:spPr>
            <a:xfrm>
              <a:off x="1612827" y="2554441"/>
              <a:ext cx="96229" cy="96229"/>
            </a:xfrm>
            <a:custGeom>
              <a:avLst/>
              <a:gdLst/>
              <a:ahLst/>
              <a:cxnLst/>
              <a:rect l="l" t="t" r="r" b="b"/>
              <a:pathLst>
                <a:path w="96229" h="96229" extrusionOk="0">
                  <a:moveTo>
                    <a:pt x="48115" y="0"/>
                  </a:moveTo>
                  <a:cubicBezTo>
                    <a:pt x="21699" y="0"/>
                    <a:pt x="0" y="21699"/>
                    <a:pt x="0" y="48115"/>
                  </a:cubicBezTo>
                  <a:cubicBezTo>
                    <a:pt x="0" y="74531"/>
                    <a:pt x="21699" y="96230"/>
                    <a:pt x="48115" y="96230"/>
                  </a:cubicBezTo>
                  <a:cubicBezTo>
                    <a:pt x="74531" y="96230"/>
                    <a:pt x="96230" y="74531"/>
                    <a:pt x="96230" y="48115"/>
                  </a:cubicBezTo>
                  <a:cubicBezTo>
                    <a:pt x="95286" y="21699"/>
                    <a:pt x="74531" y="0"/>
                    <a:pt x="48115" y="0"/>
                  </a:cubicBezTo>
                  <a:lnTo>
                    <a:pt x="48115" y="0"/>
                  </a:lnTo>
                  <a:close/>
                  <a:moveTo>
                    <a:pt x="48115" y="25473"/>
                  </a:moveTo>
                  <a:cubicBezTo>
                    <a:pt x="48115" y="20755"/>
                    <a:pt x="51889" y="17925"/>
                    <a:pt x="55663" y="17925"/>
                  </a:cubicBezTo>
                  <a:cubicBezTo>
                    <a:pt x="60380" y="17925"/>
                    <a:pt x="63210" y="21699"/>
                    <a:pt x="63210" y="25473"/>
                  </a:cubicBezTo>
                  <a:cubicBezTo>
                    <a:pt x="63210" y="30190"/>
                    <a:pt x="59436" y="33020"/>
                    <a:pt x="55663" y="33020"/>
                  </a:cubicBezTo>
                  <a:cubicBezTo>
                    <a:pt x="51889" y="33020"/>
                    <a:pt x="48115" y="30190"/>
                    <a:pt x="48115" y="25473"/>
                  </a:cubicBezTo>
                  <a:lnTo>
                    <a:pt x="48115" y="25473"/>
                  </a:lnTo>
                  <a:close/>
                  <a:moveTo>
                    <a:pt x="66040" y="48115"/>
                  </a:moveTo>
                  <a:cubicBezTo>
                    <a:pt x="61323" y="48115"/>
                    <a:pt x="58493" y="44341"/>
                    <a:pt x="58493" y="40567"/>
                  </a:cubicBezTo>
                  <a:cubicBezTo>
                    <a:pt x="58493" y="35850"/>
                    <a:pt x="62266" y="33020"/>
                    <a:pt x="66040" y="33020"/>
                  </a:cubicBezTo>
                  <a:cubicBezTo>
                    <a:pt x="70757" y="33020"/>
                    <a:pt x="73588" y="36794"/>
                    <a:pt x="73588" y="40567"/>
                  </a:cubicBezTo>
                  <a:cubicBezTo>
                    <a:pt x="73588" y="45285"/>
                    <a:pt x="70757" y="48115"/>
                    <a:pt x="66040" y="48115"/>
                  </a:cubicBezTo>
                  <a:lnTo>
                    <a:pt x="66040" y="48115"/>
                  </a:lnTo>
                  <a:close/>
                  <a:moveTo>
                    <a:pt x="75474" y="33020"/>
                  </a:moveTo>
                  <a:cubicBezTo>
                    <a:pt x="70757" y="33020"/>
                    <a:pt x="67927" y="29246"/>
                    <a:pt x="67927" y="25473"/>
                  </a:cubicBezTo>
                  <a:cubicBezTo>
                    <a:pt x="67927" y="20755"/>
                    <a:pt x="71701" y="17925"/>
                    <a:pt x="75474" y="17925"/>
                  </a:cubicBezTo>
                  <a:cubicBezTo>
                    <a:pt x="80191" y="17925"/>
                    <a:pt x="83022" y="21699"/>
                    <a:pt x="83022" y="25473"/>
                  </a:cubicBezTo>
                  <a:cubicBezTo>
                    <a:pt x="83965" y="30190"/>
                    <a:pt x="80191" y="33020"/>
                    <a:pt x="75474" y="33020"/>
                  </a:cubicBezTo>
                  <a:lnTo>
                    <a:pt x="75474"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2" name="Google Shape;604;p34">
              <a:extLst>
                <a:ext uri="{FF2B5EF4-FFF2-40B4-BE49-F238E27FC236}">
                  <a16:creationId xmlns:a16="http://schemas.microsoft.com/office/drawing/2014/main" id="{26FB5B1A-F248-E616-F621-705209CCC904}"/>
                </a:ext>
              </a:extLst>
            </p:cNvPr>
            <p:cNvSpPr/>
            <p:nvPr/>
          </p:nvSpPr>
          <p:spPr>
            <a:xfrm>
              <a:off x="1696792" y="2530855"/>
              <a:ext cx="38680" cy="106607"/>
            </a:xfrm>
            <a:custGeom>
              <a:avLst/>
              <a:gdLst/>
              <a:ahLst/>
              <a:cxnLst/>
              <a:rect l="l" t="t" r="r" b="b"/>
              <a:pathLst>
                <a:path w="38680" h="106607" extrusionOk="0">
                  <a:moveTo>
                    <a:pt x="17925" y="0"/>
                  </a:moveTo>
                  <a:lnTo>
                    <a:pt x="4717" y="0"/>
                  </a:lnTo>
                  <a:cubicBezTo>
                    <a:pt x="3774" y="4717"/>
                    <a:pt x="1887" y="9434"/>
                    <a:pt x="0" y="14151"/>
                  </a:cubicBezTo>
                  <a:cubicBezTo>
                    <a:pt x="1887" y="19812"/>
                    <a:pt x="3774" y="26416"/>
                    <a:pt x="4717" y="33020"/>
                  </a:cubicBezTo>
                  <a:cubicBezTo>
                    <a:pt x="14151" y="43398"/>
                    <a:pt x="20755" y="56606"/>
                    <a:pt x="20755" y="71701"/>
                  </a:cubicBezTo>
                  <a:cubicBezTo>
                    <a:pt x="20755" y="84909"/>
                    <a:pt x="16038" y="97173"/>
                    <a:pt x="8491" y="106607"/>
                  </a:cubicBezTo>
                  <a:lnTo>
                    <a:pt x="26416" y="106607"/>
                  </a:lnTo>
                  <a:cubicBezTo>
                    <a:pt x="33020" y="97173"/>
                    <a:pt x="38680" y="74531"/>
                    <a:pt x="38680" y="58493"/>
                  </a:cubicBezTo>
                  <a:cubicBezTo>
                    <a:pt x="38680" y="42454"/>
                    <a:pt x="34907" y="29246"/>
                    <a:pt x="26416" y="17925"/>
                  </a:cubicBezTo>
                  <a:cubicBezTo>
                    <a:pt x="20755" y="12265"/>
                    <a:pt x="18869" y="6604"/>
                    <a:pt x="17925" y="0"/>
                  </a:cubicBezTo>
                  <a:lnTo>
                    <a:pt x="1792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3" name="Google Shape;605;p34">
              <a:extLst>
                <a:ext uri="{FF2B5EF4-FFF2-40B4-BE49-F238E27FC236}">
                  <a16:creationId xmlns:a16="http://schemas.microsoft.com/office/drawing/2014/main" id="{81B79B36-404F-AE4F-CB08-49FEF953650F}"/>
                </a:ext>
              </a:extLst>
            </p:cNvPr>
            <p:cNvSpPr/>
            <p:nvPr/>
          </p:nvSpPr>
          <p:spPr>
            <a:xfrm>
              <a:off x="1602449" y="2474250"/>
              <a:ext cx="22642" cy="34906"/>
            </a:xfrm>
            <a:custGeom>
              <a:avLst/>
              <a:gdLst/>
              <a:ahLst/>
              <a:cxnLst/>
              <a:rect l="l" t="t" r="r" b="b"/>
              <a:pathLst>
                <a:path w="22642" h="34906" extrusionOk="0">
                  <a:moveTo>
                    <a:pt x="4717" y="34907"/>
                  </a:moveTo>
                  <a:lnTo>
                    <a:pt x="16982" y="34907"/>
                  </a:lnTo>
                  <a:cubicBezTo>
                    <a:pt x="17925" y="30190"/>
                    <a:pt x="18869" y="25473"/>
                    <a:pt x="19812" y="23586"/>
                  </a:cubicBezTo>
                  <a:cubicBezTo>
                    <a:pt x="22642" y="16982"/>
                    <a:pt x="22642" y="16038"/>
                    <a:pt x="22642" y="14151"/>
                  </a:cubicBezTo>
                  <a:cubicBezTo>
                    <a:pt x="22642" y="14151"/>
                    <a:pt x="22642" y="13208"/>
                    <a:pt x="22642" y="12265"/>
                  </a:cubicBezTo>
                  <a:cubicBezTo>
                    <a:pt x="22642" y="7547"/>
                    <a:pt x="18869" y="0"/>
                    <a:pt x="11321" y="0"/>
                  </a:cubicBezTo>
                  <a:cubicBezTo>
                    <a:pt x="3774" y="0"/>
                    <a:pt x="0" y="7547"/>
                    <a:pt x="0" y="12265"/>
                  </a:cubicBezTo>
                  <a:cubicBezTo>
                    <a:pt x="0" y="13208"/>
                    <a:pt x="0" y="13208"/>
                    <a:pt x="0" y="14151"/>
                  </a:cubicBezTo>
                  <a:cubicBezTo>
                    <a:pt x="0" y="16038"/>
                    <a:pt x="0" y="16982"/>
                    <a:pt x="2830" y="23586"/>
                  </a:cubicBezTo>
                  <a:cubicBezTo>
                    <a:pt x="3774" y="25473"/>
                    <a:pt x="4717" y="30190"/>
                    <a:pt x="4717" y="34907"/>
                  </a:cubicBezTo>
                  <a:lnTo>
                    <a:pt x="4717"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4" name="Google Shape;606;p34">
              <a:extLst>
                <a:ext uri="{FF2B5EF4-FFF2-40B4-BE49-F238E27FC236}">
                  <a16:creationId xmlns:a16="http://schemas.microsoft.com/office/drawing/2014/main" id="{002CC8C0-6154-8887-D54F-AD2B1583C092}"/>
                </a:ext>
              </a:extLst>
            </p:cNvPr>
            <p:cNvSpPr/>
            <p:nvPr/>
          </p:nvSpPr>
          <p:spPr>
            <a:xfrm>
              <a:off x="1608110" y="2516704"/>
              <a:ext cx="11321" cy="6604"/>
            </a:xfrm>
            <a:custGeom>
              <a:avLst/>
              <a:gdLst/>
              <a:ahLst/>
              <a:cxnLst/>
              <a:rect l="l" t="t" r="r" b="b"/>
              <a:pathLst>
                <a:path w="11321" h="6604" extrusionOk="0">
                  <a:moveTo>
                    <a:pt x="11321" y="6604"/>
                  </a:moveTo>
                  <a:cubicBezTo>
                    <a:pt x="11321" y="4717"/>
                    <a:pt x="11321" y="2830"/>
                    <a:pt x="11321" y="0"/>
                  </a:cubicBezTo>
                  <a:lnTo>
                    <a:pt x="0" y="0"/>
                  </a:lnTo>
                  <a:cubicBezTo>
                    <a:pt x="0" y="1887"/>
                    <a:pt x="0" y="3774"/>
                    <a:pt x="0" y="6604"/>
                  </a:cubicBezTo>
                  <a:lnTo>
                    <a:pt x="11321" y="66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5" name="Google Shape;607;p34">
              <a:extLst>
                <a:ext uri="{FF2B5EF4-FFF2-40B4-BE49-F238E27FC236}">
                  <a16:creationId xmlns:a16="http://schemas.microsoft.com/office/drawing/2014/main" id="{8B01023B-1DBD-BD8F-E022-949048DBB905}"/>
                </a:ext>
              </a:extLst>
            </p:cNvPr>
            <p:cNvSpPr/>
            <p:nvPr/>
          </p:nvSpPr>
          <p:spPr>
            <a:xfrm>
              <a:off x="1566599" y="2532742"/>
              <a:ext cx="8490" cy="6604"/>
            </a:xfrm>
            <a:custGeom>
              <a:avLst/>
              <a:gdLst/>
              <a:ahLst/>
              <a:cxnLst/>
              <a:rect l="l" t="t" r="r" b="b"/>
              <a:pathLst>
                <a:path w="8490" h="6604" extrusionOk="0">
                  <a:moveTo>
                    <a:pt x="0" y="0"/>
                  </a:moveTo>
                  <a:cubicBezTo>
                    <a:pt x="0" y="1887"/>
                    <a:pt x="0" y="3774"/>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6" name="Google Shape;608;p34">
              <a:extLst>
                <a:ext uri="{FF2B5EF4-FFF2-40B4-BE49-F238E27FC236}">
                  <a16:creationId xmlns:a16="http://schemas.microsoft.com/office/drawing/2014/main" id="{20C8FF96-61AB-6077-296D-9536C00C32E6}"/>
                </a:ext>
              </a:extLst>
            </p:cNvPr>
            <p:cNvSpPr/>
            <p:nvPr/>
          </p:nvSpPr>
          <p:spPr>
            <a:xfrm>
              <a:off x="1560938" y="2499722"/>
              <a:ext cx="18868" cy="25472"/>
            </a:xfrm>
            <a:custGeom>
              <a:avLst/>
              <a:gdLst/>
              <a:ahLst/>
              <a:cxnLst/>
              <a:rect l="l" t="t" r="r" b="b"/>
              <a:pathLst>
                <a:path w="18868" h="25472" extrusionOk="0">
                  <a:moveTo>
                    <a:pt x="4717" y="25473"/>
                  </a:moveTo>
                  <a:lnTo>
                    <a:pt x="15095" y="25473"/>
                  </a:lnTo>
                  <a:cubicBezTo>
                    <a:pt x="16038" y="22642"/>
                    <a:pt x="16038" y="20755"/>
                    <a:pt x="16982" y="18869"/>
                  </a:cubicBez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5"/>
                    <a:pt x="0" y="13208"/>
                    <a:pt x="1887" y="18869"/>
                  </a:cubicBezTo>
                  <a:cubicBezTo>
                    <a:pt x="2830" y="20755"/>
                    <a:pt x="3774" y="22642"/>
                    <a:pt x="4717" y="25473"/>
                  </a:cubicBezTo>
                  <a:lnTo>
                    <a:pt x="4717"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7" name="Google Shape;609;p34">
              <a:extLst>
                <a:ext uri="{FF2B5EF4-FFF2-40B4-BE49-F238E27FC236}">
                  <a16:creationId xmlns:a16="http://schemas.microsoft.com/office/drawing/2014/main" id="{6F2EF8C5-D2A5-C3D4-1D73-237CA0643BEC}"/>
                </a:ext>
              </a:extLst>
            </p:cNvPr>
            <p:cNvSpPr/>
            <p:nvPr/>
          </p:nvSpPr>
          <p:spPr>
            <a:xfrm>
              <a:off x="1548674" y="2547837"/>
              <a:ext cx="38680" cy="90569"/>
            </a:xfrm>
            <a:custGeom>
              <a:avLst/>
              <a:gdLst/>
              <a:ahLst/>
              <a:cxnLst/>
              <a:rect l="l" t="t" r="r" b="b"/>
              <a:pathLst>
                <a:path w="38680" h="90569" extrusionOk="0">
                  <a:moveTo>
                    <a:pt x="34907" y="16982"/>
                  </a:moveTo>
                  <a:cubicBezTo>
                    <a:pt x="31133" y="12265"/>
                    <a:pt x="28303" y="5661"/>
                    <a:pt x="27359" y="0"/>
                  </a:cubicBezTo>
                  <a:lnTo>
                    <a:pt x="16982" y="0"/>
                  </a:lnTo>
                  <a:cubicBezTo>
                    <a:pt x="16038" y="5661"/>
                    <a:pt x="14151" y="11321"/>
                    <a:pt x="10378" y="16038"/>
                  </a:cubicBezTo>
                  <a:cubicBezTo>
                    <a:pt x="3774" y="25473"/>
                    <a:pt x="0" y="36794"/>
                    <a:pt x="0" y="50002"/>
                  </a:cubicBezTo>
                  <a:cubicBezTo>
                    <a:pt x="0" y="63210"/>
                    <a:pt x="4717" y="82078"/>
                    <a:pt x="10378" y="90569"/>
                  </a:cubicBezTo>
                  <a:lnTo>
                    <a:pt x="33963" y="90569"/>
                  </a:lnTo>
                  <a:cubicBezTo>
                    <a:pt x="35850" y="87739"/>
                    <a:pt x="36794" y="84909"/>
                    <a:pt x="38681" y="81135"/>
                  </a:cubicBezTo>
                  <a:cubicBezTo>
                    <a:pt x="34907" y="69814"/>
                    <a:pt x="31133" y="54719"/>
                    <a:pt x="31133" y="42454"/>
                  </a:cubicBezTo>
                  <a:cubicBezTo>
                    <a:pt x="31133" y="32077"/>
                    <a:pt x="32077" y="23586"/>
                    <a:pt x="34907" y="16982"/>
                  </a:cubicBezTo>
                  <a:lnTo>
                    <a:pt x="34907" y="1698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sp>
          <p:nvSpPr>
            <p:cNvPr id="18" name="Google Shape;610;p34">
              <a:extLst>
                <a:ext uri="{FF2B5EF4-FFF2-40B4-BE49-F238E27FC236}">
                  <a16:creationId xmlns:a16="http://schemas.microsoft.com/office/drawing/2014/main" id="{56CA74E4-C288-2DBF-599E-910D01423AEA}"/>
                </a:ext>
              </a:extLst>
            </p:cNvPr>
            <p:cNvSpPr/>
            <p:nvPr/>
          </p:nvSpPr>
          <p:spPr>
            <a:xfrm>
              <a:off x="1588298" y="2530855"/>
              <a:ext cx="37737" cy="106607"/>
            </a:xfrm>
            <a:custGeom>
              <a:avLst/>
              <a:gdLst/>
              <a:ahLst/>
              <a:cxnLst/>
              <a:rect l="l" t="t" r="r" b="b"/>
              <a:pathLst>
                <a:path w="37737" h="106607" extrusionOk="0">
                  <a:moveTo>
                    <a:pt x="33020" y="33020"/>
                  </a:moveTo>
                  <a:cubicBezTo>
                    <a:pt x="33963" y="26416"/>
                    <a:pt x="34907" y="19812"/>
                    <a:pt x="37737" y="14151"/>
                  </a:cubicBezTo>
                  <a:cubicBezTo>
                    <a:pt x="34907" y="9434"/>
                    <a:pt x="33963" y="4717"/>
                    <a:pt x="33020" y="0"/>
                  </a:cubicBezTo>
                  <a:lnTo>
                    <a:pt x="19812" y="0"/>
                  </a:lnTo>
                  <a:cubicBezTo>
                    <a:pt x="18869" y="6604"/>
                    <a:pt x="16038" y="12265"/>
                    <a:pt x="12264" y="17925"/>
                  </a:cubicBezTo>
                  <a:cubicBezTo>
                    <a:pt x="3774" y="29246"/>
                    <a:pt x="0" y="42454"/>
                    <a:pt x="0" y="58493"/>
                  </a:cubicBezTo>
                  <a:cubicBezTo>
                    <a:pt x="0" y="74531"/>
                    <a:pt x="5660" y="97173"/>
                    <a:pt x="12264" y="106607"/>
                  </a:cubicBezTo>
                  <a:lnTo>
                    <a:pt x="30190" y="106607"/>
                  </a:lnTo>
                  <a:cubicBezTo>
                    <a:pt x="22642" y="97173"/>
                    <a:pt x="17925" y="84909"/>
                    <a:pt x="17925" y="71701"/>
                  </a:cubicBezTo>
                  <a:cubicBezTo>
                    <a:pt x="16982" y="56606"/>
                    <a:pt x="22642" y="42454"/>
                    <a:pt x="33020" y="33020"/>
                  </a:cubicBezTo>
                  <a:lnTo>
                    <a:pt x="33020"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mn-lt"/>
                <a:ea typeface="Calibri"/>
                <a:cs typeface="Calibri"/>
                <a:sym typeface="Calibri"/>
              </a:endParaRPr>
            </a:p>
          </p:txBody>
        </p:sp>
      </p:grpSp>
      <p:pic>
        <p:nvPicPr>
          <p:cNvPr id="37" name="圖片 36" descr="一張含有 黑色, 黑暗 的圖片&#10;&#10;AI 產生的內容可能不正確。">
            <a:extLst>
              <a:ext uri="{FF2B5EF4-FFF2-40B4-BE49-F238E27FC236}">
                <a16:creationId xmlns:a16="http://schemas.microsoft.com/office/drawing/2014/main" id="{F712DF2B-6F5B-88E7-0B94-AA5A04DD48FD}"/>
              </a:ext>
            </a:extLst>
          </p:cNvPr>
          <p:cNvPicPr>
            <a:picLocks noChangeAspect="1"/>
          </p:cNvPicPr>
          <p:nvPr/>
        </p:nvPicPr>
        <p:blipFill>
          <a:blip r:embed="rId3"/>
          <a:stretch>
            <a:fillRect/>
          </a:stretch>
        </p:blipFill>
        <p:spPr>
          <a:xfrm>
            <a:off x="7191115" y="1510516"/>
            <a:ext cx="311675" cy="311675"/>
          </a:xfrm>
          <a:prstGeom prst="rect">
            <a:avLst/>
          </a:prstGeom>
        </p:spPr>
      </p:pic>
      <p:pic>
        <p:nvPicPr>
          <p:cNvPr id="39" name="圖片 38" descr="一張含有 黑色, 黑暗 的圖片&#10;&#10;AI 產生的內容可能不正確。">
            <a:extLst>
              <a:ext uri="{FF2B5EF4-FFF2-40B4-BE49-F238E27FC236}">
                <a16:creationId xmlns:a16="http://schemas.microsoft.com/office/drawing/2014/main" id="{9E6D561F-2C65-EDCB-BAF6-FE7008A19560}"/>
              </a:ext>
            </a:extLst>
          </p:cNvPr>
          <p:cNvPicPr>
            <a:picLocks noChangeAspect="1"/>
          </p:cNvPicPr>
          <p:nvPr/>
        </p:nvPicPr>
        <p:blipFill>
          <a:blip r:embed="rId4"/>
          <a:stretch>
            <a:fillRect/>
          </a:stretch>
        </p:blipFill>
        <p:spPr>
          <a:xfrm>
            <a:off x="1640422" y="1509607"/>
            <a:ext cx="328601" cy="328601"/>
          </a:xfrm>
          <a:prstGeom prst="rect">
            <a:avLst/>
          </a:prstGeom>
        </p:spPr>
      </p:pic>
    </p:spTree>
    <p:extLst>
      <p:ext uri="{BB962C8B-B14F-4D97-AF65-F5344CB8AC3E}">
        <p14:creationId xmlns:p14="http://schemas.microsoft.com/office/powerpoint/2010/main" val="26111559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A314B6F8-DFAF-3CC0-A0A9-6652E62C84A8}"/>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D47FB3A4-E5FF-50E9-9067-EA23472BEC9C}"/>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Proposed Model</a:t>
            </a:r>
            <a:r>
              <a:rPr lang="en-US" altLang="zh-TW" dirty="0">
                <a:latin typeface="+mj-lt"/>
              </a:rPr>
              <a:t>:</a:t>
            </a:r>
            <a:r>
              <a:rPr lang="zh-TW" altLang="en-US" dirty="0">
                <a:latin typeface="+mj-lt"/>
              </a:rPr>
              <a:t> </a:t>
            </a:r>
            <a:r>
              <a:rPr lang="en-US" altLang="zh-TW" dirty="0">
                <a:latin typeface="+mj-lt"/>
              </a:rPr>
              <a:t>Player Recognition</a:t>
            </a:r>
            <a:endParaRPr dirty="0">
              <a:latin typeface="+mj-lt"/>
            </a:endParaRPr>
          </a:p>
        </p:txBody>
      </p:sp>
      <p:sp>
        <p:nvSpPr>
          <p:cNvPr id="668" name="Google Shape;668;p34">
            <a:extLst>
              <a:ext uri="{FF2B5EF4-FFF2-40B4-BE49-F238E27FC236}">
                <a16:creationId xmlns:a16="http://schemas.microsoft.com/office/drawing/2014/main" id="{98382BCF-26F1-C48C-7F39-77DB8F51590C}"/>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15" name="Google Shape;412;p31">
            <a:extLst>
              <a:ext uri="{FF2B5EF4-FFF2-40B4-BE49-F238E27FC236}">
                <a16:creationId xmlns:a16="http://schemas.microsoft.com/office/drawing/2014/main" id="{DF7FD404-E89A-9786-7AD8-39F2D235AA07}"/>
              </a:ext>
            </a:extLst>
          </p:cNvPr>
          <p:cNvSpPr txBox="1">
            <a:spLocks/>
          </p:cNvSpPr>
          <p:nvPr/>
        </p:nvSpPr>
        <p:spPr>
          <a:xfrm>
            <a:off x="715150" y="1219483"/>
            <a:ext cx="7704000" cy="35702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目標：能夠根據少量玩家影像，完成即時、高精準度的玩家辨識系統。</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參考模型：</a:t>
            </a:r>
            <a:endParaRPr lang="en-US" altLang="zh-TW" sz="1600" dirty="0">
              <a:solidFill>
                <a:schemeClr val="tx1"/>
              </a:solidFill>
              <a:latin typeface="+mn-ea"/>
              <a:ea typeface="+mn-ea"/>
            </a:endParaRPr>
          </a:p>
          <a:p>
            <a:pPr marL="800100" lvl="1" indent="-342900" algn="l">
              <a:buClrTx/>
              <a:buSzPct val="100000"/>
              <a:buAutoNum type="arabicPeriod"/>
            </a:pPr>
            <a:r>
              <a:rPr lang="en-US" altLang="zh-TW" sz="1600" dirty="0">
                <a:solidFill>
                  <a:schemeClr val="tx1"/>
                </a:solidFill>
                <a:latin typeface="+mn-ea"/>
                <a:ea typeface="+mn-ea"/>
              </a:rPr>
              <a:t>One-Shot Learning</a:t>
            </a:r>
            <a:r>
              <a:rPr lang="zh-TW" altLang="en-US" sz="1600" dirty="0">
                <a:solidFill>
                  <a:schemeClr val="tx1"/>
                </a:solidFill>
                <a:latin typeface="+mn-ea"/>
                <a:ea typeface="+mn-ea"/>
              </a:rPr>
              <a:t>：讓模型在極少樣本</a:t>
            </a:r>
            <a:r>
              <a:rPr lang="en-US" altLang="zh-TW" sz="1600" dirty="0">
                <a:solidFill>
                  <a:schemeClr val="tx1"/>
                </a:solidFill>
                <a:latin typeface="+mn-ea"/>
                <a:ea typeface="+mn-ea"/>
              </a:rPr>
              <a:t>(</a:t>
            </a:r>
            <a:r>
              <a:rPr lang="zh-TW" altLang="en-US" sz="1600" dirty="0">
                <a:solidFill>
                  <a:schemeClr val="tx1"/>
                </a:solidFill>
                <a:latin typeface="+mn-ea"/>
                <a:ea typeface="+mn-ea"/>
              </a:rPr>
              <a:t>一張</a:t>
            </a:r>
            <a:r>
              <a:rPr lang="en-US" altLang="zh-TW" sz="1600" dirty="0">
                <a:solidFill>
                  <a:schemeClr val="tx1"/>
                </a:solidFill>
                <a:latin typeface="+mn-ea"/>
                <a:ea typeface="+mn-ea"/>
              </a:rPr>
              <a:t>)</a:t>
            </a:r>
            <a:r>
              <a:rPr lang="zh-TW" altLang="en-US" sz="1600" dirty="0">
                <a:solidFill>
                  <a:schemeClr val="tx1"/>
                </a:solidFill>
                <a:latin typeface="+mn-ea"/>
                <a:ea typeface="+mn-ea"/>
              </a:rPr>
              <a:t>的狀況下也可以學會分類新類別，通常不靠訓練，而是靠</a:t>
            </a:r>
            <a:r>
              <a:rPr lang="zh-TW" altLang="en-US" sz="1600" dirty="0">
                <a:solidFill>
                  <a:schemeClr val="accent2"/>
                </a:solidFill>
                <a:latin typeface="+mn-ea"/>
                <a:ea typeface="+mn-ea"/>
              </a:rPr>
              <a:t>比較輸入與樣本的相似度</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800100" lvl="1" indent="-342900" algn="l">
              <a:buClrTx/>
              <a:buSzPct val="100000"/>
              <a:buAutoNum type="arabicPeriod"/>
            </a:pPr>
            <a:endParaRPr lang="en-US" altLang="zh-TW" sz="1600" dirty="0">
              <a:solidFill>
                <a:schemeClr val="tx1"/>
              </a:solidFill>
              <a:latin typeface="+mn-ea"/>
              <a:ea typeface="+mn-ea"/>
            </a:endParaRPr>
          </a:p>
          <a:p>
            <a:pPr marL="800100" lvl="1" indent="-342900" algn="l">
              <a:buClrTx/>
              <a:buSzPct val="100000"/>
              <a:buFont typeface="Raleway"/>
              <a:buAutoNum type="arabicPeriod"/>
            </a:pPr>
            <a:r>
              <a:rPr lang="en-US" altLang="zh-TW" sz="1600" dirty="0">
                <a:solidFill>
                  <a:schemeClr val="tx1"/>
                </a:solidFill>
                <a:latin typeface="+mn-ea"/>
                <a:ea typeface="+mn-ea"/>
              </a:rPr>
              <a:t>Person Re-identification</a:t>
            </a:r>
            <a:r>
              <a:rPr lang="zh-TW" altLang="en-US" sz="1600" dirty="0">
                <a:solidFill>
                  <a:schemeClr val="tx1"/>
                </a:solidFill>
                <a:latin typeface="+mn-ea"/>
                <a:ea typeface="+mn-ea"/>
              </a:rPr>
              <a:t>：讓模型在不同的姿勢、鏡頭、背景、遮擋等狀況下，也能找出同一個人，需要模型</a:t>
            </a:r>
            <a:r>
              <a:rPr lang="zh-TW" altLang="en-US" sz="1600" dirty="0">
                <a:solidFill>
                  <a:schemeClr val="accent2"/>
                </a:solidFill>
                <a:latin typeface="+mn-ea"/>
                <a:ea typeface="+mn-ea"/>
              </a:rPr>
              <a:t>穩定學習目標的外觀</a:t>
            </a:r>
            <a:r>
              <a:rPr lang="en-US" altLang="zh-TW" sz="1600" dirty="0">
                <a:solidFill>
                  <a:schemeClr val="tx1"/>
                </a:solidFill>
                <a:latin typeface="+mn-ea"/>
                <a:ea typeface="+mn-ea"/>
              </a:rPr>
              <a:t>(</a:t>
            </a:r>
            <a:r>
              <a:rPr lang="zh-TW" altLang="en-US" sz="1600" dirty="0">
                <a:solidFill>
                  <a:schemeClr val="tx1"/>
                </a:solidFill>
                <a:latin typeface="+mn-ea"/>
                <a:ea typeface="+mn-ea"/>
              </a:rPr>
              <a:t>通常是衣著造型</a:t>
            </a:r>
            <a:r>
              <a:rPr lang="en-US" altLang="zh-TW" sz="1600" dirty="0">
                <a:solidFill>
                  <a:schemeClr val="tx1"/>
                </a:solidFill>
                <a:latin typeface="+mn-ea"/>
                <a:ea typeface="+mn-ea"/>
              </a:rPr>
              <a:t>)</a:t>
            </a:r>
            <a:r>
              <a:rPr lang="zh-TW" altLang="en-US" sz="1600" dirty="0">
                <a:solidFill>
                  <a:schemeClr val="tx1"/>
                </a:solidFill>
                <a:latin typeface="+mn-ea"/>
                <a:ea typeface="+mn-ea"/>
              </a:rPr>
              <a:t>而不被環境影響。</a:t>
            </a:r>
            <a:endParaRPr lang="en-US" altLang="zh-TW" sz="1600" dirty="0">
              <a:solidFill>
                <a:schemeClr val="tx1"/>
              </a:solidFill>
              <a:latin typeface="+mn-ea"/>
              <a:ea typeface="+mn-ea"/>
            </a:endParaRPr>
          </a:p>
          <a:p>
            <a:pPr marL="0" indent="0" algn="l"/>
            <a:endParaRPr lang="en-US" altLang="zh-TW" sz="1600" dirty="0">
              <a:solidFill>
                <a:schemeClr val="tx1"/>
              </a:solidFill>
              <a:latin typeface="+mn-ea"/>
              <a:ea typeface="+mn-ea"/>
            </a:endParaRPr>
          </a:p>
          <a:p>
            <a:pPr marL="0" indent="0" algn="l"/>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zh-TW" altLang="en-US" sz="1600" dirty="0">
              <a:solidFill>
                <a:schemeClr val="tx1"/>
              </a:solidFill>
              <a:latin typeface="+mn-ea"/>
              <a:ea typeface="+mn-ea"/>
            </a:endParaRPr>
          </a:p>
          <a:p>
            <a:pPr marL="0" indent="0" algn="l"/>
            <a:endParaRPr lang="en-US" altLang="zh-TW" sz="1600" dirty="0">
              <a:solidFill>
                <a:schemeClr val="tx1"/>
              </a:solidFill>
              <a:latin typeface="+mn-ea"/>
              <a:ea typeface="+mn-ea"/>
            </a:endParaRPr>
          </a:p>
        </p:txBody>
      </p:sp>
    </p:spTree>
    <p:extLst>
      <p:ext uri="{BB962C8B-B14F-4D97-AF65-F5344CB8AC3E}">
        <p14:creationId xmlns:p14="http://schemas.microsoft.com/office/powerpoint/2010/main" val="340268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A9D60B41-E436-8CDE-4AD8-BF16639A9BD9}"/>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522AC29F-81E5-2E14-94F8-CD0F4CCFB40A}"/>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Proposed Model: Player Recognition</a:t>
            </a:r>
            <a:endParaRPr dirty="0">
              <a:latin typeface="+mj-lt"/>
            </a:endParaRPr>
          </a:p>
        </p:txBody>
      </p:sp>
      <p:sp>
        <p:nvSpPr>
          <p:cNvPr id="668" name="Google Shape;668;p34">
            <a:extLst>
              <a:ext uri="{FF2B5EF4-FFF2-40B4-BE49-F238E27FC236}">
                <a16:creationId xmlns:a16="http://schemas.microsoft.com/office/drawing/2014/main" id="{11A5B396-CF0D-1877-260A-40D27F6172E6}"/>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15" name="Google Shape;412;p31">
            <a:extLst>
              <a:ext uri="{FF2B5EF4-FFF2-40B4-BE49-F238E27FC236}">
                <a16:creationId xmlns:a16="http://schemas.microsoft.com/office/drawing/2014/main" id="{4EFFFF42-6A23-734B-9A9C-C07F41461F80}"/>
              </a:ext>
            </a:extLst>
          </p:cNvPr>
          <p:cNvSpPr txBox="1">
            <a:spLocks/>
          </p:cNvSpPr>
          <p:nvPr/>
        </p:nvSpPr>
        <p:spPr>
          <a:xfrm>
            <a:off x="720000" y="1293488"/>
            <a:ext cx="7704000" cy="35702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模型設計：</a:t>
            </a:r>
            <a:r>
              <a:rPr lang="en-US" altLang="zh-TW" sz="1600" dirty="0">
                <a:solidFill>
                  <a:schemeClr val="tx1"/>
                </a:solidFill>
                <a:latin typeface="+mn-ea"/>
                <a:ea typeface="+mn-ea"/>
              </a:rPr>
              <a:t>Few-Shot + Re-id</a:t>
            </a: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800100" lvl="1" indent="-342900" algn="l">
              <a:buClrTx/>
              <a:buSzPct val="100000"/>
              <a:buFont typeface="Raleway"/>
              <a:buAutoNum type="arabicPeriod"/>
            </a:pPr>
            <a:r>
              <a:rPr lang="zh-TW" altLang="en-US" sz="1600" dirty="0">
                <a:solidFill>
                  <a:schemeClr val="tx1"/>
                </a:solidFill>
                <a:latin typeface="+mn-ea"/>
                <a:ea typeface="+mn-ea"/>
              </a:rPr>
              <a:t>實作</a:t>
            </a:r>
            <a:r>
              <a:rPr lang="en-US" altLang="zh-TW" sz="1600" dirty="0">
                <a:solidFill>
                  <a:schemeClr val="tx1"/>
                </a:solidFill>
                <a:latin typeface="+mn-ea"/>
                <a:ea typeface="+mn-ea"/>
              </a:rPr>
              <a:t>One-shot</a:t>
            </a:r>
            <a:r>
              <a:rPr lang="zh-TW" altLang="en-US" sz="1600" dirty="0">
                <a:solidFill>
                  <a:schemeClr val="tx1"/>
                </a:solidFill>
                <a:latin typeface="+mn-ea"/>
                <a:ea typeface="+mn-ea"/>
              </a:rPr>
              <a:t>後，發現打球時人面對鏡頭的角度會變化，只拍一個角度無法涵蓋所有狀況。</a:t>
            </a:r>
            <a:endParaRPr lang="en-US" altLang="zh-TW" sz="1600" dirty="0">
              <a:solidFill>
                <a:schemeClr val="tx1"/>
              </a:solidFill>
              <a:latin typeface="+mn-ea"/>
              <a:ea typeface="+mn-ea"/>
            </a:endParaRPr>
          </a:p>
          <a:p>
            <a:pPr marL="457200" lvl="1" indent="0" algn="l">
              <a:buClrTx/>
              <a:buSzPct val="100000"/>
            </a:pPr>
            <a:r>
              <a:rPr lang="en-US" altLang="zh-TW" sz="1600" dirty="0">
                <a:solidFill>
                  <a:schemeClr val="tx1"/>
                </a:solidFill>
                <a:latin typeface="+mn-ea"/>
                <a:ea typeface="+mn-ea"/>
              </a:rPr>
              <a:t>	-&gt;</a:t>
            </a:r>
            <a:r>
              <a:rPr lang="zh-TW" altLang="en-US" sz="1600" dirty="0">
                <a:solidFill>
                  <a:schemeClr val="tx1"/>
                </a:solidFill>
                <a:latin typeface="+mn-ea"/>
                <a:ea typeface="+mn-ea"/>
              </a:rPr>
              <a:t>改為</a:t>
            </a:r>
            <a:r>
              <a:rPr lang="en-US" altLang="zh-TW" sz="1600" dirty="0">
                <a:solidFill>
                  <a:schemeClr val="tx1"/>
                </a:solidFill>
                <a:latin typeface="+mn-ea"/>
                <a:ea typeface="+mn-ea"/>
              </a:rPr>
              <a:t>Few-Shot</a:t>
            </a:r>
            <a:r>
              <a:rPr lang="zh-TW" altLang="en-US" sz="1600" dirty="0">
                <a:solidFill>
                  <a:schemeClr val="tx1"/>
                </a:solidFill>
                <a:latin typeface="+mn-ea"/>
                <a:ea typeface="+mn-ea"/>
              </a:rPr>
              <a:t>拍攝前後左右四個角度。</a:t>
            </a:r>
            <a:endParaRPr lang="en-US" altLang="zh-TW" sz="1600" dirty="0">
              <a:solidFill>
                <a:schemeClr val="tx1"/>
              </a:solidFill>
              <a:latin typeface="+mn-ea"/>
              <a:ea typeface="+mn-ea"/>
            </a:endParaRPr>
          </a:p>
          <a:p>
            <a:pPr marL="457200" lvl="1" indent="0" algn="l">
              <a:buClrTx/>
              <a:buSzPct val="100000"/>
            </a:pPr>
            <a:endParaRPr lang="en-US" altLang="zh-TW" sz="1600" dirty="0">
              <a:solidFill>
                <a:schemeClr val="tx1"/>
              </a:solidFill>
              <a:latin typeface="+mn-ea"/>
              <a:ea typeface="+mn-ea"/>
            </a:endParaRPr>
          </a:p>
          <a:p>
            <a:pPr marL="800100" lvl="1" indent="-342900" algn="l">
              <a:buClrTx/>
              <a:buSzPct val="100000"/>
              <a:buFont typeface="+mj-lt"/>
              <a:buAutoNum type="arabicPeriod" startAt="2"/>
            </a:pPr>
            <a:r>
              <a:rPr lang="zh-TW" altLang="en-US" sz="1600" dirty="0">
                <a:solidFill>
                  <a:schemeClr val="tx1"/>
                </a:solidFill>
                <a:latin typeface="+mn-ea"/>
                <a:ea typeface="+mn-ea"/>
              </a:rPr>
              <a:t>非正對鏡頭的角度臉部不清楚。</a:t>
            </a:r>
            <a:endParaRPr lang="en-US" altLang="zh-TW" sz="1600" dirty="0">
              <a:solidFill>
                <a:schemeClr val="tx1"/>
              </a:solidFill>
              <a:latin typeface="+mn-ea"/>
              <a:ea typeface="+mn-ea"/>
            </a:endParaRPr>
          </a:p>
          <a:p>
            <a:pPr marL="457200" lvl="1" indent="0" algn="l">
              <a:buClrTx/>
              <a:buSzPct val="100000"/>
            </a:pPr>
            <a:r>
              <a:rPr lang="en-US" altLang="zh-TW" sz="1600" dirty="0">
                <a:solidFill>
                  <a:schemeClr val="tx1"/>
                </a:solidFill>
                <a:latin typeface="+mn-ea"/>
                <a:ea typeface="+mn-ea"/>
              </a:rPr>
              <a:t>	-&gt;</a:t>
            </a:r>
            <a:r>
              <a:rPr lang="zh-TW" altLang="en-US" sz="1600" dirty="0">
                <a:solidFill>
                  <a:schemeClr val="tx1"/>
                </a:solidFill>
                <a:latin typeface="+mn-ea"/>
                <a:ea typeface="+mn-ea"/>
              </a:rPr>
              <a:t>參考</a:t>
            </a:r>
            <a:r>
              <a:rPr lang="en-US" altLang="zh-TW" sz="1600" dirty="0">
                <a:solidFill>
                  <a:schemeClr val="tx1"/>
                </a:solidFill>
                <a:latin typeface="+mn-ea"/>
                <a:ea typeface="+mn-ea"/>
              </a:rPr>
              <a:t>Re-id</a:t>
            </a:r>
            <a:r>
              <a:rPr lang="zh-TW" altLang="en-US" sz="1600" dirty="0">
                <a:solidFill>
                  <a:schemeClr val="tx1"/>
                </a:solidFill>
                <a:latin typeface="+mn-ea"/>
                <a:ea typeface="+mn-ea"/>
              </a:rPr>
              <a:t>概念，針對衣服顏色建立</a:t>
            </a:r>
            <a:r>
              <a:rPr lang="en-US" altLang="zh-TW" sz="1600" dirty="0">
                <a:solidFill>
                  <a:schemeClr val="tx1"/>
                </a:solidFill>
                <a:latin typeface="+mn-ea"/>
                <a:ea typeface="+mn-ea"/>
              </a:rPr>
              <a:t>Prototype Set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457200" lvl="1" indent="0" algn="l">
              <a:buClrTx/>
              <a:buSzPct val="100000"/>
            </a:pPr>
            <a:endParaRPr lang="en-US" altLang="zh-TW" sz="1600" dirty="0">
              <a:solidFill>
                <a:schemeClr val="tx1"/>
              </a:solidFill>
              <a:latin typeface="+mn-ea"/>
              <a:ea typeface="+mn-ea"/>
            </a:endParaRPr>
          </a:p>
          <a:p>
            <a:pPr marL="800100" lvl="1" indent="-342900" algn="l">
              <a:buClrTx/>
              <a:buSzPct val="100000"/>
              <a:buFont typeface="+mj-lt"/>
              <a:buAutoNum type="arabicPeriod" startAt="3"/>
            </a:pPr>
            <a:r>
              <a:rPr lang="zh-TW" altLang="en-US" sz="1600" dirty="0">
                <a:solidFill>
                  <a:schemeClr val="tx1"/>
                </a:solidFill>
                <a:latin typeface="+mn-ea"/>
                <a:ea typeface="+mn-ea"/>
              </a:rPr>
              <a:t>使用</a:t>
            </a:r>
            <a:r>
              <a:rPr lang="en-US" altLang="zh-TW" sz="1600" dirty="0">
                <a:solidFill>
                  <a:schemeClr val="tx1"/>
                </a:solidFill>
                <a:latin typeface="+mn-ea"/>
                <a:ea typeface="+mn-ea"/>
              </a:rPr>
              <a:t>Cosine Similarity</a:t>
            </a:r>
            <a:r>
              <a:rPr lang="zh-TW" altLang="en-US" sz="1600" dirty="0">
                <a:solidFill>
                  <a:schemeClr val="tx1"/>
                </a:solidFill>
                <a:latin typeface="+mn-ea"/>
                <a:ea typeface="+mn-ea"/>
              </a:rPr>
              <a:t>計算人物與所有</a:t>
            </a:r>
            <a:r>
              <a:rPr lang="en-US" altLang="zh-TW" sz="1600" dirty="0">
                <a:solidFill>
                  <a:schemeClr val="tx1"/>
                </a:solidFill>
                <a:latin typeface="+mn-ea"/>
                <a:ea typeface="+mn-ea"/>
              </a:rPr>
              <a:t>Prototype Set</a:t>
            </a:r>
            <a:r>
              <a:rPr lang="zh-TW" altLang="en-US" sz="1600" dirty="0">
                <a:solidFill>
                  <a:schemeClr val="tx1"/>
                </a:solidFill>
                <a:latin typeface="+mn-ea"/>
                <a:ea typeface="+mn-ea"/>
              </a:rPr>
              <a:t>的相似度並計算分數。</a:t>
            </a:r>
            <a:endParaRPr lang="en-US" altLang="zh-TW" sz="1600" dirty="0">
              <a:solidFill>
                <a:schemeClr val="tx1"/>
              </a:solidFill>
              <a:latin typeface="+mn-ea"/>
              <a:ea typeface="+mn-ea"/>
            </a:endParaRPr>
          </a:p>
          <a:p>
            <a:pPr marL="457200" lvl="1" indent="0" algn="l">
              <a:buClrTx/>
              <a:buSzPct val="100000"/>
            </a:pPr>
            <a:endParaRPr lang="en-US" altLang="zh-TW" sz="1600" dirty="0">
              <a:solidFill>
                <a:schemeClr val="tx1"/>
              </a:solidFill>
              <a:latin typeface="+mn-ea"/>
              <a:ea typeface="+mn-ea"/>
            </a:endParaRPr>
          </a:p>
          <a:p>
            <a:pPr marL="800100" lvl="1" indent="-342900" algn="l">
              <a:buClrTx/>
              <a:buSzPct val="100000"/>
              <a:buFont typeface="+mj-lt"/>
              <a:buAutoNum type="arabicPeriod" startAt="4"/>
            </a:pPr>
            <a:r>
              <a:rPr lang="zh-TW" altLang="en-US" sz="1600" dirty="0">
                <a:solidFill>
                  <a:schemeClr val="tx1"/>
                </a:solidFill>
                <a:latin typeface="+mn-ea"/>
                <a:ea typeface="+mn-ea"/>
              </a:rPr>
              <a:t>利用</a:t>
            </a:r>
            <a:r>
              <a:rPr lang="en-US" altLang="zh-TW" sz="1600" dirty="0">
                <a:solidFill>
                  <a:schemeClr val="tx1"/>
                </a:solidFill>
                <a:latin typeface="+mn-ea"/>
                <a:ea typeface="+mn-ea"/>
              </a:rPr>
              <a:t>Greedy</a:t>
            </a:r>
            <a:r>
              <a:rPr lang="zh-TW" altLang="en-US" sz="1600" dirty="0">
                <a:solidFill>
                  <a:schemeClr val="tx1"/>
                </a:solidFill>
                <a:latin typeface="+mn-ea"/>
                <a:ea typeface="+mn-ea"/>
              </a:rPr>
              <a:t>演算法，依序分配分數最高的人物標籤給畫面中的人。</a:t>
            </a:r>
            <a:endParaRPr lang="en-US" altLang="zh-TW" sz="1600" dirty="0">
              <a:solidFill>
                <a:schemeClr val="tx1"/>
              </a:solidFill>
              <a:latin typeface="+mn-ea"/>
              <a:ea typeface="+mn-ea"/>
            </a:endParaRPr>
          </a:p>
        </p:txBody>
      </p:sp>
    </p:spTree>
    <p:extLst>
      <p:ext uri="{BB962C8B-B14F-4D97-AF65-F5344CB8AC3E}">
        <p14:creationId xmlns:p14="http://schemas.microsoft.com/office/powerpoint/2010/main" val="25176984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B771C881-F0F9-4E5E-5C44-DC96632A6C39}"/>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6FA45717-2195-1B01-AB8E-EC1188D6A515}"/>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Proposed Model</a:t>
            </a:r>
            <a:r>
              <a:rPr lang="en-US" altLang="zh-TW" dirty="0">
                <a:latin typeface="+mj-lt"/>
              </a:rPr>
              <a:t>:</a:t>
            </a:r>
            <a:r>
              <a:rPr lang="zh-TW" altLang="en-US" dirty="0">
                <a:latin typeface="+mj-lt"/>
              </a:rPr>
              <a:t> </a:t>
            </a:r>
            <a:r>
              <a:rPr lang="en-US" altLang="zh-TW" dirty="0">
                <a:latin typeface="+mj-lt"/>
              </a:rPr>
              <a:t>Player Recognition</a:t>
            </a:r>
            <a:endParaRPr dirty="0">
              <a:latin typeface="+mj-lt"/>
            </a:endParaRPr>
          </a:p>
        </p:txBody>
      </p:sp>
      <p:sp>
        <p:nvSpPr>
          <p:cNvPr id="16" name="矩形 15">
            <a:extLst>
              <a:ext uri="{FF2B5EF4-FFF2-40B4-BE49-F238E27FC236}">
                <a16:creationId xmlns:a16="http://schemas.microsoft.com/office/drawing/2014/main" id="{679E2F54-E6D5-37DB-C08A-6E132A266183}"/>
              </a:ext>
            </a:extLst>
          </p:cNvPr>
          <p:cNvSpPr/>
          <p:nvPr/>
        </p:nvSpPr>
        <p:spPr>
          <a:xfrm>
            <a:off x="2307139" y="2045574"/>
            <a:ext cx="2250345"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Yolo </a:t>
            </a:r>
            <a:r>
              <a:rPr lang="en-US" altLang="zh-TW" sz="1600" dirty="0" err="1">
                <a:solidFill>
                  <a:schemeClr val="tx1"/>
                </a:solidFill>
              </a:rPr>
              <a:t>get_person_crops</a:t>
            </a:r>
            <a:endParaRPr lang="zh-TW" altLang="en-US" sz="1600" dirty="0">
              <a:solidFill>
                <a:schemeClr val="tx1"/>
              </a:solidFill>
            </a:endParaRPr>
          </a:p>
        </p:txBody>
      </p:sp>
      <p:cxnSp>
        <p:nvCxnSpPr>
          <p:cNvPr id="18" name="直線單箭頭接點 17">
            <a:extLst>
              <a:ext uri="{FF2B5EF4-FFF2-40B4-BE49-F238E27FC236}">
                <a16:creationId xmlns:a16="http://schemas.microsoft.com/office/drawing/2014/main" id="{A5B25F3E-E277-FBB7-F7BC-F262D54BEB6F}"/>
              </a:ext>
            </a:extLst>
          </p:cNvPr>
          <p:cNvCxnSpPr>
            <a:cxnSpLocks/>
            <a:stCxn id="16" idx="2"/>
            <a:endCxn id="20" idx="0"/>
          </p:cNvCxnSpPr>
          <p:nvPr/>
        </p:nvCxnSpPr>
        <p:spPr>
          <a:xfrm flipH="1">
            <a:off x="3432310" y="2373988"/>
            <a:ext cx="2" cy="328776"/>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19" name="文字方塊 18">
            <a:extLst>
              <a:ext uri="{FF2B5EF4-FFF2-40B4-BE49-F238E27FC236}">
                <a16:creationId xmlns:a16="http://schemas.microsoft.com/office/drawing/2014/main" id="{6705340C-D6E5-5857-CC0E-026AE7D7E2D2}"/>
              </a:ext>
            </a:extLst>
          </p:cNvPr>
          <p:cNvSpPr txBox="1"/>
          <p:nvPr/>
        </p:nvSpPr>
        <p:spPr>
          <a:xfrm>
            <a:off x="3584011" y="1765733"/>
            <a:ext cx="2250343" cy="307777"/>
          </a:xfrm>
          <a:prstGeom prst="rect">
            <a:avLst/>
          </a:prstGeom>
          <a:noFill/>
        </p:spPr>
        <p:txBody>
          <a:bodyPr wrap="square" rtlCol="0">
            <a:spAutoFit/>
          </a:bodyPr>
          <a:lstStyle/>
          <a:p>
            <a:r>
              <a:rPr lang="en-US" altLang="zh-TW" dirty="0">
                <a:solidFill>
                  <a:schemeClr val="tx1"/>
                </a:solidFill>
                <a:latin typeface="+mn-lt"/>
                <a:ea typeface="+mn-ea"/>
              </a:rPr>
              <a:t>Get person’s cropped image</a:t>
            </a:r>
            <a:endParaRPr lang="zh-TW" altLang="en-US" dirty="0">
              <a:solidFill>
                <a:schemeClr val="tx1"/>
              </a:solidFill>
              <a:latin typeface="+mn-lt"/>
              <a:ea typeface="+mn-ea"/>
            </a:endParaRPr>
          </a:p>
        </p:txBody>
      </p:sp>
      <p:sp>
        <p:nvSpPr>
          <p:cNvPr id="20" name="矩形 19">
            <a:extLst>
              <a:ext uri="{FF2B5EF4-FFF2-40B4-BE49-F238E27FC236}">
                <a16:creationId xmlns:a16="http://schemas.microsoft.com/office/drawing/2014/main" id="{648EA59C-D778-EB41-1BF0-3B7891E5B034}"/>
              </a:ext>
            </a:extLst>
          </p:cNvPr>
          <p:cNvSpPr/>
          <p:nvPr/>
        </p:nvSpPr>
        <p:spPr>
          <a:xfrm>
            <a:off x="2800270" y="2702764"/>
            <a:ext cx="1264079"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Torso Crop</a:t>
            </a:r>
            <a:endParaRPr lang="zh-TW" altLang="en-US" sz="1600" dirty="0">
              <a:solidFill>
                <a:schemeClr val="tx1"/>
              </a:solidFill>
            </a:endParaRPr>
          </a:p>
        </p:txBody>
      </p:sp>
      <p:sp>
        <p:nvSpPr>
          <p:cNvPr id="24" name="文字方塊 23">
            <a:extLst>
              <a:ext uri="{FF2B5EF4-FFF2-40B4-BE49-F238E27FC236}">
                <a16:creationId xmlns:a16="http://schemas.microsoft.com/office/drawing/2014/main" id="{AD5763DF-EC80-E54D-A578-DA3496D2E3EB}"/>
              </a:ext>
            </a:extLst>
          </p:cNvPr>
          <p:cNvSpPr txBox="1"/>
          <p:nvPr/>
        </p:nvSpPr>
        <p:spPr>
          <a:xfrm>
            <a:off x="3432310" y="2404482"/>
            <a:ext cx="1993746" cy="307777"/>
          </a:xfrm>
          <a:prstGeom prst="rect">
            <a:avLst/>
          </a:prstGeom>
          <a:noFill/>
        </p:spPr>
        <p:txBody>
          <a:bodyPr wrap="square" rtlCol="0">
            <a:spAutoFit/>
          </a:bodyPr>
          <a:lstStyle/>
          <a:p>
            <a:r>
              <a:rPr lang="en-US" altLang="zh-TW" dirty="0">
                <a:solidFill>
                  <a:schemeClr val="tx1"/>
                </a:solidFill>
                <a:latin typeface="+mn-lt"/>
                <a:ea typeface="+mn-ea"/>
              </a:rPr>
              <a:t>Get Clothes information</a:t>
            </a:r>
            <a:endParaRPr lang="zh-TW" altLang="en-US" dirty="0">
              <a:solidFill>
                <a:schemeClr val="tx1"/>
              </a:solidFill>
              <a:latin typeface="+mn-lt"/>
              <a:ea typeface="+mn-ea"/>
            </a:endParaRPr>
          </a:p>
        </p:txBody>
      </p:sp>
      <p:sp>
        <p:nvSpPr>
          <p:cNvPr id="25" name="矩形 24">
            <a:extLst>
              <a:ext uri="{FF2B5EF4-FFF2-40B4-BE49-F238E27FC236}">
                <a16:creationId xmlns:a16="http://schemas.microsoft.com/office/drawing/2014/main" id="{8D2E4A64-6505-26F7-2EB0-E12A7A951813}"/>
              </a:ext>
            </a:extLst>
          </p:cNvPr>
          <p:cNvSpPr/>
          <p:nvPr/>
        </p:nvSpPr>
        <p:spPr>
          <a:xfrm>
            <a:off x="2939176" y="3358997"/>
            <a:ext cx="2250345"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Torso HSV Histogram</a:t>
            </a:r>
            <a:endParaRPr lang="zh-TW" altLang="en-US" sz="1600" dirty="0">
              <a:solidFill>
                <a:schemeClr val="tx1"/>
              </a:solidFill>
            </a:endParaRPr>
          </a:p>
        </p:txBody>
      </p:sp>
      <p:sp>
        <p:nvSpPr>
          <p:cNvPr id="32" name="文字方塊 31">
            <a:extLst>
              <a:ext uri="{FF2B5EF4-FFF2-40B4-BE49-F238E27FC236}">
                <a16:creationId xmlns:a16="http://schemas.microsoft.com/office/drawing/2014/main" id="{C4DFE510-B1D0-12CE-1D66-C980C44321F4}"/>
              </a:ext>
            </a:extLst>
          </p:cNvPr>
          <p:cNvSpPr txBox="1"/>
          <p:nvPr/>
        </p:nvSpPr>
        <p:spPr>
          <a:xfrm>
            <a:off x="4064348" y="3075859"/>
            <a:ext cx="1993746" cy="307777"/>
          </a:xfrm>
          <a:prstGeom prst="rect">
            <a:avLst/>
          </a:prstGeom>
          <a:noFill/>
        </p:spPr>
        <p:txBody>
          <a:bodyPr wrap="square" rtlCol="0">
            <a:spAutoFit/>
          </a:bodyPr>
          <a:lstStyle/>
          <a:p>
            <a:r>
              <a:rPr lang="en-US" altLang="zh-TW" dirty="0">
                <a:solidFill>
                  <a:schemeClr val="tx1"/>
                </a:solidFill>
                <a:latin typeface="+mn-lt"/>
                <a:ea typeface="+mn-ea"/>
              </a:rPr>
              <a:t>Get Color Distribution</a:t>
            </a:r>
            <a:endParaRPr lang="zh-TW" altLang="en-US" dirty="0">
              <a:solidFill>
                <a:schemeClr val="tx1"/>
              </a:solidFill>
              <a:latin typeface="+mn-lt"/>
              <a:ea typeface="+mn-ea"/>
            </a:endParaRPr>
          </a:p>
        </p:txBody>
      </p:sp>
      <p:sp>
        <p:nvSpPr>
          <p:cNvPr id="33" name="矩形 32">
            <a:extLst>
              <a:ext uri="{FF2B5EF4-FFF2-40B4-BE49-F238E27FC236}">
                <a16:creationId xmlns:a16="http://schemas.microsoft.com/office/drawing/2014/main" id="{BD8C71EF-8DC2-5C02-AA08-289974B92163}"/>
              </a:ext>
            </a:extLst>
          </p:cNvPr>
          <p:cNvSpPr/>
          <p:nvPr/>
        </p:nvSpPr>
        <p:spPr>
          <a:xfrm>
            <a:off x="645886" y="3357323"/>
            <a:ext cx="2104425"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err="1">
                <a:solidFill>
                  <a:schemeClr val="tx1"/>
                </a:solidFill>
              </a:rPr>
              <a:t>TTA+Deep</a:t>
            </a:r>
            <a:r>
              <a:rPr lang="en-US" altLang="zh-TW" sz="1600" dirty="0">
                <a:solidFill>
                  <a:schemeClr val="tx1"/>
                </a:solidFill>
              </a:rPr>
              <a:t> Embedding</a:t>
            </a:r>
            <a:endParaRPr lang="zh-TW" altLang="en-US" sz="1600" dirty="0">
              <a:solidFill>
                <a:schemeClr val="tx1"/>
              </a:solidFill>
            </a:endParaRPr>
          </a:p>
        </p:txBody>
      </p:sp>
      <p:sp>
        <p:nvSpPr>
          <p:cNvPr id="36" name="文字方塊 35">
            <a:extLst>
              <a:ext uri="{FF2B5EF4-FFF2-40B4-BE49-F238E27FC236}">
                <a16:creationId xmlns:a16="http://schemas.microsoft.com/office/drawing/2014/main" id="{4C843A3D-372B-EA9C-9E5F-91C3266A2BDD}"/>
              </a:ext>
            </a:extLst>
          </p:cNvPr>
          <p:cNvSpPr txBox="1"/>
          <p:nvPr/>
        </p:nvSpPr>
        <p:spPr>
          <a:xfrm>
            <a:off x="602768" y="2895657"/>
            <a:ext cx="1387990" cy="307777"/>
          </a:xfrm>
          <a:prstGeom prst="rect">
            <a:avLst/>
          </a:prstGeom>
          <a:noFill/>
        </p:spPr>
        <p:txBody>
          <a:bodyPr wrap="square" rtlCol="0">
            <a:spAutoFit/>
          </a:bodyPr>
          <a:lstStyle/>
          <a:p>
            <a:r>
              <a:rPr lang="en-US" altLang="zh-TW" dirty="0">
                <a:solidFill>
                  <a:schemeClr val="tx1"/>
                </a:solidFill>
                <a:latin typeface="+mn-lt"/>
                <a:ea typeface="+mn-ea"/>
              </a:rPr>
              <a:t>Backbone Model</a:t>
            </a:r>
            <a:endParaRPr lang="zh-TW" altLang="en-US" dirty="0">
              <a:solidFill>
                <a:schemeClr val="tx1"/>
              </a:solidFill>
              <a:latin typeface="+mn-lt"/>
              <a:ea typeface="+mn-ea"/>
            </a:endParaRPr>
          </a:p>
        </p:txBody>
      </p:sp>
      <p:cxnSp>
        <p:nvCxnSpPr>
          <p:cNvPr id="40" name="接點: 肘形 39">
            <a:extLst>
              <a:ext uri="{FF2B5EF4-FFF2-40B4-BE49-F238E27FC236}">
                <a16:creationId xmlns:a16="http://schemas.microsoft.com/office/drawing/2014/main" id="{C9A07657-480C-3480-0569-CE1224F62EA4}"/>
              </a:ext>
            </a:extLst>
          </p:cNvPr>
          <p:cNvCxnSpPr>
            <a:cxnSpLocks/>
            <a:stCxn id="20" idx="2"/>
            <a:endCxn id="33" idx="0"/>
          </p:cNvCxnSpPr>
          <p:nvPr/>
        </p:nvCxnSpPr>
        <p:spPr>
          <a:xfrm rot="5400000">
            <a:off x="2402133" y="2327145"/>
            <a:ext cx="326145" cy="1734211"/>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接點: 肘形 41">
            <a:extLst>
              <a:ext uri="{FF2B5EF4-FFF2-40B4-BE49-F238E27FC236}">
                <a16:creationId xmlns:a16="http://schemas.microsoft.com/office/drawing/2014/main" id="{85B5C2EE-6C7E-0C07-528E-E0F9E2D5818F}"/>
              </a:ext>
            </a:extLst>
          </p:cNvPr>
          <p:cNvCxnSpPr>
            <a:cxnSpLocks/>
            <a:stCxn id="20" idx="2"/>
            <a:endCxn id="25" idx="0"/>
          </p:cNvCxnSpPr>
          <p:nvPr/>
        </p:nvCxnSpPr>
        <p:spPr>
          <a:xfrm rot="16200000" flipH="1">
            <a:off x="3584420" y="2879067"/>
            <a:ext cx="327819" cy="632039"/>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9" name="接點: 肘形 668">
            <a:extLst>
              <a:ext uri="{FF2B5EF4-FFF2-40B4-BE49-F238E27FC236}">
                <a16:creationId xmlns:a16="http://schemas.microsoft.com/office/drawing/2014/main" id="{8AB62D18-2B98-1068-EF4F-7B5897F1ECD4}"/>
              </a:ext>
            </a:extLst>
          </p:cNvPr>
          <p:cNvCxnSpPr>
            <a:cxnSpLocks/>
            <a:stCxn id="33" idx="2"/>
            <a:endCxn id="675" idx="0"/>
          </p:cNvCxnSpPr>
          <p:nvPr/>
        </p:nvCxnSpPr>
        <p:spPr>
          <a:xfrm rot="16200000" flipH="1">
            <a:off x="2435017" y="2948819"/>
            <a:ext cx="260375" cy="1734210"/>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2" name="接點: 肘形 671">
            <a:extLst>
              <a:ext uri="{FF2B5EF4-FFF2-40B4-BE49-F238E27FC236}">
                <a16:creationId xmlns:a16="http://schemas.microsoft.com/office/drawing/2014/main" id="{556B6620-9BE2-C23D-E9A0-274CEE0D0968}"/>
              </a:ext>
            </a:extLst>
          </p:cNvPr>
          <p:cNvCxnSpPr>
            <a:cxnSpLocks/>
            <a:stCxn id="25" idx="2"/>
            <a:endCxn id="675" idx="0"/>
          </p:cNvCxnSpPr>
          <p:nvPr/>
        </p:nvCxnSpPr>
        <p:spPr>
          <a:xfrm rot="5400000">
            <a:off x="3618979" y="3500741"/>
            <a:ext cx="258701" cy="632040"/>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5" name="矩形 674">
            <a:extLst>
              <a:ext uri="{FF2B5EF4-FFF2-40B4-BE49-F238E27FC236}">
                <a16:creationId xmlns:a16="http://schemas.microsoft.com/office/drawing/2014/main" id="{7B5F3AEA-0DB4-036C-C0FB-D845AF622FAC}"/>
              </a:ext>
            </a:extLst>
          </p:cNvPr>
          <p:cNvSpPr/>
          <p:nvPr/>
        </p:nvSpPr>
        <p:spPr>
          <a:xfrm>
            <a:off x="2619193" y="3946112"/>
            <a:ext cx="1626231"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Hybrid feature </a:t>
            </a:r>
            <a:endParaRPr lang="zh-TW" altLang="en-US" sz="1600" dirty="0">
              <a:solidFill>
                <a:schemeClr val="tx1"/>
              </a:solidFill>
            </a:endParaRPr>
          </a:p>
        </p:txBody>
      </p:sp>
      <p:sp>
        <p:nvSpPr>
          <p:cNvPr id="681" name="文字方塊 680">
            <a:extLst>
              <a:ext uri="{FF2B5EF4-FFF2-40B4-BE49-F238E27FC236}">
                <a16:creationId xmlns:a16="http://schemas.microsoft.com/office/drawing/2014/main" id="{0012DE66-01CF-EF9C-25CC-E50011ADCC77}"/>
              </a:ext>
            </a:extLst>
          </p:cNvPr>
          <p:cNvSpPr txBox="1"/>
          <p:nvPr/>
        </p:nvSpPr>
        <p:spPr>
          <a:xfrm>
            <a:off x="4229346" y="3970549"/>
            <a:ext cx="1180632" cy="307777"/>
          </a:xfrm>
          <a:prstGeom prst="rect">
            <a:avLst/>
          </a:prstGeom>
          <a:noFill/>
        </p:spPr>
        <p:txBody>
          <a:bodyPr wrap="square" rtlCol="0">
            <a:spAutoFit/>
          </a:bodyPr>
          <a:lstStyle/>
          <a:p>
            <a:r>
              <a:rPr lang="en-US" altLang="zh-TW" dirty="0">
                <a:solidFill>
                  <a:schemeClr val="tx1"/>
                </a:solidFill>
                <a:latin typeface="+mn-lt"/>
                <a:ea typeface="+mn-ea"/>
              </a:rPr>
              <a:t>Combine Info</a:t>
            </a:r>
            <a:endParaRPr lang="zh-TW" altLang="en-US" dirty="0">
              <a:solidFill>
                <a:schemeClr val="tx1"/>
              </a:solidFill>
              <a:latin typeface="+mn-lt"/>
              <a:ea typeface="+mn-ea"/>
            </a:endParaRPr>
          </a:p>
        </p:txBody>
      </p:sp>
      <p:sp>
        <p:nvSpPr>
          <p:cNvPr id="682" name="矩形 681">
            <a:extLst>
              <a:ext uri="{FF2B5EF4-FFF2-40B4-BE49-F238E27FC236}">
                <a16:creationId xmlns:a16="http://schemas.microsoft.com/office/drawing/2014/main" id="{67F9C02B-7F09-7C2F-8F0E-EF16D6F3CAEF}"/>
              </a:ext>
            </a:extLst>
          </p:cNvPr>
          <p:cNvSpPr/>
          <p:nvPr/>
        </p:nvSpPr>
        <p:spPr>
          <a:xfrm>
            <a:off x="2430194" y="1431321"/>
            <a:ext cx="2004235"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Few-Shot: Multi-angle </a:t>
            </a:r>
            <a:endParaRPr lang="zh-TW" altLang="en-US" sz="1600" dirty="0">
              <a:solidFill>
                <a:schemeClr val="tx1"/>
              </a:solidFill>
            </a:endParaRPr>
          </a:p>
        </p:txBody>
      </p:sp>
      <p:cxnSp>
        <p:nvCxnSpPr>
          <p:cNvPr id="699" name="直線單箭頭接點 698">
            <a:extLst>
              <a:ext uri="{FF2B5EF4-FFF2-40B4-BE49-F238E27FC236}">
                <a16:creationId xmlns:a16="http://schemas.microsoft.com/office/drawing/2014/main" id="{7C0B0D68-6C3B-6B99-7874-00A8805ADC42}"/>
              </a:ext>
            </a:extLst>
          </p:cNvPr>
          <p:cNvCxnSpPr>
            <a:cxnSpLocks/>
            <a:stCxn id="682" idx="2"/>
            <a:endCxn id="16" idx="0"/>
          </p:cNvCxnSpPr>
          <p:nvPr/>
        </p:nvCxnSpPr>
        <p:spPr>
          <a:xfrm>
            <a:off x="3432312" y="1759735"/>
            <a:ext cx="0" cy="285839"/>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 name="接點: 肘形 1">
            <a:extLst>
              <a:ext uri="{FF2B5EF4-FFF2-40B4-BE49-F238E27FC236}">
                <a16:creationId xmlns:a16="http://schemas.microsoft.com/office/drawing/2014/main" id="{48F18BEF-DB2D-D399-8756-DC423BFD5382}"/>
              </a:ext>
            </a:extLst>
          </p:cNvPr>
          <p:cNvCxnSpPr>
            <a:cxnSpLocks/>
            <a:stCxn id="675" idx="1"/>
            <a:endCxn id="682" idx="1"/>
          </p:cNvCxnSpPr>
          <p:nvPr/>
        </p:nvCxnSpPr>
        <p:spPr>
          <a:xfrm rot="10800000">
            <a:off x="2430195" y="1595529"/>
            <a:ext cx="188999" cy="2514791"/>
          </a:xfrm>
          <a:prstGeom prst="bentConnector3">
            <a:avLst>
              <a:gd name="adj1" fmla="val 113098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單箭頭接點 11">
            <a:extLst>
              <a:ext uri="{FF2B5EF4-FFF2-40B4-BE49-F238E27FC236}">
                <a16:creationId xmlns:a16="http://schemas.microsoft.com/office/drawing/2014/main" id="{18F679AD-0630-1448-2543-2EB6EA311A40}"/>
              </a:ext>
            </a:extLst>
          </p:cNvPr>
          <p:cNvCxnSpPr>
            <a:cxnSpLocks/>
            <a:stCxn id="675" idx="2"/>
            <a:endCxn id="29" idx="0"/>
          </p:cNvCxnSpPr>
          <p:nvPr/>
        </p:nvCxnSpPr>
        <p:spPr>
          <a:xfrm>
            <a:off x="3432309" y="4274526"/>
            <a:ext cx="0" cy="27380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29" name="矩形 28">
            <a:extLst>
              <a:ext uri="{FF2B5EF4-FFF2-40B4-BE49-F238E27FC236}">
                <a16:creationId xmlns:a16="http://schemas.microsoft.com/office/drawing/2014/main" id="{B12F1E03-0B90-B5E4-AA11-2C06DADD9259}"/>
              </a:ext>
            </a:extLst>
          </p:cNvPr>
          <p:cNvSpPr/>
          <p:nvPr/>
        </p:nvSpPr>
        <p:spPr>
          <a:xfrm>
            <a:off x="2619193" y="4548331"/>
            <a:ext cx="1626231" cy="32841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Prototype Set</a:t>
            </a:r>
            <a:endParaRPr lang="zh-TW" altLang="en-US" sz="1600" dirty="0">
              <a:solidFill>
                <a:schemeClr val="tx1"/>
              </a:solidFill>
            </a:endParaRPr>
          </a:p>
        </p:txBody>
      </p:sp>
      <p:cxnSp>
        <p:nvCxnSpPr>
          <p:cNvPr id="56" name="接點: 肘形 55">
            <a:extLst>
              <a:ext uri="{FF2B5EF4-FFF2-40B4-BE49-F238E27FC236}">
                <a16:creationId xmlns:a16="http://schemas.microsoft.com/office/drawing/2014/main" id="{FE637A95-AAE3-F6B7-23D7-EF5B9ED63B29}"/>
              </a:ext>
            </a:extLst>
          </p:cNvPr>
          <p:cNvCxnSpPr>
            <a:cxnSpLocks/>
            <a:stCxn id="29" idx="3"/>
            <a:endCxn id="580" idx="1"/>
          </p:cNvCxnSpPr>
          <p:nvPr/>
        </p:nvCxnSpPr>
        <p:spPr>
          <a:xfrm flipV="1">
            <a:off x="4245424" y="3455942"/>
            <a:ext cx="2204807" cy="1256596"/>
          </a:xfrm>
          <a:prstGeom prst="bentConnector3">
            <a:avLst>
              <a:gd name="adj1" fmla="val 66458"/>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06846051-54FD-AA0D-2B0F-993ACFA62E9D}"/>
              </a:ext>
            </a:extLst>
          </p:cNvPr>
          <p:cNvSpPr/>
          <p:nvPr/>
        </p:nvSpPr>
        <p:spPr>
          <a:xfrm>
            <a:off x="6484262" y="2636796"/>
            <a:ext cx="1626231"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Hybrid feature </a:t>
            </a:r>
            <a:endParaRPr lang="zh-TW" altLang="en-US" sz="1600" dirty="0">
              <a:solidFill>
                <a:schemeClr val="accent5"/>
              </a:solidFill>
            </a:endParaRPr>
          </a:p>
        </p:txBody>
      </p:sp>
      <p:sp>
        <p:nvSpPr>
          <p:cNvPr id="60" name="矩形 59">
            <a:extLst>
              <a:ext uri="{FF2B5EF4-FFF2-40B4-BE49-F238E27FC236}">
                <a16:creationId xmlns:a16="http://schemas.microsoft.com/office/drawing/2014/main" id="{B412111D-29D0-8B2E-F075-4A2F64660158}"/>
              </a:ext>
            </a:extLst>
          </p:cNvPr>
          <p:cNvSpPr/>
          <p:nvPr/>
        </p:nvSpPr>
        <p:spPr>
          <a:xfrm>
            <a:off x="6174538" y="1375626"/>
            <a:ext cx="2250345"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Yolo </a:t>
            </a:r>
            <a:r>
              <a:rPr lang="en-US" altLang="zh-TW" sz="1600" dirty="0" err="1">
                <a:solidFill>
                  <a:schemeClr val="accent5"/>
                </a:solidFill>
              </a:rPr>
              <a:t>get_person_crops</a:t>
            </a:r>
            <a:endParaRPr lang="zh-TW" altLang="en-US" sz="1600" dirty="0">
              <a:solidFill>
                <a:schemeClr val="accent5"/>
              </a:solidFill>
            </a:endParaRPr>
          </a:p>
        </p:txBody>
      </p:sp>
      <p:sp>
        <p:nvSpPr>
          <p:cNvPr id="61" name="矩形 60">
            <a:extLst>
              <a:ext uri="{FF2B5EF4-FFF2-40B4-BE49-F238E27FC236}">
                <a16:creationId xmlns:a16="http://schemas.microsoft.com/office/drawing/2014/main" id="{41EB6DF8-F334-B903-C9C7-F1AB82C15252}"/>
              </a:ext>
            </a:extLst>
          </p:cNvPr>
          <p:cNvSpPr/>
          <p:nvPr/>
        </p:nvSpPr>
        <p:spPr>
          <a:xfrm>
            <a:off x="6172206" y="1979788"/>
            <a:ext cx="2250345"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Same Feature Extraction</a:t>
            </a:r>
            <a:endParaRPr lang="zh-TW" altLang="en-US" sz="1600" dirty="0">
              <a:solidFill>
                <a:schemeClr val="accent5"/>
              </a:solidFill>
            </a:endParaRPr>
          </a:p>
        </p:txBody>
      </p:sp>
      <p:cxnSp>
        <p:nvCxnSpPr>
          <p:cNvPr id="62" name="直線單箭頭接點 61">
            <a:extLst>
              <a:ext uri="{FF2B5EF4-FFF2-40B4-BE49-F238E27FC236}">
                <a16:creationId xmlns:a16="http://schemas.microsoft.com/office/drawing/2014/main" id="{00DEBB8A-407E-7D0D-41D0-F491D2D2CC8A}"/>
              </a:ext>
            </a:extLst>
          </p:cNvPr>
          <p:cNvCxnSpPr>
            <a:cxnSpLocks/>
            <a:stCxn id="60" idx="2"/>
            <a:endCxn id="61" idx="0"/>
          </p:cNvCxnSpPr>
          <p:nvPr/>
        </p:nvCxnSpPr>
        <p:spPr>
          <a:xfrm flipH="1">
            <a:off x="7297379" y="1704040"/>
            <a:ext cx="2332" cy="275748"/>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3" name="直線單箭頭接點 62">
            <a:extLst>
              <a:ext uri="{FF2B5EF4-FFF2-40B4-BE49-F238E27FC236}">
                <a16:creationId xmlns:a16="http://schemas.microsoft.com/office/drawing/2014/main" id="{CE0A6FAC-3B4F-8E44-1CFD-E0AF10B8F912}"/>
              </a:ext>
            </a:extLst>
          </p:cNvPr>
          <p:cNvCxnSpPr>
            <a:cxnSpLocks/>
            <a:stCxn id="61" idx="2"/>
            <a:endCxn id="59" idx="0"/>
          </p:cNvCxnSpPr>
          <p:nvPr/>
        </p:nvCxnSpPr>
        <p:spPr>
          <a:xfrm flipH="1">
            <a:off x="7297378" y="2308202"/>
            <a:ext cx="1" cy="328594"/>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576" name="直線單箭頭接點 575">
            <a:extLst>
              <a:ext uri="{FF2B5EF4-FFF2-40B4-BE49-F238E27FC236}">
                <a16:creationId xmlns:a16="http://schemas.microsoft.com/office/drawing/2014/main" id="{581B7D37-62D8-A8F5-32CA-3464A6E12684}"/>
              </a:ext>
            </a:extLst>
          </p:cNvPr>
          <p:cNvCxnSpPr>
            <a:cxnSpLocks/>
            <a:stCxn id="59" idx="2"/>
            <a:endCxn id="580" idx="0"/>
          </p:cNvCxnSpPr>
          <p:nvPr/>
        </p:nvCxnSpPr>
        <p:spPr>
          <a:xfrm flipH="1">
            <a:off x="7297377" y="2965210"/>
            <a:ext cx="1" cy="32652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580" name="矩形 579">
            <a:extLst>
              <a:ext uri="{FF2B5EF4-FFF2-40B4-BE49-F238E27FC236}">
                <a16:creationId xmlns:a16="http://schemas.microsoft.com/office/drawing/2014/main" id="{C51E3173-7429-B57B-4CF8-7165A7ED586D}"/>
              </a:ext>
            </a:extLst>
          </p:cNvPr>
          <p:cNvSpPr/>
          <p:nvPr/>
        </p:nvSpPr>
        <p:spPr>
          <a:xfrm>
            <a:off x="6450231" y="3291735"/>
            <a:ext cx="1694292"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Cosine Similarity</a:t>
            </a:r>
            <a:endParaRPr lang="zh-TW" altLang="en-US" sz="1600" dirty="0">
              <a:solidFill>
                <a:schemeClr val="accent5"/>
              </a:solidFill>
            </a:endParaRPr>
          </a:p>
        </p:txBody>
      </p:sp>
      <p:sp>
        <p:nvSpPr>
          <p:cNvPr id="589" name="文字方塊 588">
            <a:extLst>
              <a:ext uri="{FF2B5EF4-FFF2-40B4-BE49-F238E27FC236}">
                <a16:creationId xmlns:a16="http://schemas.microsoft.com/office/drawing/2014/main" id="{4ED49125-D3FA-B75F-5DBE-63184C93A0FB}"/>
              </a:ext>
            </a:extLst>
          </p:cNvPr>
          <p:cNvSpPr txBox="1"/>
          <p:nvPr/>
        </p:nvSpPr>
        <p:spPr>
          <a:xfrm>
            <a:off x="2524694" y="1083272"/>
            <a:ext cx="1811407" cy="338554"/>
          </a:xfrm>
          <a:prstGeom prst="rect">
            <a:avLst/>
          </a:prstGeom>
          <a:noFill/>
        </p:spPr>
        <p:txBody>
          <a:bodyPr wrap="square" rtlCol="0">
            <a:spAutoFit/>
          </a:bodyPr>
          <a:lstStyle/>
          <a:p>
            <a:pPr algn="ctr"/>
            <a:r>
              <a:rPr lang="en-US" altLang="zh-TW" sz="1600" dirty="0">
                <a:solidFill>
                  <a:schemeClr val="accent2"/>
                </a:solidFill>
                <a:latin typeface="+mn-lt"/>
                <a:ea typeface="+mn-ea"/>
              </a:rPr>
              <a:t>Player Registration</a:t>
            </a:r>
            <a:endParaRPr lang="zh-TW" altLang="en-US" sz="1600" dirty="0">
              <a:solidFill>
                <a:schemeClr val="accent2"/>
              </a:solidFill>
              <a:latin typeface="+mn-lt"/>
              <a:ea typeface="+mn-ea"/>
            </a:endParaRPr>
          </a:p>
        </p:txBody>
      </p:sp>
      <p:sp>
        <p:nvSpPr>
          <p:cNvPr id="590" name="文字方塊 589">
            <a:extLst>
              <a:ext uri="{FF2B5EF4-FFF2-40B4-BE49-F238E27FC236}">
                <a16:creationId xmlns:a16="http://schemas.microsoft.com/office/drawing/2014/main" id="{3D838AFC-4001-A567-889F-545C2CA9866D}"/>
              </a:ext>
            </a:extLst>
          </p:cNvPr>
          <p:cNvSpPr txBox="1"/>
          <p:nvPr/>
        </p:nvSpPr>
        <p:spPr>
          <a:xfrm>
            <a:off x="6225325" y="1020838"/>
            <a:ext cx="2144103" cy="338554"/>
          </a:xfrm>
          <a:prstGeom prst="rect">
            <a:avLst/>
          </a:prstGeom>
          <a:noFill/>
        </p:spPr>
        <p:txBody>
          <a:bodyPr wrap="square" rtlCol="0">
            <a:spAutoFit/>
          </a:bodyPr>
          <a:lstStyle/>
          <a:p>
            <a:pPr algn="ctr"/>
            <a:r>
              <a:rPr lang="en-US" altLang="zh-TW" sz="1600" dirty="0">
                <a:solidFill>
                  <a:schemeClr val="bg1"/>
                </a:solidFill>
                <a:latin typeface="+mn-lt"/>
                <a:ea typeface="+mn-ea"/>
              </a:rPr>
              <a:t>Tracking Player Query</a:t>
            </a:r>
            <a:endParaRPr lang="zh-TW" altLang="en-US" sz="1600" dirty="0">
              <a:solidFill>
                <a:schemeClr val="bg1"/>
              </a:solidFill>
              <a:latin typeface="+mn-lt"/>
              <a:ea typeface="+mn-ea"/>
            </a:endParaRPr>
          </a:p>
        </p:txBody>
      </p:sp>
      <p:sp>
        <p:nvSpPr>
          <p:cNvPr id="594" name="矩形 593">
            <a:extLst>
              <a:ext uri="{FF2B5EF4-FFF2-40B4-BE49-F238E27FC236}">
                <a16:creationId xmlns:a16="http://schemas.microsoft.com/office/drawing/2014/main" id="{A349E12E-EFBC-B167-94FE-21EB942CCC51}"/>
              </a:ext>
            </a:extLst>
          </p:cNvPr>
          <p:cNvSpPr/>
          <p:nvPr/>
        </p:nvSpPr>
        <p:spPr>
          <a:xfrm>
            <a:off x="6191112" y="3948743"/>
            <a:ext cx="937452"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Max Sim</a:t>
            </a:r>
            <a:endParaRPr lang="zh-TW" altLang="en-US" sz="1600" dirty="0">
              <a:solidFill>
                <a:schemeClr val="accent5"/>
              </a:solidFill>
            </a:endParaRPr>
          </a:p>
        </p:txBody>
      </p:sp>
      <p:sp>
        <p:nvSpPr>
          <p:cNvPr id="595" name="矩形 594">
            <a:extLst>
              <a:ext uri="{FF2B5EF4-FFF2-40B4-BE49-F238E27FC236}">
                <a16:creationId xmlns:a16="http://schemas.microsoft.com/office/drawing/2014/main" id="{203920C5-112A-F25E-4418-7F0E4235A0B1}"/>
              </a:ext>
            </a:extLst>
          </p:cNvPr>
          <p:cNvSpPr/>
          <p:nvPr/>
        </p:nvSpPr>
        <p:spPr>
          <a:xfrm>
            <a:off x="7447950" y="3944477"/>
            <a:ext cx="1108475"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Mean Sim</a:t>
            </a:r>
            <a:endParaRPr lang="zh-TW" altLang="en-US" sz="1600" dirty="0">
              <a:solidFill>
                <a:schemeClr val="accent5"/>
              </a:solidFill>
            </a:endParaRPr>
          </a:p>
        </p:txBody>
      </p:sp>
      <p:cxnSp>
        <p:nvCxnSpPr>
          <p:cNvPr id="597" name="接點: 肘形 596">
            <a:extLst>
              <a:ext uri="{FF2B5EF4-FFF2-40B4-BE49-F238E27FC236}">
                <a16:creationId xmlns:a16="http://schemas.microsoft.com/office/drawing/2014/main" id="{9E1FA61E-2820-CB99-5981-B5ADC866EE2D}"/>
              </a:ext>
            </a:extLst>
          </p:cNvPr>
          <p:cNvCxnSpPr>
            <a:cxnSpLocks/>
            <a:stCxn id="580" idx="2"/>
            <a:endCxn id="595" idx="0"/>
          </p:cNvCxnSpPr>
          <p:nvPr/>
        </p:nvCxnSpPr>
        <p:spPr>
          <a:xfrm rot="16200000" flipH="1">
            <a:off x="7487618" y="3429907"/>
            <a:ext cx="324328" cy="704811"/>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接點: 肘形 597">
            <a:extLst>
              <a:ext uri="{FF2B5EF4-FFF2-40B4-BE49-F238E27FC236}">
                <a16:creationId xmlns:a16="http://schemas.microsoft.com/office/drawing/2014/main" id="{FDB1F211-B340-809C-9408-5C206AB16CF6}"/>
              </a:ext>
            </a:extLst>
          </p:cNvPr>
          <p:cNvCxnSpPr>
            <a:cxnSpLocks/>
            <a:stCxn id="580" idx="2"/>
            <a:endCxn id="594" idx="0"/>
          </p:cNvCxnSpPr>
          <p:nvPr/>
        </p:nvCxnSpPr>
        <p:spPr>
          <a:xfrm rot="5400000">
            <a:off x="6814311" y="3465677"/>
            <a:ext cx="328594" cy="637539"/>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06" name="矩形 605">
            <a:extLst>
              <a:ext uri="{FF2B5EF4-FFF2-40B4-BE49-F238E27FC236}">
                <a16:creationId xmlns:a16="http://schemas.microsoft.com/office/drawing/2014/main" id="{96811F1B-8231-E03A-3D43-C09E926BA1D8}"/>
              </a:ext>
            </a:extLst>
          </p:cNvPr>
          <p:cNvSpPr/>
          <p:nvPr/>
        </p:nvSpPr>
        <p:spPr>
          <a:xfrm>
            <a:off x="6828723" y="4548331"/>
            <a:ext cx="937452" cy="32841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sz="1600" dirty="0">
                <a:solidFill>
                  <a:schemeClr val="accent5"/>
                </a:solidFill>
              </a:rPr>
              <a:t>Score</a:t>
            </a:r>
            <a:endParaRPr lang="zh-TW" altLang="en-US" sz="1600" dirty="0">
              <a:solidFill>
                <a:schemeClr val="accent5"/>
              </a:solidFill>
            </a:endParaRPr>
          </a:p>
        </p:txBody>
      </p:sp>
      <p:cxnSp>
        <p:nvCxnSpPr>
          <p:cNvPr id="607" name="接點: 肘形 606">
            <a:extLst>
              <a:ext uri="{FF2B5EF4-FFF2-40B4-BE49-F238E27FC236}">
                <a16:creationId xmlns:a16="http://schemas.microsoft.com/office/drawing/2014/main" id="{DA889D5B-8D9A-E974-337D-CE0213F2EB5B}"/>
              </a:ext>
            </a:extLst>
          </p:cNvPr>
          <p:cNvCxnSpPr>
            <a:cxnSpLocks/>
            <a:stCxn id="594" idx="2"/>
            <a:endCxn id="606" idx="0"/>
          </p:cNvCxnSpPr>
          <p:nvPr/>
        </p:nvCxnSpPr>
        <p:spPr>
          <a:xfrm rot="16200000" flipH="1">
            <a:off x="6843056" y="4093938"/>
            <a:ext cx="271174" cy="637611"/>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0" name="接點: 肘形 609">
            <a:extLst>
              <a:ext uri="{FF2B5EF4-FFF2-40B4-BE49-F238E27FC236}">
                <a16:creationId xmlns:a16="http://schemas.microsoft.com/office/drawing/2014/main" id="{6EF31A61-D41E-9B58-DCE1-56BD359BF4AE}"/>
              </a:ext>
            </a:extLst>
          </p:cNvPr>
          <p:cNvCxnSpPr>
            <a:cxnSpLocks/>
            <a:stCxn id="595" idx="2"/>
            <a:endCxn id="606" idx="0"/>
          </p:cNvCxnSpPr>
          <p:nvPr/>
        </p:nvCxnSpPr>
        <p:spPr>
          <a:xfrm rot="5400000">
            <a:off x="7512099" y="4058242"/>
            <a:ext cx="275440" cy="704739"/>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49620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5419A19C-F056-49A5-618E-B84119D9019C}"/>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C1CD89BD-E609-5D6B-1F70-F25E89A0317B}"/>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Player Recognition</a:t>
            </a:r>
            <a:endParaRPr dirty="0">
              <a:latin typeface="+mj-lt"/>
            </a:endParaRPr>
          </a:p>
        </p:txBody>
      </p:sp>
      <p:sp>
        <p:nvSpPr>
          <p:cNvPr id="668" name="Google Shape;668;p34">
            <a:extLst>
              <a:ext uri="{FF2B5EF4-FFF2-40B4-BE49-F238E27FC236}">
                <a16:creationId xmlns:a16="http://schemas.microsoft.com/office/drawing/2014/main" id="{E5D2B1C5-4C50-9636-6CEA-4E592CCA7899}"/>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15" name="Google Shape;412;p31">
            <a:extLst>
              <a:ext uri="{FF2B5EF4-FFF2-40B4-BE49-F238E27FC236}">
                <a16:creationId xmlns:a16="http://schemas.microsoft.com/office/drawing/2014/main" id="{B41EBC6A-8883-7B75-7F94-4E3AF6B87130}"/>
              </a:ext>
            </a:extLst>
          </p:cNvPr>
          <p:cNvSpPr txBox="1">
            <a:spLocks/>
          </p:cNvSpPr>
          <p:nvPr/>
        </p:nvSpPr>
        <p:spPr>
          <a:xfrm>
            <a:off x="720000" y="1293488"/>
            <a:ext cx="7704000" cy="35702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可以穩定且正確的辨識出已註冊玩家。</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多位已註冊玩家同時出現在畫面中，可以穩定且正確辨識出每個人的身分。</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非註冊人物出現在畫面中可以穩定的被辨識為</a:t>
            </a:r>
            <a:r>
              <a:rPr lang="en-US" altLang="zh-TW" sz="1600" dirty="0">
                <a:solidFill>
                  <a:schemeClr val="tx1"/>
                </a:solidFill>
                <a:latin typeface="+mn-ea"/>
                <a:ea typeface="+mn-ea"/>
              </a:rPr>
              <a:t>Unknown</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p:txBody>
      </p:sp>
    </p:spTree>
    <p:extLst>
      <p:ext uri="{BB962C8B-B14F-4D97-AF65-F5344CB8AC3E}">
        <p14:creationId xmlns:p14="http://schemas.microsoft.com/office/powerpoint/2010/main" val="14983615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C92D1127-6406-9895-A045-D1BA182ABC84}"/>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1009AA0D-CCD1-F05B-CD5C-3BCB41BD0CBF}"/>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Proposed Model</a:t>
            </a:r>
            <a:r>
              <a:rPr lang="en-US" altLang="zh-TW" dirty="0">
                <a:latin typeface="+mj-lt"/>
              </a:rPr>
              <a:t>:</a:t>
            </a:r>
            <a:r>
              <a:rPr lang="zh-TW" altLang="en-US" dirty="0">
                <a:latin typeface="+mj-lt"/>
              </a:rPr>
              <a:t> </a:t>
            </a:r>
            <a:r>
              <a:rPr lang="en-US" altLang="zh-TW" dirty="0">
                <a:latin typeface="+mj-lt"/>
              </a:rPr>
              <a:t>Tracking System</a:t>
            </a:r>
            <a:endParaRPr dirty="0">
              <a:latin typeface="+mj-lt"/>
            </a:endParaRPr>
          </a:p>
        </p:txBody>
      </p:sp>
      <p:sp>
        <p:nvSpPr>
          <p:cNvPr id="668" name="Google Shape;668;p34">
            <a:extLst>
              <a:ext uri="{FF2B5EF4-FFF2-40B4-BE49-F238E27FC236}">
                <a16:creationId xmlns:a16="http://schemas.microsoft.com/office/drawing/2014/main" id="{E9DA0C3F-5B21-9D9C-3D8B-AE5D7D10A2A9}"/>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7" name="Google Shape;412;p31">
            <a:extLst>
              <a:ext uri="{FF2B5EF4-FFF2-40B4-BE49-F238E27FC236}">
                <a16:creationId xmlns:a16="http://schemas.microsoft.com/office/drawing/2014/main" id="{9CB10DDF-9EA7-F3CB-646F-93E4FE6D2E90}"/>
              </a:ext>
            </a:extLst>
          </p:cNvPr>
          <p:cNvSpPr txBox="1">
            <a:spLocks/>
          </p:cNvSpPr>
          <p:nvPr/>
        </p:nvSpPr>
        <p:spPr>
          <a:xfrm>
            <a:off x="715150" y="1200816"/>
            <a:ext cx="7704000" cy="212605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目標：能夠及時偵測玩家、球、瓶子的狀態，自動判斷遊戲階段</a:t>
            </a:r>
            <a:r>
              <a:rPr lang="en-US" altLang="zh-TW" sz="1600" dirty="0">
                <a:solidFill>
                  <a:schemeClr val="tx1"/>
                </a:solidFill>
                <a:latin typeface="+mn-ea"/>
                <a:ea typeface="+mn-ea"/>
              </a:rPr>
              <a:t>(</a:t>
            </a:r>
            <a:r>
              <a:rPr lang="zh-TW" altLang="en-US" sz="1600" dirty="0">
                <a:solidFill>
                  <a:schemeClr val="tx1"/>
                </a:solidFill>
                <a:latin typeface="+mn-ea"/>
                <a:ea typeface="+mn-ea"/>
              </a:rPr>
              <a:t>投擲、計分、換人</a:t>
            </a:r>
            <a:r>
              <a:rPr lang="en-US" altLang="zh-TW" sz="1600" dirty="0">
                <a:solidFill>
                  <a:schemeClr val="tx1"/>
                </a:solidFill>
                <a:latin typeface="+mn-ea"/>
                <a:ea typeface="+mn-ea"/>
              </a:rPr>
              <a: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前置問題：保齡球遊戲空間狹長，手機鏡頭難以拍攝到完整場景，或是物體會因距離太遠，辨識效果不佳。</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解法設計：結合</a:t>
            </a:r>
            <a:r>
              <a:rPr lang="en-US" altLang="zh-TW" sz="1600" dirty="0">
                <a:solidFill>
                  <a:schemeClr val="tx1"/>
                </a:solidFill>
                <a:latin typeface="+mn-ea"/>
                <a:ea typeface="+mn-ea"/>
              </a:rPr>
              <a:t>Arduino</a:t>
            </a:r>
            <a:r>
              <a:rPr lang="zh-TW" altLang="en-US" sz="1600" dirty="0">
                <a:solidFill>
                  <a:schemeClr val="tx1"/>
                </a:solidFill>
                <a:latin typeface="+mn-ea"/>
                <a:ea typeface="+mn-ea"/>
              </a:rPr>
              <a:t>與伺服馬達，設計手機鏡頭自動追蹤雲台，旋轉手機以持續追蹤物體。</a:t>
            </a:r>
            <a:endParaRPr lang="en-US" altLang="zh-TW" sz="1600" dirty="0">
              <a:solidFill>
                <a:schemeClr val="tx1"/>
              </a:solidFill>
              <a:latin typeface="+mn-ea"/>
              <a:ea typeface="+mn-ea"/>
            </a:endParaRPr>
          </a:p>
          <a:p>
            <a:pPr marL="0" indent="0" algn="l"/>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zh-TW" altLang="en-US" sz="1600" dirty="0">
              <a:solidFill>
                <a:schemeClr val="tx1"/>
              </a:solidFill>
              <a:latin typeface="+mn-ea"/>
              <a:ea typeface="+mn-ea"/>
            </a:endParaRPr>
          </a:p>
          <a:p>
            <a:pPr marL="0" indent="0" algn="l"/>
            <a:endParaRPr lang="en-US" altLang="zh-TW" sz="1600" dirty="0">
              <a:solidFill>
                <a:schemeClr val="tx1"/>
              </a:solidFill>
              <a:latin typeface="+mn-ea"/>
              <a:ea typeface="+mn-ea"/>
            </a:endParaRPr>
          </a:p>
        </p:txBody>
      </p:sp>
      <p:grpSp>
        <p:nvGrpSpPr>
          <p:cNvPr id="40" name="群組 39">
            <a:extLst>
              <a:ext uri="{FF2B5EF4-FFF2-40B4-BE49-F238E27FC236}">
                <a16:creationId xmlns:a16="http://schemas.microsoft.com/office/drawing/2014/main" id="{981A2324-F118-7C1A-AEBC-59978AFB5F76}"/>
              </a:ext>
            </a:extLst>
          </p:cNvPr>
          <p:cNvGrpSpPr/>
          <p:nvPr/>
        </p:nvGrpSpPr>
        <p:grpSpPr>
          <a:xfrm>
            <a:off x="3064021" y="3196901"/>
            <a:ext cx="5595494" cy="1653622"/>
            <a:chOff x="2998706" y="3326872"/>
            <a:chExt cx="5595494" cy="1653622"/>
          </a:xfrm>
        </p:grpSpPr>
        <p:sp>
          <p:nvSpPr>
            <p:cNvPr id="8" name="矩形 7">
              <a:extLst>
                <a:ext uri="{FF2B5EF4-FFF2-40B4-BE49-F238E27FC236}">
                  <a16:creationId xmlns:a16="http://schemas.microsoft.com/office/drawing/2014/main" id="{1FA799E1-A22C-3F40-909E-3EC7D8BB9D2B}"/>
                </a:ext>
              </a:extLst>
            </p:cNvPr>
            <p:cNvSpPr/>
            <p:nvPr/>
          </p:nvSpPr>
          <p:spPr>
            <a:xfrm>
              <a:off x="4907570" y="4875791"/>
              <a:ext cx="3686630" cy="104703"/>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矩形 8">
              <a:extLst>
                <a:ext uri="{FF2B5EF4-FFF2-40B4-BE49-F238E27FC236}">
                  <a16:creationId xmlns:a16="http://schemas.microsoft.com/office/drawing/2014/main" id="{F875798F-8AC7-F654-5A70-8EED683B924F}"/>
                </a:ext>
              </a:extLst>
            </p:cNvPr>
            <p:cNvSpPr/>
            <p:nvPr/>
          </p:nvSpPr>
          <p:spPr>
            <a:xfrm>
              <a:off x="4907570" y="4390569"/>
              <a:ext cx="2242457" cy="104703"/>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EC6C41B3-1D3A-33DF-63DC-0C342B5568A7}"/>
                </a:ext>
              </a:extLst>
            </p:cNvPr>
            <p:cNvSpPr/>
            <p:nvPr/>
          </p:nvSpPr>
          <p:spPr>
            <a:xfrm>
              <a:off x="5089001" y="4774946"/>
              <a:ext cx="1696649" cy="95894"/>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1A7D4940-4DB4-66D1-6B32-C2718EACE0CC}"/>
                </a:ext>
              </a:extLst>
            </p:cNvPr>
            <p:cNvSpPr/>
            <p:nvPr/>
          </p:nvSpPr>
          <p:spPr>
            <a:xfrm>
              <a:off x="4994657" y="3924016"/>
              <a:ext cx="1045028" cy="46655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dirty="0">
                  <a:solidFill>
                    <a:schemeClr val="accent5"/>
                  </a:solidFill>
                </a:rPr>
                <a:t>360˚</a:t>
              </a:r>
              <a:r>
                <a:rPr lang="zh-TW" altLang="en-US" dirty="0">
                  <a:solidFill>
                    <a:schemeClr val="accent5"/>
                  </a:solidFill>
                </a:rPr>
                <a:t>馬達</a:t>
              </a:r>
            </a:p>
          </p:txBody>
        </p:sp>
        <p:sp>
          <p:nvSpPr>
            <p:cNvPr id="12" name="矩形 11">
              <a:extLst>
                <a:ext uri="{FF2B5EF4-FFF2-40B4-BE49-F238E27FC236}">
                  <a16:creationId xmlns:a16="http://schemas.microsoft.com/office/drawing/2014/main" id="{DB4365AC-79B1-DD26-C5C8-6AF56880B415}"/>
                </a:ext>
              </a:extLst>
            </p:cNvPr>
            <p:cNvSpPr/>
            <p:nvPr/>
          </p:nvSpPr>
          <p:spPr>
            <a:xfrm>
              <a:off x="5517171" y="3442987"/>
              <a:ext cx="943428" cy="46236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TW" dirty="0">
                  <a:solidFill>
                    <a:schemeClr val="accent5"/>
                  </a:solidFill>
                </a:rPr>
                <a:t>180˚</a:t>
              </a:r>
              <a:r>
                <a:rPr lang="zh-TW" altLang="en-US" dirty="0">
                  <a:solidFill>
                    <a:schemeClr val="accent5"/>
                  </a:solidFill>
                </a:rPr>
                <a:t>馬達</a:t>
              </a:r>
            </a:p>
          </p:txBody>
        </p:sp>
        <p:sp>
          <p:nvSpPr>
            <p:cNvPr id="17" name="左中括弧 16">
              <a:extLst>
                <a:ext uri="{FF2B5EF4-FFF2-40B4-BE49-F238E27FC236}">
                  <a16:creationId xmlns:a16="http://schemas.microsoft.com/office/drawing/2014/main" id="{629EF7F5-91F9-7F25-B85E-0FCC81968478}"/>
                </a:ext>
              </a:extLst>
            </p:cNvPr>
            <p:cNvSpPr/>
            <p:nvPr/>
          </p:nvSpPr>
          <p:spPr>
            <a:xfrm>
              <a:off x="6514708" y="3326872"/>
              <a:ext cx="391884" cy="747486"/>
            </a:xfrm>
            <a:prstGeom prst="leftBracket">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zh-TW" altLang="en-US"/>
            </a:p>
          </p:txBody>
        </p:sp>
        <p:sp>
          <p:nvSpPr>
            <p:cNvPr id="18" name="箭號: 弧形右彎 17">
              <a:extLst>
                <a:ext uri="{FF2B5EF4-FFF2-40B4-BE49-F238E27FC236}">
                  <a16:creationId xmlns:a16="http://schemas.microsoft.com/office/drawing/2014/main" id="{9517E4E3-3FB2-1353-DB7C-BD0AC6D5F430}"/>
                </a:ext>
              </a:extLst>
            </p:cNvPr>
            <p:cNvSpPr/>
            <p:nvPr/>
          </p:nvSpPr>
          <p:spPr>
            <a:xfrm>
              <a:off x="4616020" y="3854579"/>
              <a:ext cx="281374" cy="176207"/>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20" name="箭號: 圓形 19">
              <a:extLst>
                <a:ext uri="{FF2B5EF4-FFF2-40B4-BE49-F238E27FC236}">
                  <a16:creationId xmlns:a16="http://schemas.microsoft.com/office/drawing/2014/main" id="{4203D47A-E8F1-FC74-9C07-2FBF3A750169}"/>
                </a:ext>
              </a:extLst>
            </p:cNvPr>
            <p:cNvSpPr/>
            <p:nvPr/>
          </p:nvSpPr>
          <p:spPr>
            <a:xfrm rot="16200000" flipV="1">
              <a:off x="6820490" y="3451921"/>
              <a:ext cx="391884" cy="571767"/>
            </a:xfrm>
            <a:prstGeom prst="circular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21" name="矩形: 圓角 20">
              <a:extLst>
                <a:ext uri="{FF2B5EF4-FFF2-40B4-BE49-F238E27FC236}">
                  <a16:creationId xmlns:a16="http://schemas.microsoft.com/office/drawing/2014/main" id="{DCEF2907-DB05-4794-4C31-5ABC4DF7EA75}"/>
                </a:ext>
              </a:extLst>
            </p:cNvPr>
            <p:cNvSpPr/>
            <p:nvPr/>
          </p:nvSpPr>
          <p:spPr>
            <a:xfrm>
              <a:off x="6568817" y="3375594"/>
              <a:ext cx="269154" cy="6500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a:extLst>
                <a:ext uri="{FF2B5EF4-FFF2-40B4-BE49-F238E27FC236}">
                  <a16:creationId xmlns:a16="http://schemas.microsoft.com/office/drawing/2014/main" id="{70424C5A-8BFF-2366-0111-E76FD0D756F5}"/>
                </a:ext>
              </a:extLst>
            </p:cNvPr>
            <p:cNvSpPr/>
            <p:nvPr/>
          </p:nvSpPr>
          <p:spPr>
            <a:xfrm>
              <a:off x="4994657" y="4495273"/>
              <a:ext cx="45719" cy="38051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矩形 22">
              <a:extLst>
                <a:ext uri="{FF2B5EF4-FFF2-40B4-BE49-F238E27FC236}">
                  <a16:creationId xmlns:a16="http://schemas.microsoft.com/office/drawing/2014/main" id="{39E16028-6942-B9F9-86FB-EF259755E06C}"/>
                </a:ext>
              </a:extLst>
            </p:cNvPr>
            <p:cNvSpPr/>
            <p:nvPr/>
          </p:nvSpPr>
          <p:spPr>
            <a:xfrm>
              <a:off x="6979418" y="4492420"/>
              <a:ext cx="45719" cy="38337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文字方塊 23">
              <a:extLst>
                <a:ext uri="{FF2B5EF4-FFF2-40B4-BE49-F238E27FC236}">
                  <a16:creationId xmlns:a16="http://schemas.microsoft.com/office/drawing/2014/main" id="{852288B5-EDEF-B9CC-4EC4-BB89AD0D977A}"/>
                </a:ext>
              </a:extLst>
            </p:cNvPr>
            <p:cNvSpPr txBox="1"/>
            <p:nvPr/>
          </p:nvSpPr>
          <p:spPr>
            <a:xfrm>
              <a:off x="5308891" y="4526354"/>
              <a:ext cx="1093652" cy="307777"/>
            </a:xfrm>
            <a:prstGeom prst="rect">
              <a:avLst/>
            </a:prstGeom>
            <a:noFill/>
          </p:spPr>
          <p:txBody>
            <a:bodyPr wrap="square" rtlCol="0">
              <a:spAutoFit/>
            </a:bodyPr>
            <a:lstStyle/>
            <a:p>
              <a:r>
                <a:rPr lang="en-US" altLang="zh-TW" dirty="0">
                  <a:solidFill>
                    <a:srgbClr val="0070C0"/>
                  </a:solidFill>
                  <a:latin typeface="+mn-ea"/>
                  <a:ea typeface="+mn-ea"/>
                </a:rPr>
                <a:t>Arduino</a:t>
              </a:r>
              <a:endParaRPr lang="zh-TW" altLang="en-US" dirty="0">
                <a:solidFill>
                  <a:srgbClr val="0070C0"/>
                </a:solidFill>
                <a:latin typeface="+mn-ea"/>
                <a:ea typeface="+mn-ea"/>
              </a:endParaRPr>
            </a:p>
          </p:txBody>
        </p:sp>
        <p:sp>
          <p:nvSpPr>
            <p:cNvPr id="25" name="文字方塊 24">
              <a:extLst>
                <a:ext uri="{FF2B5EF4-FFF2-40B4-BE49-F238E27FC236}">
                  <a16:creationId xmlns:a16="http://schemas.microsoft.com/office/drawing/2014/main" id="{CC1C04B2-DA7D-FF01-6AA2-1E05F32317BB}"/>
                </a:ext>
              </a:extLst>
            </p:cNvPr>
            <p:cNvSpPr txBox="1"/>
            <p:nvPr/>
          </p:nvSpPr>
          <p:spPr>
            <a:xfrm>
              <a:off x="4350568" y="3546801"/>
              <a:ext cx="1093652" cy="307777"/>
            </a:xfrm>
            <a:prstGeom prst="rect">
              <a:avLst/>
            </a:prstGeom>
            <a:noFill/>
          </p:spPr>
          <p:txBody>
            <a:bodyPr wrap="square" rtlCol="0">
              <a:spAutoFit/>
            </a:bodyPr>
            <a:lstStyle/>
            <a:p>
              <a:r>
                <a:rPr lang="zh-TW" altLang="en-US" dirty="0">
                  <a:solidFill>
                    <a:schemeClr val="tx1"/>
                  </a:solidFill>
                  <a:latin typeface="+mn-ea"/>
                  <a:ea typeface="+mn-ea"/>
                </a:rPr>
                <a:t>左右旋轉</a:t>
              </a:r>
            </a:p>
          </p:txBody>
        </p:sp>
        <p:sp>
          <p:nvSpPr>
            <p:cNvPr id="26" name="文字方塊 25">
              <a:extLst>
                <a:ext uri="{FF2B5EF4-FFF2-40B4-BE49-F238E27FC236}">
                  <a16:creationId xmlns:a16="http://schemas.microsoft.com/office/drawing/2014/main" id="{18999091-63E6-463E-7E82-2A50B497806D}"/>
                </a:ext>
              </a:extLst>
            </p:cNvPr>
            <p:cNvSpPr txBox="1"/>
            <p:nvPr/>
          </p:nvSpPr>
          <p:spPr>
            <a:xfrm>
              <a:off x="7231391" y="3595002"/>
              <a:ext cx="1093652" cy="307777"/>
            </a:xfrm>
            <a:prstGeom prst="rect">
              <a:avLst/>
            </a:prstGeom>
            <a:noFill/>
          </p:spPr>
          <p:txBody>
            <a:bodyPr wrap="square" rtlCol="0">
              <a:spAutoFit/>
            </a:bodyPr>
            <a:lstStyle/>
            <a:p>
              <a:r>
                <a:rPr lang="zh-TW" altLang="en-US" dirty="0">
                  <a:solidFill>
                    <a:schemeClr val="tx1"/>
                  </a:solidFill>
                  <a:latin typeface="+mn-ea"/>
                  <a:ea typeface="+mn-ea"/>
                </a:rPr>
                <a:t>上下旋轉</a:t>
              </a:r>
            </a:p>
          </p:txBody>
        </p:sp>
        <p:sp>
          <p:nvSpPr>
            <p:cNvPr id="27" name="文字方塊 26">
              <a:extLst>
                <a:ext uri="{FF2B5EF4-FFF2-40B4-BE49-F238E27FC236}">
                  <a16:creationId xmlns:a16="http://schemas.microsoft.com/office/drawing/2014/main" id="{63810DF8-306A-4A65-92EF-FA15EB17065D}"/>
                </a:ext>
              </a:extLst>
            </p:cNvPr>
            <p:cNvSpPr txBox="1"/>
            <p:nvPr/>
          </p:nvSpPr>
          <p:spPr>
            <a:xfrm>
              <a:off x="6514708" y="3478421"/>
              <a:ext cx="400110" cy="466554"/>
            </a:xfrm>
            <a:prstGeom prst="rect">
              <a:avLst/>
            </a:prstGeom>
            <a:noFill/>
          </p:spPr>
          <p:txBody>
            <a:bodyPr vert="eaVert" wrap="square" rtlCol="0">
              <a:spAutoFit/>
            </a:bodyPr>
            <a:lstStyle/>
            <a:p>
              <a:r>
                <a:rPr lang="zh-TW" altLang="en-US" dirty="0">
                  <a:solidFill>
                    <a:schemeClr val="accent5"/>
                  </a:solidFill>
                  <a:latin typeface="+mn-ea"/>
                  <a:ea typeface="+mn-ea"/>
                </a:rPr>
                <a:t>手機</a:t>
              </a:r>
            </a:p>
          </p:txBody>
        </p:sp>
        <p:cxnSp>
          <p:nvCxnSpPr>
            <p:cNvPr id="30" name="接點: 肘形 29">
              <a:extLst>
                <a:ext uri="{FF2B5EF4-FFF2-40B4-BE49-F238E27FC236}">
                  <a16:creationId xmlns:a16="http://schemas.microsoft.com/office/drawing/2014/main" id="{F60B192D-B306-71DE-2097-102BE5E1D605}"/>
                </a:ext>
              </a:extLst>
            </p:cNvPr>
            <p:cNvCxnSpPr>
              <a:cxnSpLocks/>
              <a:stCxn id="11" idx="1"/>
              <a:endCxn id="10" idx="1"/>
            </p:cNvCxnSpPr>
            <p:nvPr/>
          </p:nvCxnSpPr>
          <p:spPr>
            <a:xfrm rot="10800000" flipH="1" flipV="1">
              <a:off x="4994657" y="4157293"/>
              <a:ext cx="94344" cy="665600"/>
            </a:xfrm>
            <a:prstGeom prst="bentConnector3">
              <a:avLst>
                <a:gd name="adj1" fmla="val -242305"/>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pic>
          <p:nvPicPr>
            <p:cNvPr id="34" name="圖片 33" descr="一張含有 螢幕擷取畫面, 設計, 筆記型電腦, Rectangle 的圖片&#10;&#10;AI 產生的內容可能不正確。">
              <a:extLst>
                <a:ext uri="{FF2B5EF4-FFF2-40B4-BE49-F238E27FC236}">
                  <a16:creationId xmlns:a16="http://schemas.microsoft.com/office/drawing/2014/main" id="{EF5DB998-511E-C02F-978A-A05FDE861324}"/>
                </a:ext>
              </a:extLst>
            </p:cNvPr>
            <p:cNvPicPr>
              <a:picLocks noChangeAspect="1"/>
            </p:cNvPicPr>
            <p:nvPr/>
          </p:nvPicPr>
          <p:blipFill>
            <a:blip r:embed="rId3"/>
            <a:stretch>
              <a:fillRect/>
            </a:stretch>
          </p:blipFill>
          <p:spPr>
            <a:xfrm>
              <a:off x="2998706" y="3748890"/>
              <a:ext cx="1084740" cy="1084740"/>
            </a:xfrm>
            <a:prstGeom prst="rect">
              <a:avLst/>
            </a:prstGeom>
          </p:spPr>
        </p:pic>
        <p:cxnSp>
          <p:nvCxnSpPr>
            <p:cNvPr id="35" name="接點: 肘形 34">
              <a:extLst>
                <a:ext uri="{FF2B5EF4-FFF2-40B4-BE49-F238E27FC236}">
                  <a16:creationId xmlns:a16="http://schemas.microsoft.com/office/drawing/2014/main" id="{4FAF378C-6F6E-05A6-4418-0C4A4C8DFF47}"/>
                </a:ext>
              </a:extLst>
            </p:cNvPr>
            <p:cNvCxnSpPr>
              <a:cxnSpLocks/>
              <a:endCxn id="10" idx="1"/>
            </p:cNvCxnSpPr>
            <p:nvPr/>
          </p:nvCxnSpPr>
          <p:spPr>
            <a:xfrm>
              <a:off x="3992731" y="4526354"/>
              <a:ext cx="1096270" cy="296539"/>
            </a:xfrm>
            <a:prstGeom prst="bentConnector3">
              <a:avLst>
                <a:gd name="adj1" fmla="val 50000"/>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137997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A5B95F9F-B545-DE83-FA8C-5F3A5746EAFD}"/>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CC7D43C6-B491-5E23-C59F-24ED6189CA42}"/>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Proposed Model</a:t>
            </a:r>
            <a:r>
              <a:rPr lang="en-US" altLang="zh-TW" dirty="0">
                <a:latin typeface="+mj-lt"/>
              </a:rPr>
              <a:t>:</a:t>
            </a:r>
            <a:r>
              <a:rPr lang="zh-TW" altLang="en-US" dirty="0">
                <a:latin typeface="+mj-lt"/>
              </a:rPr>
              <a:t> </a:t>
            </a:r>
            <a:r>
              <a:rPr lang="en-US" altLang="zh-TW" dirty="0">
                <a:latin typeface="+mj-lt"/>
              </a:rPr>
              <a:t>Tracking System</a:t>
            </a:r>
            <a:endParaRPr dirty="0">
              <a:latin typeface="+mj-lt"/>
            </a:endParaRPr>
          </a:p>
        </p:txBody>
      </p:sp>
      <p:sp>
        <p:nvSpPr>
          <p:cNvPr id="668" name="Google Shape;668;p34">
            <a:extLst>
              <a:ext uri="{FF2B5EF4-FFF2-40B4-BE49-F238E27FC236}">
                <a16:creationId xmlns:a16="http://schemas.microsoft.com/office/drawing/2014/main" id="{78BBC5B5-162F-855A-B4E0-A13A78A90437}"/>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7" name="Google Shape;412;p31">
            <a:extLst>
              <a:ext uri="{FF2B5EF4-FFF2-40B4-BE49-F238E27FC236}">
                <a16:creationId xmlns:a16="http://schemas.microsoft.com/office/drawing/2014/main" id="{B6ADFFED-FEB4-57B7-7F2B-A5F4E97BB185}"/>
              </a:ext>
            </a:extLst>
          </p:cNvPr>
          <p:cNvSpPr txBox="1">
            <a:spLocks/>
          </p:cNvSpPr>
          <p:nvPr/>
        </p:nvSpPr>
        <p:spPr>
          <a:xfrm>
            <a:off x="715150" y="1200815"/>
            <a:ext cx="7704000" cy="303735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目標：能夠及時偵測玩家、球、瓶子的狀態，自動判斷遊戲階段</a:t>
            </a:r>
            <a:r>
              <a:rPr lang="en-US" altLang="zh-TW" sz="1600" dirty="0">
                <a:solidFill>
                  <a:schemeClr val="tx1"/>
                </a:solidFill>
                <a:latin typeface="+mn-ea"/>
                <a:ea typeface="+mn-ea"/>
              </a:rPr>
              <a:t>(</a:t>
            </a:r>
            <a:r>
              <a:rPr lang="zh-TW" altLang="en-US" sz="1600" dirty="0">
                <a:solidFill>
                  <a:schemeClr val="tx1"/>
                </a:solidFill>
                <a:latin typeface="+mn-ea"/>
                <a:ea typeface="+mn-ea"/>
              </a:rPr>
              <a:t>投擲、計分、換人</a:t>
            </a:r>
            <a:r>
              <a:rPr lang="en-US" altLang="zh-TW" sz="1600" dirty="0">
                <a:solidFill>
                  <a:schemeClr val="tx1"/>
                </a:solidFill>
                <a:latin typeface="+mn-ea"/>
                <a:ea typeface="+mn-ea"/>
              </a:rPr>
              <a: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0" indent="0" algn="l"/>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參考模型：</a:t>
            </a:r>
            <a:r>
              <a:rPr lang="en-US" altLang="zh-TW" sz="1600" dirty="0">
                <a:solidFill>
                  <a:schemeClr val="tx1"/>
                </a:solidFill>
                <a:latin typeface="+mn-ea"/>
                <a:ea typeface="+mn-ea"/>
              </a:rPr>
              <a:t>yolov11</a:t>
            </a:r>
          </a:p>
          <a:p>
            <a:pPr marL="457200" lvl="1" indent="0" algn="l"/>
            <a:r>
              <a:rPr lang="zh-TW" altLang="en-US" sz="1600" dirty="0">
                <a:solidFill>
                  <a:schemeClr val="tx1"/>
                </a:solidFill>
                <a:latin typeface="+mn-ea"/>
                <a:ea typeface="+mn-ea"/>
              </a:rPr>
              <a:t>直接使用</a:t>
            </a:r>
            <a:r>
              <a:rPr lang="en-US" altLang="zh-TW" sz="1600" dirty="0">
                <a:solidFill>
                  <a:schemeClr val="tx1"/>
                </a:solidFill>
                <a:latin typeface="+mn-ea"/>
                <a:ea typeface="+mn-ea"/>
              </a:rPr>
              <a:t>yolov11</a:t>
            </a:r>
            <a:r>
              <a:rPr lang="zh-TW" altLang="en-US" sz="1600" dirty="0">
                <a:solidFill>
                  <a:schemeClr val="tx1"/>
                </a:solidFill>
                <a:latin typeface="+mn-ea"/>
                <a:ea typeface="+mn-ea"/>
              </a:rPr>
              <a:t>進行物件的追蹤辨識，發現可追蹤到一定程度的物件，但需要選擇較大的模型表現較好，小模型</a:t>
            </a:r>
            <a:r>
              <a:rPr lang="en-US" altLang="zh-TW" sz="1600" dirty="0">
                <a:solidFill>
                  <a:schemeClr val="tx1"/>
                </a:solidFill>
                <a:latin typeface="+mn-ea"/>
                <a:ea typeface="+mn-ea"/>
              </a:rPr>
              <a:t>(11n</a:t>
            </a:r>
            <a:r>
              <a:rPr lang="zh-TW" altLang="en-US" sz="1600" dirty="0">
                <a:solidFill>
                  <a:schemeClr val="tx1"/>
                </a:solidFill>
                <a:latin typeface="+mn-ea"/>
                <a:ea typeface="+mn-ea"/>
              </a:rPr>
              <a:t>、</a:t>
            </a:r>
            <a:r>
              <a:rPr lang="en-US" altLang="zh-TW" sz="1600" dirty="0">
                <a:solidFill>
                  <a:schemeClr val="tx1"/>
                </a:solidFill>
                <a:latin typeface="+mn-ea"/>
                <a:ea typeface="+mn-ea"/>
              </a:rPr>
              <a:t>11s)</a:t>
            </a:r>
            <a:r>
              <a:rPr lang="zh-TW" altLang="en-US" sz="1600" dirty="0">
                <a:solidFill>
                  <a:schemeClr val="tx1"/>
                </a:solidFill>
                <a:latin typeface="+mn-ea"/>
                <a:ea typeface="+mn-ea"/>
              </a:rPr>
              <a:t>無法辨識出較遠的物件。</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285750" indent="-285750" algn="l">
              <a:buFont typeface="Arial" panose="020B0604020202020204" pitchFamily="34" charset="0"/>
              <a:buChar char="•"/>
            </a:pPr>
            <a:r>
              <a:rPr lang="zh-TW" altLang="en-US" sz="1600" dirty="0">
                <a:solidFill>
                  <a:schemeClr val="tx1"/>
                </a:solidFill>
                <a:latin typeface="+mn-ea"/>
                <a:ea typeface="+mn-ea"/>
              </a:rPr>
              <a:t>模型設計：</a:t>
            </a:r>
            <a:r>
              <a:rPr lang="en-US" altLang="zh-TW" sz="1600" dirty="0">
                <a:solidFill>
                  <a:schemeClr val="tx1"/>
                </a:solidFill>
                <a:latin typeface="+mn-ea"/>
                <a:ea typeface="+mn-ea"/>
              </a:rPr>
              <a:t>yolov11+finetune</a:t>
            </a:r>
          </a:p>
          <a:p>
            <a:pPr marL="457200" lvl="1" indent="0" algn="l"/>
            <a:r>
              <a:rPr lang="zh-TW" altLang="en-US" sz="1600" dirty="0">
                <a:solidFill>
                  <a:schemeClr val="tx1"/>
                </a:solidFill>
                <a:latin typeface="+mn-ea"/>
                <a:ea typeface="+mn-ea"/>
              </a:rPr>
              <a:t>因為只需要辨識人、球、瓶子三個類別，不需要用到完整的</a:t>
            </a:r>
            <a:r>
              <a:rPr lang="en-US" altLang="zh-TW" sz="1600" dirty="0">
                <a:solidFill>
                  <a:schemeClr val="tx1"/>
                </a:solidFill>
                <a:latin typeface="+mn-ea"/>
                <a:ea typeface="+mn-ea"/>
              </a:rPr>
              <a:t>yolo</a:t>
            </a:r>
            <a:r>
              <a:rPr lang="zh-TW" altLang="en-US" sz="1600" dirty="0">
                <a:solidFill>
                  <a:schemeClr val="tx1"/>
                </a:solidFill>
                <a:latin typeface="+mn-ea"/>
                <a:ea typeface="+mn-ea"/>
              </a:rPr>
              <a:t>，故設計針對這三個</a:t>
            </a:r>
            <a:r>
              <a:rPr lang="en-US" altLang="zh-TW" sz="1600" dirty="0">
                <a:solidFill>
                  <a:schemeClr val="tx1"/>
                </a:solidFill>
                <a:latin typeface="+mn-ea"/>
                <a:ea typeface="+mn-ea"/>
              </a:rPr>
              <a:t>label</a:t>
            </a:r>
            <a:r>
              <a:rPr lang="zh-TW" altLang="en-US" sz="1600" dirty="0">
                <a:solidFill>
                  <a:schemeClr val="tx1"/>
                </a:solidFill>
                <a:latin typeface="+mn-ea"/>
                <a:ea typeface="+mn-ea"/>
              </a:rPr>
              <a:t>進行</a:t>
            </a:r>
            <a:r>
              <a:rPr lang="en-US" altLang="zh-TW" sz="1600" dirty="0">
                <a:solidFill>
                  <a:schemeClr val="tx1"/>
                </a:solidFill>
                <a:latin typeface="+mn-ea"/>
                <a:ea typeface="+mn-ea"/>
              </a:rPr>
              <a:t>finetune</a:t>
            </a:r>
            <a:r>
              <a:rPr lang="zh-TW" altLang="en-US" sz="1600" dirty="0">
                <a:solidFill>
                  <a:schemeClr val="tx1"/>
                </a:solidFill>
                <a:latin typeface="+mn-ea"/>
                <a:ea typeface="+mn-ea"/>
              </a:rPr>
              <a:t>。</a:t>
            </a:r>
          </a:p>
          <a:p>
            <a:pPr marL="0" indent="0" algn="l"/>
            <a:endParaRPr lang="en-US" altLang="zh-TW" sz="1600" dirty="0">
              <a:solidFill>
                <a:schemeClr val="tx1"/>
              </a:solidFill>
              <a:latin typeface="+mn-ea"/>
              <a:ea typeface="+mn-ea"/>
            </a:endParaRPr>
          </a:p>
        </p:txBody>
      </p:sp>
    </p:spTree>
    <p:extLst>
      <p:ext uri="{BB962C8B-B14F-4D97-AF65-F5344CB8AC3E}">
        <p14:creationId xmlns:p14="http://schemas.microsoft.com/office/powerpoint/2010/main" val="28383419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7E971F74-2E18-68BB-D6F2-6D06C4D8A588}"/>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6A316DE5-8AE3-D37D-1203-1797A057372F}"/>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a:t>
            </a:r>
            <a:r>
              <a:rPr lang="en-US" altLang="zh-TW" dirty="0">
                <a:latin typeface="+mj-lt"/>
              </a:rPr>
              <a:t>Tracking System</a:t>
            </a:r>
            <a:endParaRPr dirty="0">
              <a:latin typeface="+mj-lt"/>
            </a:endParaRPr>
          </a:p>
        </p:txBody>
      </p:sp>
      <p:sp>
        <p:nvSpPr>
          <p:cNvPr id="7" name="Google Shape;412;p31">
            <a:extLst>
              <a:ext uri="{FF2B5EF4-FFF2-40B4-BE49-F238E27FC236}">
                <a16:creationId xmlns:a16="http://schemas.microsoft.com/office/drawing/2014/main" id="{FD943B52-4C10-4E19-F56E-F297C63D9548}"/>
              </a:ext>
            </a:extLst>
          </p:cNvPr>
          <p:cNvSpPr txBox="1">
            <a:spLocks/>
          </p:cNvSpPr>
          <p:nvPr/>
        </p:nvSpPr>
        <p:spPr>
          <a:xfrm>
            <a:off x="715150" y="1200815"/>
            <a:ext cx="7704000" cy="37122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實驗一：直接使用線上公開</a:t>
            </a:r>
            <a:r>
              <a:rPr lang="en-US" altLang="zh-TW" sz="1600" dirty="0">
                <a:solidFill>
                  <a:schemeClr val="tx1"/>
                </a:solidFill>
                <a:latin typeface="+mn-ea"/>
                <a:ea typeface="+mn-ea"/>
              </a:rPr>
              <a:t>dataset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285750" indent="-285750" algn="l">
              <a:buFont typeface="Arial" panose="020B0604020202020204" pitchFamily="34" charset="0"/>
              <a:buChar char="•"/>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Dataset</a:t>
            </a:r>
          </a:p>
          <a:p>
            <a:pPr marL="1657350" lvl="3" indent="-285750" algn="l">
              <a:buSzPct val="100000"/>
              <a:buFont typeface="Arial" panose="020B0604020202020204" pitchFamily="34" charset="0"/>
              <a:buChar char="•"/>
            </a:pPr>
            <a:r>
              <a:rPr lang="en-US" altLang="zh-TW" sz="1600" dirty="0" err="1">
                <a:solidFill>
                  <a:schemeClr val="tx1"/>
                </a:solidFill>
                <a:latin typeface="+mn-ea"/>
                <a:ea typeface="+mn-ea"/>
              </a:rPr>
              <a:t>Roboflow</a:t>
            </a:r>
            <a:r>
              <a:rPr lang="en-US" altLang="zh-TW" sz="1600" dirty="0">
                <a:solidFill>
                  <a:schemeClr val="tx1"/>
                </a:solidFill>
                <a:latin typeface="+mn-ea"/>
                <a:ea typeface="+mn-ea"/>
              </a:rPr>
              <a:t> Public Datasets</a:t>
            </a:r>
          </a:p>
          <a:p>
            <a:pPr marL="1657350" lvl="3" indent="-285750" algn="l">
              <a:buSzPct val="100000"/>
              <a:buFont typeface="Arial" panose="020B0604020202020204" pitchFamily="34" charset="0"/>
              <a:buChar char="•"/>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Model</a:t>
            </a:r>
            <a:r>
              <a:rPr lang="zh-TW" altLang="en-US" sz="1600" dirty="0">
                <a:solidFill>
                  <a:schemeClr val="tx1"/>
                </a:solidFill>
                <a:latin typeface="+mn-ea"/>
                <a:ea typeface="+mn-ea"/>
              </a:rPr>
              <a:t>：</a:t>
            </a:r>
            <a:r>
              <a:rPr lang="en-US" altLang="zh-TW" sz="1600" dirty="0">
                <a:solidFill>
                  <a:schemeClr val="tx1"/>
                </a:solidFill>
                <a:latin typeface="+mn-ea"/>
                <a:ea typeface="+mn-ea"/>
              </a:rPr>
              <a:t>yolov11</a:t>
            </a:r>
            <a:r>
              <a:rPr lang="en-US" altLang="zh-TW" sz="1600" dirty="0">
                <a:solidFill>
                  <a:schemeClr val="tx1"/>
                </a:solidFill>
                <a:highlight>
                  <a:srgbClr val="FFFF00"/>
                </a:highlight>
                <a:latin typeface="+mn-ea"/>
                <a:ea typeface="+mn-ea"/>
              </a:rPr>
              <a:t>n?s?</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Testing Result</a:t>
            </a:r>
            <a:r>
              <a:rPr lang="zh-TW" altLang="en-US" sz="1600" dirty="0">
                <a:solidFill>
                  <a:schemeClr val="tx1"/>
                </a:solidFill>
                <a:latin typeface="+mn-ea"/>
                <a:ea typeface="+mn-ea"/>
              </a:rPr>
              <a:t>：</a:t>
            </a:r>
            <a:r>
              <a:rPr lang="en-US" altLang="zh-TW" sz="1600" dirty="0">
                <a:solidFill>
                  <a:schemeClr val="tx1"/>
                </a:solidFill>
                <a:highlight>
                  <a:srgbClr val="FFFF00"/>
                </a:highlight>
                <a:latin typeface="+mn-ea"/>
                <a:ea typeface="+mn-ea"/>
              </a:rPr>
              <a:t>[Testing</a:t>
            </a:r>
            <a:r>
              <a:rPr lang="zh-TW" altLang="en-US" sz="1600" dirty="0">
                <a:solidFill>
                  <a:schemeClr val="tx1"/>
                </a:solidFill>
                <a:highlight>
                  <a:srgbClr val="FFFF00"/>
                </a:highlight>
                <a:latin typeface="+mn-ea"/>
                <a:ea typeface="+mn-ea"/>
              </a:rPr>
              <a:t>正確率</a:t>
            </a:r>
            <a:r>
              <a:rPr lang="en-US" altLang="zh-TW" sz="1600" dirty="0">
                <a:solidFill>
                  <a:schemeClr val="tx1"/>
                </a:solidFill>
                <a:highlight>
                  <a:srgbClr val="FFFF00"/>
                </a:highlight>
                <a:latin typeface="+mn-ea"/>
                <a:ea typeface="+mn-ea"/>
              </a:rPr>
              <a:t>]</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Performance</a:t>
            </a:r>
            <a:r>
              <a:rPr lang="zh-TW" altLang="en-US" sz="1600" dirty="0">
                <a:solidFill>
                  <a:schemeClr val="tx1"/>
                </a:solidFill>
                <a:latin typeface="+mn-ea"/>
                <a:ea typeface="+mn-ea"/>
              </a:rPr>
              <a:t>：可以辨識人，但球與瓶子需要很靠近鏡頭才能辨識成功。發現現成</a:t>
            </a:r>
            <a:r>
              <a:rPr lang="en-US" altLang="zh-TW" sz="1600" dirty="0">
                <a:solidFill>
                  <a:schemeClr val="tx1"/>
                </a:solidFill>
                <a:latin typeface="+mn-ea"/>
                <a:ea typeface="+mn-ea"/>
              </a:rPr>
              <a:t>Dataset</a:t>
            </a:r>
            <a:r>
              <a:rPr lang="zh-TW" altLang="en-US" sz="1600" dirty="0">
                <a:solidFill>
                  <a:schemeClr val="tx1"/>
                </a:solidFill>
                <a:latin typeface="+mn-ea"/>
                <a:ea typeface="+mn-ea"/>
              </a:rPr>
              <a:t>中的球與瓶子大小比實際遊玩情況大。整體而言比</a:t>
            </a:r>
            <a:r>
              <a:rPr lang="en-US" altLang="zh-TW" sz="1600" dirty="0">
                <a:solidFill>
                  <a:schemeClr val="tx1"/>
                </a:solidFill>
                <a:latin typeface="+mn-ea"/>
                <a:ea typeface="+mn-ea"/>
              </a:rPr>
              <a:t>Pretrain</a:t>
            </a:r>
            <a:r>
              <a:rPr lang="zh-TW" altLang="en-US" sz="1600" dirty="0">
                <a:solidFill>
                  <a:schemeClr val="tx1"/>
                </a:solidFill>
                <a:latin typeface="+mn-ea"/>
                <a:ea typeface="+mn-ea"/>
              </a:rPr>
              <a:t>效果差。</a:t>
            </a:r>
            <a:endParaRPr lang="en-US" altLang="zh-TW" sz="1600" dirty="0">
              <a:solidFill>
                <a:schemeClr val="tx1"/>
              </a:solidFill>
              <a:latin typeface="+mn-ea"/>
              <a:ea typeface="+mn-ea"/>
            </a:endParaRPr>
          </a:p>
          <a:p>
            <a:pPr marL="914400" lvl="2" indent="0" algn="l">
              <a:buSzPct val="100000"/>
            </a:pPr>
            <a:endParaRPr lang="en-US" altLang="zh-TW" sz="1600" dirty="0">
              <a:solidFill>
                <a:schemeClr val="tx1"/>
              </a:solidFill>
              <a:latin typeface="+mn-ea"/>
              <a:ea typeface="+mn-ea"/>
            </a:endParaRPr>
          </a:p>
        </p:txBody>
      </p:sp>
      <p:grpSp>
        <p:nvGrpSpPr>
          <p:cNvPr id="11" name="群組 10">
            <a:extLst>
              <a:ext uri="{FF2B5EF4-FFF2-40B4-BE49-F238E27FC236}">
                <a16:creationId xmlns:a16="http://schemas.microsoft.com/office/drawing/2014/main" id="{9F4A1398-ADEE-EF98-FCAA-E90282E9EA12}"/>
              </a:ext>
            </a:extLst>
          </p:cNvPr>
          <p:cNvGrpSpPr/>
          <p:nvPr/>
        </p:nvGrpSpPr>
        <p:grpSpPr>
          <a:xfrm>
            <a:off x="5721646" y="233135"/>
            <a:ext cx="3176973" cy="3105151"/>
            <a:chOff x="5807075" y="311110"/>
            <a:chExt cx="2895601" cy="2830139"/>
          </a:xfrm>
        </p:grpSpPr>
        <p:sp>
          <p:nvSpPr>
            <p:cNvPr id="668" name="Google Shape;668;p34">
              <a:extLst>
                <a:ext uri="{FF2B5EF4-FFF2-40B4-BE49-F238E27FC236}">
                  <a16:creationId xmlns:a16="http://schemas.microsoft.com/office/drawing/2014/main" id="{F72FED6D-EB28-A22B-FF3E-C91B13CF6C47}"/>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pic>
          <p:nvPicPr>
            <p:cNvPr id="3" name="圖片 2" descr="一張含有 網球, 螢幕擷取畫面 的圖片&#10;&#10;AI 產生的內容可能不正確。">
              <a:extLst>
                <a:ext uri="{FF2B5EF4-FFF2-40B4-BE49-F238E27FC236}">
                  <a16:creationId xmlns:a16="http://schemas.microsoft.com/office/drawing/2014/main" id="{3622752C-DC7B-E75E-55B4-224D083D2D80}"/>
                </a:ext>
              </a:extLst>
            </p:cNvPr>
            <p:cNvPicPr>
              <a:picLocks noChangeAspect="1"/>
            </p:cNvPicPr>
            <p:nvPr/>
          </p:nvPicPr>
          <p:blipFill>
            <a:blip r:embed="rId3"/>
            <a:srcRect l="785" t="786" r="939" b="32168"/>
            <a:stretch>
              <a:fillRect/>
            </a:stretch>
          </p:blipFill>
          <p:spPr>
            <a:xfrm>
              <a:off x="5807075" y="311110"/>
              <a:ext cx="2895600" cy="706616"/>
            </a:xfrm>
            <a:prstGeom prst="rect">
              <a:avLst/>
            </a:prstGeom>
          </p:spPr>
        </p:pic>
        <p:pic>
          <p:nvPicPr>
            <p:cNvPr id="5" name="圖片 4" descr="一張含有 螢幕擷取畫面, 行 的圖片&#10;&#10;AI 產生的內容可能不正確。">
              <a:extLst>
                <a:ext uri="{FF2B5EF4-FFF2-40B4-BE49-F238E27FC236}">
                  <a16:creationId xmlns:a16="http://schemas.microsoft.com/office/drawing/2014/main" id="{CA1F9822-0D8C-6171-FD70-BF58E3253FD2}"/>
                </a:ext>
              </a:extLst>
            </p:cNvPr>
            <p:cNvPicPr>
              <a:picLocks noChangeAspect="1"/>
            </p:cNvPicPr>
            <p:nvPr/>
          </p:nvPicPr>
          <p:blipFill>
            <a:blip r:embed="rId4"/>
            <a:srcRect b="32953"/>
            <a:stretch>
              <a:fillRect/>
            </a:stretch>
          </p:blipFill>
          <p:spPr>
            <a:xfrm>
              <a:off x="5807075" y="1044777"/>
              <a:ext cx="2895600" cy="706616"/>
            </a:xfrm>
            <a:prstGeom prst="rect">
              <a:avLst/>
            </a:prstGeom>
          </p:spPr>
        </p:pic>
        <p:pic>
          <p:nvPicPr>
            <p:cNvPr id="8" name="圖片 7" descr="一張含有 螢幕擷取畫面 的圖片&#10;&#10;AI 產生的內容可能不正確。">
              <a:extLst>
                <a:ext uri="{FF2B5EF4-FFF2-40B4-BE49-F238E27FC236}">
                  <a16:creationId xmlns:a16="http://schemas.microsoft.com/office/drawing/2014/main" id="{1B54E600-B0D6-69D4-3797-BEA0788B2856}"/>
                </a:ext>
              </a:extLst>
            </p:cNvPr>
            <p:cNvPicPr>
              <a:picLocks noChangeAspect="1"/>
            </p:cNvPicPr>
            <p:nvPr/>
          </p:nvPicPr>
          <p:blipFill>
            <a:blip r:embed="rId5"/>
            <a:stretch>
              <a:fillRect/>
            </a:stretch>
          </p:blipFill>
          <p:spPr>
            <a:xfrm>
              <a:off x="5807076" y="1778444"/>
              <a:ext cx="2895600" cy="662664"/>
            </a:xfrm>
            <a:prstGeom prst="rect">
              <a:avLst/>
            </a:prstGeom>
          </p:spPr>
        </p:pic>
        <p:pic>
          <p:nvPicPr>
            <p:cNvPr id="10" name="圖片 9" descr="一張含有 螢幕擷取畫面, 天空, 全景圖, 戶外 的圖片&#10;&#10;AI 產生的內容可能不正確。">
              <a:extLst>
                <a:ext uri="{FF2B5EF4-FFF2-40B4-BE49-F238E27FC236}">
                  <a16:creationId xmlns:a16="http://schemas.microsoft.com/office/drawing/2014/main" id="{A747F5E2-5363-E6EA-C4B6-469DE7F3E9BF}"/>
                </a:ext>
              </a:extLst>
            </p:cNvPr>
            <p:cNvPicPr>
              <a:picLocks noChangeAspect="1"/>
            </p:cNvPicPr>
            <p:nvPr/>
          </p:nvPicPr>
          <p:blipFill>
            <a:blip r:embed="rId6"/>
            <a:stretch>
              <a:fillRect/>
            </a:stretch>
          </p:blipFill>
          <p:spPr>
            <a:xfrm>
              <a:off x="5807075" y="2468159"/>
              <a:ext cx="2895600" cy="673090"/>
            </a:xfrm>
            <a:prstGeom prst="rect">
              <a:avLst/>
            </a:prstGeom>
          </p:spPr>
        </p:pic>
      </p:grpSp>
    </p:spTree>
    <p:extLst>
      <p:ext uri="{BB962C8B-B14F-4D97-AF65-F5344CB8AC3E}">
        <p14:creationId xmlns:p14="http://schemas.microsoft.com/office/powerpoint/2010/main" val="35065708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CF021786-DD1E-136E-2148-E52D70F4A553}"/>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B392C92C-C29F-1665-A6A5-9848FFE07E9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a:t>
            </a:r>
            <a:r>
              <a:rPr lang="en-US" altLang="zh-TW" dirty="0">
                <a:latin typeface="+mj-lt"/>
              </a:rPr>
              <a:t>Tracking System</a:t>
            </a:r>
            <a:endParaRPr dirty="0">
              <a:latin typeface="+mj-lt"/>
            </a:endParaRPr>
          </a:p>
        </p:txBody>
      </p:sp>
      <p:sp>
        <p:nvSpPr>
          <p:cNvPr id="668" name="Google Shape;668;p34">
            <a:extLst>
              <a:ext uri="{FF2B5EF4-FFF2-40B4-BE49-F238E27FC236}">
                <a16:creationId xmlns:a16="http://schemas.microsoft.com/office/drawing/2014/main" id="{08021895-F49B-8472-A30B-B28B7B183043}"/>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7" name="Google Shape;412;p31">
            <a:extLst>
              <a:ext uri="{FF2B5EF4-FFF2-40B4-BE49-F238E27FC236}">
                <a16:creationId xmlns:a16="http://schemas.microsoft.com/office/drawing/2014/main" id="{C3C5DE65-61E1-7B6F-84E5-38102A1DC97B}"/>
              </a:ext>
            </a:extLst>
          </p:cNvPr>
          <p:cNvSpPr txBox="1">
            <a:spLocks/>
          </p:cNvSpPr>
          <p:nvPr/>
        </p:nvSpPr>
        <p:spPr>
          <a:xfrm>
            <a:off x="715150" y="1200815"/>
            <a:ext cx="7704000" cy="37122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實驗二：網路公開</a:t>
            </a:r>
            <a:r>
              <a:rPr lang="en-US" altLang="zh-TW" sz="1600" dirty="0">
                <a:solidFill>
                  <a:schemeClr val="tx1"/>
                </a:solidFill>
                <a:latin typeface="+mn-ea"/>
                <a:ea typeface="+mn-ea"/>
              </a:rPr>
              <a:t>dataset + </a:t>
            </a:r>
            <a:r>
              <a:rPr lang="zh-TW" altLang="en-US" sz="1600" dirty="0">
                <a:solidFill>
                  <a:schemeClr val="tx1"/>
                </a:solidFill>
                <a:latin typeface="+mn-ea"/>
                <a:ea typeface="+mn-ea"/>
              </a:rPr>
              <a:t>隨機縮小</a:t>
            </a:r>
            <a:r>
              <a:rPr lang="en-US" altLang="zh-TW" sz="1600" dirty="0">
                <a:solidFill>
                  <a:schemeClr val="tx1"/>
                </a:solidFill>
                <a:latin typeface="+mn-ea"/>
                <a:ea typeface="+mn-ea"/>
              </a:rPr>
              <a:t>Augmentation</a:t>
            </a:r>
          </a:p>
          <a:p>
            <a:pPr marL="0" indent="0" algn="l"/>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Dataset</a:t>
            </a:r>
          </a:p>
          <a:p>
            <a:pPr marL="1657350" lvl="3" indent="-285750" algn="l">
              <a:buSzPct val="100000"/>
              <a:buFont typeface="Arial" panose="020B0604020202020204" pitchFamily="34" charset="0"/>
              <a:buChar char="•"/>
            </a:pPr>
            <a:r>
              <a:rPr lang="en-US" altLang="zh-TW" sz="1600" dirty="0" err="1">
                <a:solidFill>
                  <a:schemeClr val="tx1"/>
                </a:solidFill>
                <a:latin typeface="+mn-ea"/>
              </a:rPr>
              <a:t>Roboflow</a:t>
            </a:r>
            <a:r>
              <a:rPr lang="en-US" altLang="zh-TW" sz="1600" dirty="0">
                <a:solidFill>
                  <a:schemeClr val="tx1"/>
                </a:solidFill>
                <a:latin typeface="+mn-ea"/>
              </a:rPr>
              <a:t> Public Datasets</a:t>
            </a:r>
          </a:p>
          <a:p>
            <a:pPr marL="1657350" lvl="3" indent="-285750" algn="l">
              <a:buSzPct val="100000"/>
              <a:buFont typeface="Arial" panose="020B0604020202020204" pitchFamily="34" charset="0"/>
              <a:buChar char="•"/>
            </a:pPr>
            <a:endParaRPr lang="en-US" altLang="zh-TW" sz="1600" dirty="0">
              <a:solidFill>
                <a:schemeClr val="tx1"/>
              </a:solidFill>
              <a:latin typeface="+mn-ea"/>
              <a:ea typeface="+mn-ea"/>
            </a:endParaRPr>
          </a:p>
          <a:p>
            <a:pPr marL="1657350" lvl="3" indent="-285750" algn="l">
              <a:buSzPct val="100000"/>
              <a:buFont typeface="Arial" panose="020B0604020202020204" pitchFamily="34" charset="0"/>
              <a:buChar char="•"/>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Model</a:t>
            </a:r>
            <a:r>
              <a:rPr lang="zh-TW" altLang="en-US" sz="1600" dirty="0">
                <a:solidFill>
                  <a:schemeClr val="tx1"/>
                </a:solidFill>
                <a:latin typeface="+mn-ea"/>
                <a:ea typeface="+mn-ea"/>
              </a:rPr>
              <a:t>：</a:t>
            </a:r>
            <a:r>
              <a:rPr lang="en-US" altLang="zh-TW" sz="1600" dirty="0">
                <a:solidFill>
                  <a:schemeClr val="tx1"/>
                </a:solidFill>
                <a:latin typeface="+mn-ea"/>
                <a:ea typeface="+mn-ea"/>
              </a:rPr>
              <a:t>yolov11</a:t>
            </a:r>
            <a:r>
              <a:rPr lang="en-US" altLang="zh-TW" sz="1600" dirty="0">
                <a:solidFill>
                  <a:schemeClr val="tx1"/>
                </a:solidFill>
                <a:highlight>
                  <a:srgbClr val="FFFF00"/>
                </a:highlight>
                <a:latin typeface="+mn-ea"/>
                <a:ea typeface="+mn-ea"/>
              </a:rPr>
              <a:t>n?s?</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Testing Result</a:t>
            </a:r>
            <a:r>
              <a:rPr lang="zh-TW" altLang="en-US" sz="1600" dirty="0">
                <a:solidFill>
                  <a:schemeClr val="tx1"/>
                </a:solidFill>
                <a:latin typeface="+mn-ea"/>
                <a:ea typeface="+mn-ea"/>
              </a:rPr>
              <a:t>：</a:t>
            </a:r>
            <a:r>
              <a:rPr lang="en-US" altLang="zh-TW" sz="1600" dirty="0">
                <a:solidFill>
                  <a:schemeClr val="tx1"/>
                </a:solidFill>
                <a:highlight>
                  <a:srgbClr val="FFFF00"/>
                </a:highlight>
                <a:latin typeface="+mn-ea"/>
                <a:ea typeface="+mn-ea"/>
              </a:rPr>
              <a:t>[Testing</a:t>
            </a:r>
            <a:r>
              <a:rPr lang="zh-TW" altLang="en-US" sz="1600" dirty="0">
                <a:solidFill>
                  <a:schemeClr val="tx1"/>
                </a:solidFill>
                <a:highlight>
                  <a:srgbClr val="FFFF00"/>
                </a:highlight>
                <a:latin typeface="+mn-ea"/>
                <a:ea typeface="+mn-ea"/>
              </a:rPr>
              <a:t>正確率</a:t>
            </a:r>
            <a:r>
              <a:rPr lang="en-US" altLang="zh-TW" sz="1600" dirty="0">
                <a:solidFill>
                  <a:schemeClr val="tx1"/>
                </a:solidFill>
                <a:highlight>
                  <a:srgbClr val="FFFF00"/>
                </a:highlight>
                <a:latin typeface="+mn-ea"/>
                <a:ea typeface="+mn-ea"/>
              </a:rPr>
              <a:t>]</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Performance</a:t>
            </a:r>
            <a:r>
              <a:rPr lang="zh-TW" altLang="en-US" sz="1600" dirty="0">
                <a:solidFill>
                  <a:schemeClr val="tx1"/>
                </a:solidFill>
                <a:latin typeface="+mn-ea"/>
                <a:ea typeface="+mn-ea"/>
              </a:rPr>
              <a:t>：辨識人與瓶子效果好，但球在移動時會難以辨識。</a:t>
            </a:r>
            <a:endParaRPr lang="en-US" altLang="zh-TW" sz="1600" dirty="0">
              <a:solidFill>
                <a:schemeClr val="tx1"/>
              </a:solidFill>
              <a:latin typeface="+mn-ea"/>
              <a:ea typeface="+mn-ea"/>
            </a:endParaRPr>
          </a:p>
        </p:txBody>
      </p:sp>
    </p:spTree>
    <p:extLst>
      <p:ext uri="{BB962C8B-B14F-4D97-AF65-F5344CB8AC3E}">
        <p14:creationId xmlns:p14="http://schemas.microsoft.com/office/powerpoint/2010/main" val="28995709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75">
          <a:extLst>
            <a:ext uri="{FF2B5EF4-FFF2-40B4-BE49-F238E27FC236}">
              <a16:creationId xmlns:a16="http://schemas.microsoft.com/office/drawing/2014/main" id="{2884EAAC-37AE-B754-7F24-956A55E4DAB5}"/>
            </a:ext>
          </a:extLst>
        </p:cNvPr>
        <p:cNvGrpSpPr/>
        <p:nvPr/>
      </p:nvGrpSpPr>
      <p:grpSpPr>
        <a:xfrm>
          <a:off x="0" y="0"/>
          <a:ext cx="0" cy="0"/>
          <a:chOff x="0" y="0"/>
          <a:chExt cx="0" cy="0"/>
        </a:xfrm>
      </p:grpSpPr>
      <p:sp>
        <p:nvSpPr>
          <p:cNvPr id="579" name="Google Shape;579;p34">
            <a:extLst>
              <a:ext uri="{FF2B5EF4-FFF2-40B4-BE49-F238E27FC236}">
                <a16:creationId xmlns:a16="http://schemas.microsoft.com/office/drawing/2014/main" id="{78081EBC-BA6E-CFA2-9939-07367D0D20E4}"/>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mj-lt"/>
              </a:rPr>
              <a:t>Experimental Results: </a:t>
            </a:r>
            <a:r>
              <a:rPr lang="en-US" altLang="zh-TW" dirty="0">
                <a:latin typeface="+mj-lt"/>
              </a:rPr>
              <a:t>Tracking System</a:t>
            </a:r>
            <a:endParaRPr dirty="0">
              <a:latin typeface="+mj-lt"/>
            </a:endParaRPr>
          </a:p>
        </p:txBody>
      </p:sp>
      <p:sp>
        <p:nvSpPr>
          <p:cNvPr id="668" name="Google Shape;668;p34">
            <a:extLst>
              <a:ext uri="{FF2B5EF4-FFF2-40B4-BE49-F238E27FC236}">
                <a16:creationId xmlns:a16="http://schemas.microsoft.com/office/drawing/2014/main" id="{BCC826C8-D11D-E9F1-22D8-AC162243E969}"/>
              </a:ext>
            </a:extLst>
          </p:cNvPr>
          <p:cNvSpPr/>
          <p:nvPr/>
        </p:nvSpPr>
        <p:spPr>
          <a:xfrm>
            <a:off x="8263600" y="11197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n-lt"/>
              <a:ea typeface="Inter"/>
              <a:cs typeface="Inter"/>
              <a:sym typeface="Inter"/>
            </a:endParaRPr>
          </a:p>
        </p:txBody>
      </p:sp>
      <p:sp>
        <p:nvSpPr>
          <p:cNvPr id="7" name="Google Shape;412;p31">
            <a:extLst>
              <a:ext uri="{FF2B5EF4-FFF2-40B4-BE49-F238E27FC236}">
                <a16:creationId xmlns:a16="http://schemas.microsoft.com/office/drawing/2014/main" id="{B1AE3B6C-96A4-5380-BC55-84ECCD41D200}"/>
              </a:ext>
            </a:extLst>
          </p:cNvPr>
          <p:cNvSpPr txBox="1">
            <a:spLocks/>
          </p:cNvSpPr>
          <p:nvPr/>
        </p:nvSpPr>
        <p:spPr>
          <a:xfrm>
            <a:off x="715150" y="1200815"/>
            <a:ext cx="7704000" cy="37122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Raleway"/>
              <a:buNone/>
              <a:defRPr sz="2500" b="0" i="0" u="none" strike="noStrike" cap="none">
                <a:solidFill>
                  <a:schemeClr val="dk1"/>
                </a:solidFill>
                <a:latin typeface="Grand Hotel"/>
                <a:ea typeface="Grand Hotel"/>
                <a:cs typeface="Grand Hotel"/>
                <a:sym typeface="Grand Hotel"/>
              </a:defRPr>
            </a:lvl1pPr>
            <a:lvl2pPr marL="914400" marR="0" lvl="1"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0" i="0" u="none" strike="noStrike" cap="none">
                <a:solidFill>
                  <a:schemeClr val="dk1"/>
                </a:solidFill>
                <a:latin typeface="Raleway"/>
                <a:ea typeface="Raleway"/>
                <a:cs typeface="Raleway"/>
                <a:sym typeface="Raleway"/>
              </a:defRPr>
            </a:lvl9pPr>
          </a:lstStyle>
          <a:p>
            <a:pPr marL="285750" indent="-285750" algn="l">
              <a:buFont typeface="Arial" panose="020B0604020202020204" pitchFamily="34" charset="0"/>
              <a:buChar char="•"/>
            </a:pPr>
            <a:r>
              <a:rPr lang="zh-TW" altLang="en-US" sz="1600" dirty="0">
                <a:solidFill>
                  <a:schemeClr val="tx1"/>
                </a:solidFill>
                <a:latin typeface="+mn-ea"/>
                <a:ea typeface="+mn-ea"/>
              </a:rPr>
              <a:t>實驗三：網路公開</a:t>
            </a:r>
            <a:r>
              <a:rPr lang="en-US" altLang="zh-TW" sz="1600" dirty="0">
                <a:solidFill>
                  <a:schemeClr val="tx1"/>
                </a:solidFill>
                <a:latin typeface="+mn-ea"/>
                <a:ea typeface="+mn-ea"/>
              </a:rPr>
              <a:t>dataset + </a:t>
            </a:r>
            <a:r>
              <a:rPr lang="zh-TW" altLang="en-US" sz="1600" dirty="0">
                <a:solidFill>
                  <a:schemeClr val="tx1"/>
                </a:solidFill>
                <a:latin typeface="+mn-ea"/>
                <a:ea typeface="+mn-ea"/>
              </a:rPr>
              <a:t>隨機縮小</a:t>
            </a:r>
            <a:r>
              <a:rPr lang="en-US" altLang="zh-TW" sz="1600" dirty="0">
                <a:solidFill>
                  <a:schemeClr val="tx1"/>
                </a:solidFill>
                <a:latin typeface="+mn-ea"/>
                <a:ea typeface="+mn-ea"/>
              </a:rPr>
              <a:t>Augmentation + </a:t>
            </a:r>
            <a:r>
              <a:rPr lang="zh-TW" altLang="en-US" sz="1600" dirty="0">
                <a:solidFill>
                  <a:schemeClr val="tx1"/>
                </a:solidFill>
                <a:latin typeface="+mn-ea"/>
                <a:ea typeface="+mn-ea"/>
              </a:rPr>
              <a:t>自行拍攝</a:t>
            </a:r>
            <a:r>
              <a:rPr lang="en-US" altLang="zh-TW" sz="1600" dirty="0">
                <a:solidFill>
                  <a:schemeClr val="tx1"/>
                </a:solidFill>
                <a:latin typeface="+mn-ea"/>
                <a:ea typeface="+mn-ea"/>
              </a:rPr>
              <a:t>Data</a:t>
            </a:r>
          </a:p>
          <a:p>
            <a:pPr marL="0" indent="0" algn="l"/>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Dataset</a:t>
            </a:r>
          </a:p>
          <a:p>
            <a:pPr marL="1657350" lvl="3" indent="-285750" algn="l">
              <a:buSzPct val="100000"/>
              <a:buFont typeface="Arial" panose="020B0604020202020204" pitchFamily="34" charset="0"/>
              <a:buChar char="•"/>
            </a:pPr>
            <a:r>
              <a:rPr lang="en-US" altLang="zh-TW" sz="1600" dirty="0" err="1">
                <a:solidFill>
                  <a:schemeClr val="tx1"/>
                </a:solidFill>
                <a:latin typeface="+mn-ea"/>
              </a:rPr>
              <a:t>Roboflow</a:t>
            </a:r>
            <a:r>
              <a:rPr lang="en-US" altLang="zh-TW" sz="1600" dirty="0">
                <a:solidFill>
                  <a:schemeClr val="tx1"/>
                </a:solidFill>
                <a:latin typeface="+mn-ea"/>
              </a:rPr>
              <a:t> Public Datasets</a:t>
            </a:r>
            <a:endParaRPr lang="en-US" altLang="zh-TW" sz="1600" dirty="0">
              <a:solidFill>
                <a:schemeClr val="tx1"/>
              </a:solidFill>
              <a:latin typeface="+mn-ea"/>
              <a:ea typeface="+mn-ea"/>
            </a:endParaRPr>
          </a:p>
          <a:p>
            <a:pPr marL="1657350" lvl="3" indent="-285750" algn="l">
              <a:buSzPct val="100000"/>
              <a:buFont typeface="Arial" panose="020B0604020202020204" pitchFamily="34" charset="0"/>
              <a:buChar char="•"/>
            </a:pPr>
            <a:r>
              <a:rPr lang="zh-TW" altLang="en-US" sz="1600" dirty="0">
                <a:solidFill>
                  <a:schemeClr val="tx1"/>
                </a:solidFill>
                <a:latin typeface="+mn-ea"/>
                <a:ea typeface="+mn-ea"/>
              </a:rPr>
              <a:t>自行拍攝與標註不同角度人物</a:t>
            </a:r>
            <a:r>
              <a:rPr lang="en-US" altLang="zh-TW" sz="1600" dirty="0">
                <a:solidFill>
                  <a:schemeClr val="tx1"/>
                </a:solidFill>
                <a:latin typeface="+mn-ea"/>
                <a:ea typeface="+mn-ea"/>
              </a:rPr>
              <a:t>(</a:t>
            </a:r>
            <a:r>
              <a:rPr lang="zh-TW" altLang="en-US" sz="1600" dirty="0">
                <a:solidFill>
                  <a:schemeClr val="tx1"/>
                </a:solidFill>
                <a:latin typeface="+mn-ea"/>
                <a:ea typeface="+mn-ea"/>
              </a:rPr>
              <a:t>針對側面與下半身</a:t>
            </a:r>
            <a:r>
              <a:rPr lang="en-US" altLang="zh-TW" sz="1600" dirty="0">
                <a:solidFill>
                  <a:schemeClr val="tx1"/>
                </a:solidFill>
                <a:latin typeface="+mn-ea"/>
                <a:ea typeface="+mn-ea"/>
              </a:rPr>
              <a:t>)</a:t>
            </a:r>
            <a:r>
              <a:rPr lang="zh-TW" altLang="en-US" sz="1600" dirty="0">
                <a:solidFill>
                  <a:schemeClr val="tx1"/>
                </a:solidFill>
                <a:latin typeface="+mn-ea"/>
                <a:ea typeface="+mn-ea"/>
              </a:rPr>
              <a:t>、球</a:t>
            </a:r>
            <a:r>
              <a:rPr lang="en-US" altLang="zh-TW" sz="1600" dirty="0">
                <a:solidFill>
                  <a:schemeClr val="tx1"/>
                </a:solidFill>
                <a:latin typeface="+mn-ea"/>
                <a:ea typeface="+mn-ea"/>
              </a:rPr>
              <a:t>(</a:t>
            </a:r>
            <a:r>
              <a:rPr lang="zh-TW" altLang="en-US" sz="1600" dirty="0">
                <a:solidFill>
                  <a:schemeClr val="tx1"/>
                </a:solidFill>
                <a:latin typeface="+mn-ea"/>
                <a:ea typeface="+mn-ea"/>
              </a:rPr>
              <a:t>針對移動中模糊的球</a:t>
            </a:r>
            <a:r>
              <a:rPr lang="en-US" altLang="zh-TW" sz="1600" dirty="0">
                <a:solidFill>
                  <a:schemeClr val="tx1"/>
                </a:solidFill>
                <a:latin typeface="+mn-ea"/>
                <a:ea typeface="+mn-ea"/>
              </a:rPr>
              <a:t>)</a:t>
            </a:r>
            <a:r>
              <a:rPr lang="zh-TW" altLang="en-US" sz="1600" dirty="0">
                <a:solidFill>
                  <a:schemeClr val="tx1"/>
                </a:solidFill>
                <a:latin typeface="+mn-ea"/>
                <a:ea typeface="+mn-ea"/>
              </a:rPr>
              <a:t>、瓶子</a:t>
            </a:r>
            <a:r>
              <a:rPr lang="en-US" altLang="zh-TW" sz="1600" dirty="0">
                <a:solidFill>
                  <a:schemeClr val="tx1"/>
                </a:solidFill>
                <a:latin typeface="+mn-ea"/>
                <a:ea typeface="+mn-ea"/>
              </a:rPr>
              <a:t>(</a:t>
            </a:r>
            <a:r>
              <a:rPr lang="zh-TW" altLang="en-US" sz="1600" dirty="0">
                <a:solidFill>
                  <a:schemeClr val="tx1"/>
                </a:solidFill>
                <a:latin typeface="+mn-ea"/>
                <a:ea typeface="+mn-ea"/>
              </a:rPr>
              <a:t>針對站立、重疊的瓶子</a:t>
            </a:r>
            <a:r>
              <a:rPr lang="en-US" altLang="zh-TW" sz="1600" dirty="0">
                <a:solidFill>
                  <a:schemeClr val="tx1"/>
                </a:solidFill>
                <a:latin typeface="+mn-ea"/>
                <a:ea typeface="+mn-ea"/>
              </a:rPr>
              <a:t>)</a:t>
            </a:r>
            <a:r>
              <a:rPr lang="zh-TW" altLang="en-US" sz="1600" dirty="0">
                <a:solidFill>
                  <a:schemeClr val="tx1"/>
                </a:solidFill>
                <a:latin typeface="+mn-ea"/>
                <a:ea typeface="+mn-ea"/>
              </a:rPr>
              <a:t>。</a:t>
            </a:r>
            <a:endParaRPr lang="en-US" altLang="zh-TW" sz="1600" dirty="0">
              <a:solidFill>
                <a:schemeClr val="tx1"/>
              </a:solidFill>
              <a:latin typeface="+mn-ea"/>
              <a:ea typeface="+mn-ea"/>
            </a:endParaRPr>
          </a:p>
          <a:p>
            <a:pPr marL="1657350" lvl="3" indent="-285750" algn="l">
              <a:buSzPct val="100000"/>
              <a:buFont typeface="Arial" panose="020B0604020202020204" pitchFamily="34" charset="0"/>
              <a:buChar char="•"/>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Model</a:t>
            </a:r>
            <a:r>
              <a:rPr lang="zh-TW" altLang="en-US" sz="1600" dirty="0">
                <a:solidFill>
                  <a:schemeClr val="tx1"/>
                </a:solidFill>
                <a:latin typeface="+mn-ea"/>
                <a:ea typeface="+mn-ea"/>
              </a:rPr>
              <a:t>：</a:t>
            </a:r>
            <a:r>
              <a:rPr lang="en-US" altLang="zh-TW" sz="1600" dirty="0">
                <a:solidFill>
                  <a:schemeClr val="tx1"/>
                </a:solidFill>
                <a:latin typeface="+mn-ea"/>
                <a:ea typeface="+mn-ea"/>
              </a:rPr>
              <a:t>yolov11</a:t>
            </a:r>
            <a:r>
              <a:rPr lang="en-US" altLang="zh-TW" sz="1600" dirty="0">
                <a:solidFill>
                  <a:schemeClr val="tx1"/>
                </a:solidFill>
                <a:highlight>
                  <a:srgbClr val="FFFF00"/>
                </a:highlight>
                <a:latin typeface="+mn-ea"/>
                <a:ea typeface="+mn-ea"/>
              </a:rPr>
              <a:t>n?s?</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Testing Result</a:t>
            </a:r>
            <a:r>
              <a:rPr lang="zh-TW" altLang="en-US" sz="1600" dirty="0">
                <a:solidFill>
                  <a:schemeClr val="tx1"/>
                </a:solidFill>
                <a:latin typeface="+mn-ea"/>
                <a:ea typeface="+mn-ea"/>
              </a:rPr>
              <a:t>：</a:t>
            </a:r>
            <a:r>
              <a:rPr lang="en-US" altLang="zh-TW" sz="1600" dirty="0">
                <a:solidFill>
                  <a:schemeClr val="tx1"/>
                </a:solidFill>
                <a:highlight>
                  <a:srgbClr val="FFFF00"/>
                </a:highlight>
                <a:latin typeface="+mn-ea"/>
                <a:ea typeface="+mn-ea"/>
              </a:rPr>
              <a:t>[Testing</a:t>
            </a:r>
            <a:r>
              <a:rPr lang="zh-TW" altLang="en-US" sz="1600" dirty="0">
                <a:solidFill>
                  <a:schemeClr val="tx1"/>
                </a:solidFill>
                <a:highlight>
                  <a:srgbClr val="FFFF00"/>
                </a:highlight>
                <a:latin typeface="+mn-ea"/>
                <a:ea typeface="+mn-ea"/>
              </a:rPr>
              <a:t>正確率</a:t>
            </a:r>
            <a:r>
              <a:rPr lang="en-US" altLang="zh-TW" sz="1600" dirty="0">
                <a:solidFill>
                  <a:schemeClr val="tx1"/>
                </a:solidFill>
                <a:highlight>
                  <a:srgbClr val="FFFF00"/>
                </a:highlight>
                <a:latin typeface="+mn-ea"/>
                <a:ea typeface="+mn-ea"/>
              </a:rPr>
              <a:t>]</a:t>
            </a:r>
          </a:p>
          <a:p>
            <a:pPr marL="1257300" lvl="2" indent="-342900" algn="l">
              <a:buSzPct val="100000"/>
              <a:buFont typeface="+mj-lt"/>
              <a:buAutoNum type="alphaUcPeriod"/>
            </a:pPr>
            <a:endParaRPr lang="en-US" altLang="zh-TW" sz="1600" dirty="0">
              <a:solidFill>
                <a:schemeClr val="tx1"/>
              </a:solidFill>
              <a:latin typeface="+mn-ea"/>
              <a:ea typeface="+mn-ea"/>
            </a:endParaRPr>
          </a:p>
          <a:p>
            <a:pPr marL="1257300" lvl="2" indent="-342900" algn="l">
              <a:buSzPct val="100000"/>
              <a:buFont typeface="+mj-lt"/>
              <a:buAutoNum type="alphaUcPeriod"/>
            </a:pPr>
            <a:r>
              <a:rPr lang="en-US" altLang="zh-TW" sz="1600" dirty="0">
                <a:solidFill>
                  <a:schemeClr val="tx1"/>
                </a:solidFill>
                <a:latin typeface="+mn-ea"/>
                <a:ea typeface="+mn-ea"/>
              </a:rPr>
              <a:t>Performance</a:t>
            </a:r>
            <a:r>
              <a:rPr lang="zh-TW" altLang="en-US" sz="1600" dirty="0">
                <a:solidFill>
                  <a:schemeClr val="tx1"/>
                </a:solidFill>
                <a:latin typeface="+mn-ea"/>
                <a:ea typeface="+mn-ea"/>
              </a:rPr>
              <a:t>：比</a:t>
            </a:r>
            <a:r>
              <a:rPr lang="en-US" altLang="zh-TW" sz="1600" dirty="0">
                <a:solidFill>
                  <a:schemeClr val="tx1"/>
                </a:solidFill>
                <a:latin typeface="+mn-ea"/>
                <a:ea typeface="+mn-ea"/>
              </a:rPr>
              <a:t>Pretrain</a:t>
            </a:r>
            <a:r>
              <a:rPr lang="zh-TW" altLang="en-US" sz="1600" dirty="0">
                <a:solidFill>
                  <a:schemeClr val="tx1"/>
                </a:solidFill>
                <a:latin typeface="+mn-ea"/>
                <a:ea typeface="+mn-ea"/>
              </a:rPr>
              <a:t>更能適應遊戲中物體的大小與移動情況。</a:t>
            </a:r>
            <a:endParaRPr lang="en-US" altLang="zh-TW" sz="1600" dirty="0">
              <a:solidFill>
                <a:schemeClr val="tx1"/>
              </a:solidFill>
              <a:latin typeface="+mn-ea"/>
              <a:ea typeface="+mn-ea"/>
            </a:endParaRPr>
          </a:p>
        </p:txBody>
      </p:sp>
    </p:spTree>
    <p:extLst>
      <p:ext uri="{BB962C8B-B14F-4D97-AF65-F5344CB8AC3E}">
        <p14:creationId xmlns:p14="http://schemas.microsoft.com/office/powerpoint/2010/main" val="28045614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41"/>
        <p:cNvGrpSpPr/>
        <p:nvPr/>
      </p:nvGrpSpPr>
      <p:grpSpPr>
        <a:xfrm>
          <a:off x="0" y="0"/>
          <a:ext cx="0" cy="0"/>
          <a:chOff x="0" y="0"/>
          <a:chExt cx="0" cy="0"/>
        </a:xfrm>
      </p:grpSpPr>
      <p:sp>
        <p:nvSpPr>
          <p:cNvPr id="443" name="Google Shape;443;p32"/>
          <p:cNvSpPr txBox="1">
            <a:spLocks noGrp="1"/>
          </p:cNvSpPr>
          <p:nvPr>
            <p:ph type="title"/>
          </p:nvPr>
        </p:nvSpPr>
        <p:spPr>
          <a:xfrm>
            <a:off x="4568464" y="2139749"/>
            <a:ext cx="3011700" cy="1012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altLang="zh-TW" dirty="0">
                <a:latin typeface="+mj-lt"/>
              </a:rPr>
              <a:t>Live Demo Time !</a:t>
            </a:r>
            <a:endParaRPr dirty="0">
              <a:latin typeface="+mj-lt"/>
            </a:endParaRPr>
          </a:p>
        </p:txBody>
      </p:sp>
      <p:grpSp>
        <p:nvGrpSpPr>
          <p:cNvPr id="445" name="Google Shape;445;p32"/>
          <p:cNvGrpSpPr/>
          <p:nvPr/>
        </p:nvGrpSpPr>
        <p:grpSpPr>
          <a:xfrm>
            <a:off x="886478" y="1922599"/>
            <a:ext cx="3472792" cy="3366329"/>
            <a:chOff x="657854" y="1421153"/>
            <a:chExt cx="3989881" cy="3867566"/>
          </a:xfrm>
        </p:grpSpPr>
        <p:sp>
          <p:nvSpPr>
            <p:cNvPr id="446" name="Google Shape;446;p32"/>
            <p:cNvSpPr/>
            <p:nvPr/>
          </p:nvSpPr>
          <p:spPr>
            <a:xfrm>
              <a:off x="781682" y="4007591"/>
              <a:ext cx="1281128" cy="128112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7" name="Google Shape;447;p32"/>
            <p:cNvSpPr/>
            <p:nvPr/>
          </p:nvSpPr>
          <p:spPr>
            <a:xfrm>
              <a:off x="844814" y="4083749"/>
              <a:ext cx="1106111" cy="110611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8" name="Google Shape;448;p32"/>
            <p:cNvSpPr/>
            <p:nvPr/>
          </p:nvSpPr>
          <p:spPr>
            <a:xfrm>
              <a:off x="946026" y="4161912"/>
              <a:ext cx="339033" cy="369348"/>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9" name="Google Shape;449;p32"/>
            <p:cNvSpPr/>
            <p:nvPr/>
          </p:nvSpPr>
          <p:spPr>
            <a:xfrm>
              <a:off x="912400" y="4565328"/>
              <a:ext cx="32688" cy="94935"/>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0" name="Google Shape;450;p32"/>
            <p:cNvSpPr/>
            <p:nvPr/>
          </p:nvSpPr>
          <p:spPr>
            <a:xfrm>
              <a:off x="1109868" y="4547717"/>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1" name="Google Shape;451;p32"/>
            <p:cNvSpPr/>
            <p:nvPr/>
          </p:nvSpPr>
          <p:spPr>
            <a:xfrm>
              <a:off x="1390452" y="4548218"/>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2" name="Google Shape;452;p32"/>
            <p:cNvSpPr/>
            <p:nvPr/>
          </p:nvSpPr>
          <p:spPr>
            <a:xfrm>
              <a:off x="1243145" y="4723082"/>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3" name="Google Shape;453;p32"/>
            <p:cNvSpPr/>
            <p:nvPr/>
          </p:nvSpPr>
          <p:spPr>
            <a:xfrm>
              <a:off x="3366596" y="4007580"/>
              <a:ext cx="1281128" cy="128112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4" name="Google Shape;454;p32"/>
            <p:cNvSpPr/>
            <p:nvPr/>
          </p:nvSpPr>
          <p:spPr>
            <a:xfrm>
              <a:off x="3429727" y="4083738"/>
              <a:ext cx="1106111" cy="110611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5" name="Google Shape;455;p32"/>
            <p:cNvSpPr/>
            <p:nvPr/>
          </p:nvSpPr>
          <p:spPr>
            <a:xfrm>
              <a:off x="3530939" y="4161901"/>
              <a:ext cx="339033" cy="369348"/>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6" name="Google Shape;456;p32"/>
            <p:cNvSpPr/>
            <p:nvPr/>
          </p:nvSpPr>
          <p:spPr>
            <a:xfrm>
              <a:off x="3497313" y="4565317"/>
              <a:ext cx="32688" cy="94935"/>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7" name="Google Shape;457;p32"/>
            <p:cNvSpPr/>
            <p:nvPr/>
          </p:nvSpPr>
          <p:spPr>
            <a:xfrm>
              <a:off x="3694781" y="4547706"/>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8" name="Google Shape;458;p32"/>
            <p:cNvSpPr/>
            <p:nvPr/>
          </p:nvSpPr>
          <p:spPr>
            <a:xfrm>
              <a:off x="3975366" y="4548207"/>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9" name="Google Shape;459;p32"/>
            <p:cNvSpPr/>
            <p:nvPr/>
          </p:nvSpPr>
          <p:spPr>
            <a:xfrm>
              <a:off x="3828059" y="4723071"/>
              <a:ext cx="145014" cy="145014"/>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0" name="Google Shape;460;p32"/>
            <p:cNvSpPr/>
            <p:nvPr/>
          </p:nvSpPr>
          <p:spPr>
            <a:xfrm rot="-2067551" flipH="1">
              <a:off x="1164875" y="2343812"/>
              <a:ext cx="672460" cy="2000708"/>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1" name="Google Shape;461;p32"/>
            <p:cNvSpPr/>
            <p:nvPr/>
          </p:nvSpPr>
          <p:spPr>
            <a:xfrm rot="-2067551" flipH="1">
              <a:off x="1112469" y="2926157"/>
              <a:ext cx="332707" cy="130068"/>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2" name="Google Shape;462;p32"/>
            <p:cNvSpPr/>
            <p:nvPr/>
          </p:nvSpPr>
          <p:spPr>
            <a:xfrm rot="-2067551" flipH="1">
              <a:off x="1104932" y="2847998"/>
              <a:ext cx="178076" cy="94002"/>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3" name="Google Shape;463;p32"/>
            <p:cNvSpPr/>
            <p:nvPr/>
          </p:nvSpPr>
          <p:spPr>
            <a:xfrm rot="2067551">
              <a:off x="3468254" y="2343812"/>
              <a:ext cx="672460" cy="2000708"/>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4" name="Google Shape;464;p32"/>
            <p:cNvSpPr/>
            <p:nvPr/>
          </p:nvSpPr>
          <p:spPr>
            <a:xfrm rot="2067551">
              <a:off x="3860412" y="2926157"/>
              <a:ext cx="332707" cy="130068"/>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5" name="Google Shape;465;p32"/>
            <p:cNvSpPr/>
            <p:nvPr/>
          </p:nvSpPr>
          <p:spPr>
            <a:xfrm rot="2067551">
              <a:off x="4022580" y="2847998"/>
              <a:ext cx="178076" cy="94002"/>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6" name="Google Shape;466;p32"/>
            <p:cNvSpPr/>
            <p:nvPr/>
          </p:nvSpPr>
          <p:spPr>
            <a:xfrm>
              <a:off x="3319541" y="3994420"/>
              <a:ext cx="765693" cy="435618"/>
            </a:xfrm>
            <a:custGeom>
              <a:avLst/>
              <a:gdLst/>
              <a:ahLst/>
              <a:cxnLst/>
              <a:rect l="l" t="t" r="r" b="b"/>
              <a:pathLst>
                <a:path w="198441" h="112897" extrusionOk="0">
                  <a:moveTo>
                    <a:pt x="198442" y="799"/>
                  </a:moveTo>
                  <a:cubicBezTo>
                    <a:pt x="198442" y="799"/>
                    <a:pt x="112141" y="136046"/>
                    <a:pt x="21976" y="109427"/>
                  </a:cubicBezTo>
                  <a:cubicBezTo>
                    <a:pt x="-68189" y="82806"/>
                    <a:pt x="144772" y="-9506"/>
                    <a:pt x="198442" y="79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7" name="Google Shape;467;p32"/>
            <p:cNvSpPr/>
            <p:nvPr/>
          </p:nvSpPr>
          <p:spPr>
            <a:xfrm>
              <a:off x="3424452" y="3617265"/>
              <a:ext cx="684212" cy="1066891"/>
            </a:xfrm>
            <a:custGeom>
              <a:avLst/>
              <a:gdLst/>
              <a:ahLst/>
              <a:cxnLst/>
              <a:rect l="l" t="t" r="r" b="b"/>
              <a:pathLst>
                <a:path w="177324" h="276501" extrusionOk="0">
                  <a:moveTo>
                    <a:pt x="0" y="79002"/>
                  </a:moveTo>
                  <a:lnTo>
                    <a:pt x="80719" y="271354"/>
                  </a:lnTo>
                  <a:cubicBezTo>
                    <a:pt x="80719" y="271354"/>
                    <a:pt x="144694" y="297974"/>
                    <a:pt x="177325" y="230136"/>
                  </a:cubicBezTo>
                  <a:cubicBezTo>
                    <a:pt x="177325" y="230136"/>
                    <a:pt x="170884" y="94029"/>
                    <a:pt x="13739" y="0"/>
                  </a:cubicBezTo>
                  <a:lnTo>
                    <a:pt x="0" y="79002"/>
                  </a:ln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8" name="Google Shape;468;p32"/>
            <p:cNvSpPr/>
            <p:nvPr/>
          </p:nvSpPr>
          <p:spPr>
            <a:xfrm>
              <a:off x="1282491" y="3994420"/>
              <a:ext cx="765693" cy="435618"/>
            </a:xfrm>
            <a:custGeom>
              <a:avLst/>
              <a:gdLst/>
              <a:ahLst/>
              <a:cxnLst/>
              <a:rect l="l" t="t" r="r" b="b"/>
              <a:pathLst>
                <a:path w="198441" h="112897" extrusionOk="0">
                  <a:moveTo>
                    <a:pt x="0" y="799"/>
                  </a:moveTo>
                  <a:cubicBezTo>
                    <a:pt x="0" y="799"/>
                    <a:pt x="86301" y="136046"/>
                    <a:pt x="176466" y="109427"/>
                  </a:cubicBezTo>
                  <a:cubicBezTo>
                    <a:pt x="266631" y="82806"/>
                    <a:pt x="53670" y="-9506"/>
                    <a:pt x="0" y="79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9" name="Google Shape;469;p32"/>
            <p:cNvSpPr/>
            <p:nvPr/>
          </p:nvSpPr>
          <p:spPr>
            <a:xfrm>
              <a:off x="1262567" y="3617265"/>
              <a:ext cx="684212" cy="1066891"/>
            </a:xfrm>
            <a:custGeom>
              <a:avLst/>
              <a:gdLst/>
              <a:ahLst/>
              <a:cxnLst/>
              <a:rect l="l" t="t" r="r" b="b"/>
              <a:pathLst>
                <a:path w="177324" h="276501" extrusionOk="0">
                  <a:moveTo>
                    <a:pt x="177325" y="79002"/>
                  </a:moveTo>
                  <a:lnTo>
                    <a:pt x="96605" y="271354"/>
                  </a:lnTo>
                  <a:cubicBezTo>
                    <a:pt x="96605" y="271354"/>
                    <a:pt x="32631" y="297974"/>
                    <a:pt x="0" y="230136"/>
                  </a:cubicBezTo>
                  <a:cubicBezTo>
                    <a:pt x="0" y="230136"/>
                    <a:pt x="6440" y="94029"/>
                    <a:pt x="163585" y="0"/>
                  </a:cubicBezTo>
                  <a:lnTo>
                    <a:pt x="177325" y="79002"/>
                  </a:ln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0" name="Google Shape;470;p32"/>
            <p:cNvSpPr/>
            <p:nvPr/>
          </p:nvSpPr>
          <p:spPr>
            <a:xfrm>
              <a:off x="2283735" y="3022822"/>
              <a:ext cx="800181" cy="631219"/>
            </a:xfrm>
            <a:custGeom>
              <a:avLst/>
              <a:gdLst/>
              <a:ahLst/>
              <a:cxnLst/>
              <a:rect l="l" t="t" r="r" b="b"/>
              <a:pathLst>
                <a:path w="207379" h="163590" extrusionOk="0">
                  <a:moveTo>
                    <a:pt x="0" y="82866"/>
                  </a:moveTo>
                  <a:cubicBezTo>
                    <a:pt x="0" y="82866"/>
                    <a:pt x="41218" y="87160"/>
                    <a:pt x="49806" y="68697"/>
                  </a:cubicBezTo>
                  <a:cubicBezTo>
                    <a:pt x="57963" y="50235"/>
                    <a:pt x="39930" y="0"/>
                    <a:pt x="39930" y="0"/>
                  </a:cubicBezTo>
                  <a:lnTo>
                    <a:pt x="164015" y="0"/>
                  </a:lnTo>
                  <a:lnTo>
                    <a:pt x="164015" y="68697"/>
                  </a:lnTo>
                  <a:lnTo>
                    <a:pt x="207380" y="82866"/>
                  </a:lnTo>
                  <a:cubicBezTo>
                    <a:pt x="207380" y="82866"/>
                    <a:pt x="168738" y="179042"/>
                    <a:pt x="91024" y="161438"/>
                  </a:cubicBezTo>
                  <a:cubicBezTo>
                    <a:pt x="13310" y="144264"/>
                    <a:pt x="0" y="82866"/>
                    <a:pt x="0" y="82866"/>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1" name="Google Shape;471;p32"/>
            <p:cNvSpPr/>
            <p:nvPr/>
          </p:nvSpPr>
          <p:spPr>
            <a:xfrm>
              <a:off x="1857780" y="2303814"/>
              <a:ext cx="341998" cy="439793"/>
            </a:xfrm>
            <a:custGeom>
              <a:avLst/>
              <a:gdLst/>
              <a:ahLst/>
              <a:cxnLst/>
              <a:rect l="l" t="t" r="r" b="b"/>
              <a:pathLst>
                <a:path w="88634" h="113979" extrusionOk="0">
                  <a:moveTo>
                    <a:pt x="86959" y="35216"/>
                  </a:moveTo>
                  <a:cubicBezTo>
                    <a:pt x="82236" y="26629"/>
                    <a:pt x="76225" y="19330"/>
                    <a:pt x="68926" y="12889"/>
                  </a:cubicBezTo>
                  <a:cubicBezTo>
                    <a:pt x="60768" y="6020"/>
                    <a:pt x="50893" y="438"/>
                    <a:pt x="40159" y="9"/>
                  </a:cubicBezTo>
                  <a:cubicBezTo>
                    <a:pt x="21696" y="-421"/>
                    <a:pt x="4952" y="15466"/>
                    <a:pt x="1087" y="33499"/>
                  </a:cubicBezTo>
                  <a:cubicBezTo>
                    <a:pt x="-2777" y="51531"/>
                    <a:pt x="4093" y="70853"/>
                    <a:pt x="14827" y="85880"/>
                  </a:cubicBezTo>
                  <a:cubicBezTo>
                    <a:pt x="21696" y="95326"/>
                    <a:pt x="30713" y="103484"/>
                    <a:pt x="41018" y="108636"/>
                  </a:cubicBezTo>
                  <a:cubicBezTo>
                    <a:pt x="51322" y="113788"/>
                    <a:pt x="63773" y="115506"/>
                    <a:pt x="74937" y="112500"/>
                  </a:cubicBezTo>
                  <a:cubicBezTo>
                    <a:pt x="75366" y="112500"/>
                    <a:pt x="94258" y="48097"/>
                    <a:pt x="86959" y="35216"/>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2" name="Google Shape;472;p32"/>
            <p:cNvSpPr/>
            <p:nvPr/>
          </p:nvSpPr>
          <p:spPr>
            <a:xfrm>
              <a:off x="1984854" y="2389451"/>
              <a:ext cx="125908" cy="289452"/>
            </a:xfrm>
            <a:custGeom>
              <a:avLst/>
              <a:gdLst/>
              <a:ahLst/>
              <a:cxnLst/>
              <a:rect l="l" t="t" r="r" b="b"/>
              <a:pathLst>
                <a:path w="32631" h="75016" extrusionOk="0">
                  <a:moveTo>
                    <a:pt x="0" y="191"/>
                  </a:moveTo>
                  <a:cubicBezTo>
                    <a:pt x="3005" y="5343"/>
                    <a:pt x="7299" y="8778"/>
                    <a:pt x="10734" y="13501"/>
                  </a:cubicBezTo>
                  <a:cubicBezTo>
                    <a:pt x="14598" y="18224"/>
                    <a:pt x="17174" y="23805"/>
                    <a:pt x="19321" y="29387"/>
                  </a:cubicBezTo>
                  <a:cubicBezTo>
                    <a:pt x="21897" y="36257"/>
                    <a:pt x="23185" y="43127"/>
                    <a:pt x="24044" y="50426"/>
                  </a:cubicBezTo>
                  <a:cubicBezTo>
                    <a:pt x="24473" y="54290"/>
                    <a:pt x="24473" y="58154"/>
                    <a:pt x="24903" y="62448"/>
                  </a:cubicBezTo>
                  <a:cubicBezTo>
                    <a:pt x="25332" y="66741"/>
                    <a:pt x="26620" y="70176"/>
                    <a:pt x="27479" y="74040"/>
                  </a:cubicBezTo>
                  <a:cubicBezTo>
                    <a:pt x="27479" y="74470"/>
                    <a:pt x="28767" y="75328"/>
                    <a:pt x="29196" y="74899"/>
                  </a:cubicBezTo>
                  <a:cubicBezTo>
                    <a:pt x="31343" y="71464"/>
                    <a:pt x="32631" y="68888"/>
                    <a:pt x="32631" y="64594"/>
                  </a:cubicBezTo>
                  <a:cubicBezTo>
                    <a:pt x="32631" y="60301"/>
                    <a:pt x="32631" y="56007"/>
                    <a:pt x="32202" y="52143"/>
                  </a:cubicBezTo>
                  <a:cubicBezTo>
                    <a:pt x="31343" y="43556"/>
                    <a:pt x="29626" y="35398"/>
                    <a:pt x="26191" y="27670"/>
                  </a:cubicBezTo>
                  <a:cubicBezTo>
                    <a:pt x="23185" y="20800"/>
                    <a:pt x="19750" y="14360"/>
                    <a:pt x="14598" y="9207"/>
                  </a:cubicBezTo>
                  <a:cubicBezTo>
                    <a:pt x="11163" y="4914"/>
                    <a:pt x="6011" y="-1097"/>
                    <a:pt x="0" y="191"/>
                  </a:cubicBezTo>
                  <a:cubicBezTo>
                    <a:pt x="0" y="-238"/>
                    <a:pt x="0" y="191"/>
                    <a:pt x="0" y="191"/>
                  </a:cubicBezTo>
                  <a:lnTo>
                    <a:pt x="0" y="19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3" name="Google Shape;473;p32"/>
            <p:cNvSpPr/>
            <p:nvPr/>
          </p:nvSpPr>
          <p:spPr>
            <a:xfrm>
              <a:off x="1961287" y="2499782"/>
              <a:ext cx="129126" cy="106866"/>
            </a:xfrm>
            <a:custGeom>
              <a:avLst/>
              <a:gdLst/>
              <a:ahLst/>
              <a:cxnLst/>
              <a:rect l="l" t="t" r="r" b="b"/>
              <a:pathLst>
                <a:path w="33465" h="27696" extrusionOk="0">
                  <a:moveTo>
                    <a:pt x="30568" y="1288"/>
                  </a:moveTo>
                  <a:cubicBezTo>
                    <a:pt x="33144" y="4723"/>
                    <a:pt x="34002" y="5582"/>
                    <a:pt x="33144" y="3864"/>
                  </a:cubicBezTo>
                  <a:cubicBezTo>
                    <a:pt x="33144" y="3435"/>
                    <a:pt x="32714" y="3005"/>
                    <a:pt x="32285" y="2576"/>
                  </a:cubicBezTo>
                  <a:cubicBezTo>
                    <a:pt x="31426" y="1717"/>
                    <a:pt x="30568" y="1288"/>
                    <a:pt x="30568" y="1288"/>
                  </a:cubicBezTo>
                  <a:cubicBezTo>
                    <a:pt x="28850" y="429"/>
                    <a:pt x="27991" y="429"/>
                    <a:pt x="26703" y="0"/>
                  </a:cubicBezTo>
                  <a:cubicBezTo>
                    <a:pt x="24986" y="0"/>
                    <a:pt x="23269" y="0"/>
                    <a:pt x="21551" y="429"/>
                  </a:cubicBezTo>
                  <a:cubicBezTo>
                    <a:pt x="18116" y="1288"/>
                    <a:pt x="15111" y="3005"/>
                    <a:pt x="12105" y="4723"/>
                  </a:cubicBezTo>
                  <a:cubicBezTo>
                    <a:pt x="9529" y="6440"/>
                    <a:pt x="7382" y="9016"/>
                    <a:pt x="5235" y="11592"/>
                  </a:cubicBezTo>
                  <a:cubicBezTo>
                    <a:pt x="3089" y="14598"/>
                    <a:pt x="942" y="17604"/>
                    <a:pt x="83" y="21038"/>
                  </a:cubicBezTo>
                  <a:cubicBezTo>
                    <a:pt x="-776" y="24473"/>
                    <a:pt x="5235" y="30055"/>
                    <a:pt x="7812" y="26620"/>
                  </a:cubicBezTo>
                  <a:cubicBezTo>
                    <a:pt x="9529" y="24473"/>
                    <a:pt x="10388" y="21897"/>
                    <a:pt x="12105" y="19321"/>
                  </a:cubicBezTo>
                  <a:cubicBezTo>
                    <a:pt x="13393" y="17174"/>
                    <a:pt x="15540" y="15028"/>
                    <a:pt x="17687" y="13310"/>
                  </a:cubicBezTo>
                  <a:cubicBezTo>
                    <a:pt x="19834" y="11592"/>
                    <a:pt x="21980" y="10304"/>
                    <a:pt x="24557" y="9016"/>
                  </a:cubicBezTo>
                  <a:cubicBezTo>
                    <a:pt x="25845" y="8587"/>
                    <a:pt x="27133" y="8158"/>
                    <a:pt x="28850" y="7728"/>
                  </a:cubicBezTo>
                  <a:cubicBezTo>
                    <a:pt x="30138" y="7299"/>
                    <a:pt x="31856" y="7299"/>
                    <a:pt x="32714" y="6440"/>
                  </a:cubicBezTo>
                  <a:cubicBezTo>
                    <a:pt x="34432" y="5152"/>
                    <a:pt x="32285" y="2147"/>
                    <a:pt x="30568" y="1288"/>
                  </a:cubicBezTo>
                  <a:lnTo>
                    <a:pt x="30568" y="128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4" name="Google Shape;474;p32"/>
            <p:cNvSpPr/>
            <p:nvPr/>
          </p:nvSpPr>
          <p:spPr>
            <a:xfrm>
              <a:off x="3135537" y="2348296"/>
              <a:ext cx="403526" cy="444909"/>
            </a:xfrm>
            <a:custGeom>
              <a:avLst/>
              <a:gdLst/>
              <a:ahLst/>
              <a:cxnLst/>
              <a:rect l="l" t="t" r="r" b="b"/>
              <a:pathLst>
                <a:path w="104580" h="115305" extrusionOk="0">
                  <a:moveTo>
                    <a:pt x="14169" y="22855"/>
                  </a:moveTo>
                  <a:cubicBezTo>
                    <a:pt x="21897" y="15556"/>
                    <a:pt x="30484" y="9545"/>
                    <a:pt x="40360" y="5251"/>
                  </a:cubicBezTo>
                  <a:cubicBezTo>
                    <a:pt x="51094" y="528"/>
                    <a:pt x="63545" y="-1618"/>
                    <a:pt x="74708" y="1387"/>
                  </a:cubicBezTo>
                  <a:cubicBezTo>
                    <a:pt x="94459" y="6969"/>
                    <a:pt x="106481" y="29295"/>
                    <a:pt x="104334" y="49475"/>
                  </a:cubicBezTo>
                  <a:cubicBezTo>
                    <a:pt x="102187" y="70084"/>
                    <a:pt x="88877" y="87688"/>
                    <a:pt x="72132" y="99710"/>
                  </a:cubicBezTo>
                  <a:cubicBezTo>
                    <a:pt x="61828" y="107009"/>
                    <a:pt x="49806" y="113020"/>
                    <a:pt x="36925" y="114737"/>
                  </a:cubicBezTo>
                  <a:cubicBezTo>
                    <a:pt x="24044" y="116455"/>
                    <a:pt x="10734" y="114308"/>
                    <a:pt x="0" y="107868"/>
                  </a:cubicBezTo>
                  <a:cubicBezTo>
                    <a:pt x="429" y="108297"/>
                    <a:pt x="2576" y="34448"/>
                    <a:pt x="14169" y="22855"/>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5" name="Google Shape;475;p32"/>
            <p:cNvSpPr/>
            <p:nvPr/>
          </p:nvSpPr>
          <p:spPr>
            <a:xfrm>
              <a:off x="3248190" y="2456035"/>
              <a:ext cx="195744" cy="249408"/>
            </a:xfrm>
            <a:custGeom>
              <a:avLst/>
              <a:gdLst/>
              <a:ahLst/>
              <a:cxnLst/>
              <a:rect l="l" t="t" r="r" b="b"/>
              <a:pathLst>
                <a:path w="50730" h="64638" extrusionOk="0">
                  <a:moveTo>
                    <a:pt x="50301" y="1007"/>
                  </a:moveTo>
                  <a:cubicBezTo>
                    <a:pt x="36562" y="-3716"/>
                    <a:pt x="23252" y="9165"/>
                    <a:pt x="15523" y="19040"/>
                  </a:cubicBezTo>
                  <a:cubicBezTo>
                    <a:pt x="10800" y="25051"/>
                    <a:pt x="7365" y="31921"/>
                    <a:pt x="4360" y="39220"/>
                  </a:cubicBezTo>
                  <a:cubicBezTo>
                    <a:pt x="3072" y="43084"/>
                    <a:pt x="1784" y="46948"/>
                    <a:pt x="496" y="50812"/>
                  </a:cubicBezTo>
                  <a:cubicBezTo>
                    <a:pt x="-363" y="55106"/>
                    <a:pt x="66" y="58970"/>
                    <a:pt x="496" y="63264"/>
                  </a:cubicBezTo>
                  <a:cubicBezTo>
                    <a:pt x="496" y="63693"/>
                    <a:pt x="1354" y="64981"/>
                    <a:pt x="2213" y="64552"/>
                  </a:cubicBezTo>
                  <a:cubicBezTo>
                    <a:pt x="4360" y="62405"/>
                    <a:pt x="6507" y="60258"/>
                    <a:pt x="7795" y="57253"/>
                  </a:cubicBezTo>
                  <a:cubicBezTo>
                    <a:pt x="9083" y="53818"/>
                    <a:pt x="10371" y="50383"/>
                    <a:pt x="12088" y="46519"/>
                  </a:cubicBezTo>
                  <a:cubicBezTo>
                    <a:pt x="15094" y="39649"/>
                    <a:pt x="18529" y="33209"/>
                    <a:pt x="22822" y="27198"/>
                  </a:cubicBezTo>
                  <a:cubicBezTo>
                    <a:pt x="26687" y="22046"/>
                    <a:pt x="31410" y="17323"/>
                    <a:pt x="36562" y="13459"/>
                  </a:cubicBezTo>
                  <a:cubicBezTo>
                    <a:pt x="41285" y="9594"/>
                    <a:pt x="47296" y="7018"/>
                    <a:pt x="50731" y="1866"/>
                  </a:cubicBezTo>
                  <a:cubicBezTo>
                    <a:pt x="50731" y="1007"/>
                    <a:pt x="50301" y="1007"/>
                    <a:pt x="50301" y="1007"/>
                  </a:cubicBezTo>
                  <a:lnTo>
                    <a:pt x="50301" y="10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6" name="Google Shape;476;p32"/>
            <p:cNvSpPr/>
            <p:nvPr/>
          </p:nvSpPr>
          <p:spPr>
            <a:xfrm>
              <a:off x="2029084" y="1719681"/>
              <a:ext cx="1306074" cy="1492800"/>
            </a:xfrm>
            <a:custGeom>
              <a:avLst/>
              <a:gdLst/>
              <a:ahLst/>
              <a:cxnLst/>
              <a:rect l="l" t="t" r="r" b="b"/>
              <a:pathLst>
                <a:path w="338489" h="386882" extrusionOk="0">
                  <a:moveTo>
                    <a:pt x="7884" y="47147"/>
                  </a:moveTo>
                  <a:cubicBezTo>
                    <a:pt x="56831" y="8076"/>
                    <a:pt x="120376" y="-5664"/>
                    <a:pt x="181345" y="2065"/>
                  </a:cubicBezTo>
                  <a:lnTo>
                    <a:pt x="331620" y="75055"/>
                  </a:lnTo>
                  <a:cubicBezTo>
                    <a:pt x="333767" y="77632"/>
                    <a:pt x="336343" y="79778"/>
                    <a:pt x="338490" y="82355"/>
                  </a:cubicBezTo>
                  <a:cubicBezTo>
                    <a:pt x="333767" y="114556"/>
                    <a:pt x="329044" y="146329"/>
                    <a:pt x="323462" y="178531"/>
                  </a:cubicBezTo>
                  <a:cubicBezTo>
                    <a:pt x="317451" y="215026"/>
                    <a:pt x="311011" y="251522"/>
                    <a:pt x="296842" y="285441"/>
                  </a:cubicBezTo>
                  <a:cubicBezTo>
                    <a:pt x="283103" y="319360"/>
                    <a:pt x="261205" y="350703"/>
                    <a:pt x="230721" y="369166"/>
                  </a:cubicBezTo>
                  <a:cubicBezTo>
                    <a:pt x="190361" y="393639"/>
                    <a:pt x="137550" y="391922"/>
                    <a:pt x="95903" y="369166"/>
                  </a:cubicBezTo>
                  <a:cubicBezTo>
                    <a:pt x="54684" y="345980"/>
                    <a:pt x="24629" y="303903"/>
                    <a:pt x="10890" y="256674"/>
                  </a:cubicBezTo>
                  <a:cubicBezTo>
                    <a:pt x="-2420" y="211162"/>
                    <a:pt x="-1132" y="162215"/>
                    <a:pt x="2302" y="114556"/>
                  </a:cubicBezTo>
                  <a:cubicBezTo>
                    <a:pt x="3591" y="91800"/>
                    <a:pt x="5737" y="69474"/>
                    <a:pt x="7884" y="47147"/>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7" name="Google Shape;477;p32"/>
            <p:cNvSpPr/>
            <p:nvPr/>
          </p:nvSpPr>
          <p:spPr>
            <a:xfrm>
              <a:off x="3309884" y="2009945"/>
              <a:ext cx="29819" cy="28163"/>
            </a:xfrm>
            <a:custGeom>
              <a:avLst/>
              <a:gdLst/>
              <a:ahLst/>
              <a:cxnLst/>
              <a:rect l="l" t="t" r="r" b="b"/>
              <a:pathLst>
                <a:path w="7728" h="7299" extrusionOk="0">
                  <a:moveTo>
                    <a:pt x="0" y="0"/>
                  </a:moveTo>
                  <a:lnTo>
                    <a:pt x="7728" y="3435"/>
                  </a:lnTo>
                  <a:cubicBezTo>
                    <a:pt x="7728" y="4723"/>
                    <a:pt x="7299" y="6011"/>
                    <a:pt x="7299" y="7299"/>
                  </a:cubicBezTo>
                  <a:cubicBezTo>
                    <a:pt x="4723" y="4723"/>
                    <a:pt x="2147" y="2576"/>
                    <a:pt x="0" y="0"/>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8" name="Google Shape;478;p32"/>
            <p:cNvSpPr/>
            <p:nvPr/>
          </p:nvSpPr>
          <p:spPr>
            <a:xfrm>
              <a:off x="2176790" y="2138556"/>
              <a:ext cx="213092" cy="110937"/>
            </a:xfrm>
            <a:custGeom>
              <a:avLst/>
              <a:gdLst/>
              <a:ahLst/>
              <a:cxnLst/>
              <a:rect l="l" t="t" r="r" b="b"/>
              <a:pathLst>
                <a:path w="55226" h="28751" extrusionOk="0">
                  <a:moveTo>
                    <a:pt x="174" y="21702"/>
                  </a:moveTo>
                  <a:cubicBezTo>
                    <a:pt x="1892" y="30718"/>
                    <a:pt x="13914" y="29430"/>
                    <a:pt x="29371" y="26854"/>
                  </a:cubicBezTo>
                  <a:cubicBezTo>
                    <a:pt x="44398" y="24278"/>
                    <a:pt x="56420" y="21272"/>
                    <a:pt x="55132" y="12256"/>
                  </a:cubicBezTo>
                  <a:cubicBezTo>
                    <a:pt x="53415" y="3239"/>
                    <a:pt x="40105" y="-1913"/>
                    <a:pt x="25077" y="663"/>
                  </a:cubicBezTo>
                  <a:cubicBezTo>
                    <a:pt x="9620" y="3239"/>
                    <a:pt x="-1543" y="12685"/>
                    <a:pt x="174" y="2170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9" name="Google Shape;479;p32"/>
            <p:cNvSpPr/>
            <p:nvPr/>
          </p:nvSpPr>
          <p:spPr>
            <a:xfrm>
              <a:off x="2706778" y="2165813"/>
              <a:ext cx="211155" cy="109667"/>
            </a:xfrm>
            <a:custGeom>
              <a:avLst/>
              <a:gdLst/>
              <a:ahLst/>
              <a:cxnLst/>
              <a:rect l="l" t="t" r="r" b="b"/>
              <a:pathLst>
                <a:path w="54724" h="28422" extrusionOk="0">
                  <a:moveTo>
                    <a:pt x="54623" y="21094"/>
                  </a:moveTo>
                  <a:cubicBezTo>
                    <a:pt x="53335" y="30111"/>
                    <a:pt x="40884" y="29252"/>
                    <a:pt x="25856" y="26676"/>
                  </a:cubicBezTo>
                  <a:cubicBezTo>
                    <a:pt x="10829" y="24100"/>
                    <a:pt x="-1193" y="21094"/>
                    <a:pt x="95" y="12507"/>
                  </a:cubicBezTo>
                  <a:cubicBezTo>
                    <a:pt x="1383" y="3491"/>
                    <a:pt x="14693" y="-1662"/>
                    <a:pt x="30150" y="485"/>
                  </a:cubicBezTo>
                  <a:cubicBezTo>
                    <a:pt x="44748" y="3061"/>
                    <a:pt x="55911" y="12078"/>
                    <a:pt x="54623" y="2109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0" name="Google Shape;480;p32"/>
            <p:cNvSpPr/>
            <p:nvPr/>
          </p:nvSpPr>
          <p:spPr>
            <a:xfrm>
              <a:off x="2468041" y="2209200"/>
              <a:ext cx="147767" cy="480103"/>
            </a:xfrm>
            <a:custGeom>
              <a:avLst/>
              <a:gdLst/>
              <a:ahLst/>
              <a:cxnLst/>
              <a:rect l="l" t="t" r="r" b="b"/>
              <a:pathLst>
                <a:path w="38296" h="124426" extrusionOk="0">
                  <a:moveTo>
                    <a:pt x="16316" y="0"/>
                  </a:moveTo>
                  <a:cubicBezTo>
                    <a:pt x="10734" y="17174"/>
                    <a:pt x="9446" y="36495"/>
                    <a:pt x="7299" y="54528"/>
                  </a:cubicBezTo>
                  <a:cubicBezTo>
                    <a:pt x="4723" y="73849"/>
                    <a:pt x="2147" y="93600"/>
                    <a:pt x="0" y="112921"/>
                  </a:cubicBezTo>
                  <a:cubicBezTo>
                    <a:pt x="0" y="114638"/>
                    <a:pt x="1288" y="115927"/>
                    <a:pt x="2576" y="116785"/>
                  </a:cubicBezTo>
                  <a:cubicBezTo>
                    <a:pt x="12022" y="122796"/>
                    <a:pt x="27049" y="127519"/>
                    <a:pt x="37783" y="121937"/>
                  </a:cubicBezTo>
                  <a:cubicBezTo>
                    <a:pt x="39501" y="121079"/>
                    <a:pt x="36495" y="117215"/>
                    <a:pt x="34778" y="117215"/>
                  </a:cubicBezTo>
                  <a:cubicBezTo>
                    <a:pt x="29626" y="117644"/>
                    <a:pt x="24473" y="118932"/>
                    <a:pt x="19321" y="118073"/>
                  </a:cubicBezTo>
                  <a:cubicBezTo>
                    <a:pt x="13310" y="117644"/>
                    <a:pt x="7728" y="115068"/>
                    <a:pt x="3005" y="112062"/>
                  </a:cubicBezTo>
                  <a:cubicBezTo>
                    <a:pt x="3864" y="113350"/>
                    <a:pt x="4723" y="114638"/>
                    <a:pt x="5582" y="115927"/>
                  </a:cubicBezTo>
                  <a:cubicBezTo>
                    <a:pt x="8587" y="97035"/>
                    <a:pt x="10734" y="77714"/>
                    <a:pt x="13310" y="58822"/>
                  </a:cubicBezTo>
                  <a:cubicBezTo>
                    <a:pt x="15028" y="39930"/>
                    <a:pt x="17604" y="19750"/>
                    <a:pt x="16316" y="0"/>
                  </a:cubicBezTo>
                  <a:cubicBezTo>
                    <a:pt x="16316" y="429"/>
                    <a:pt x="16316" y="0"/>
                    <a:pt x="16316" y="0"/>
                  </a:cubicBezTo>
                  <a:lnTo>
                    <a:pt x="16316"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1" name="Google Shape;481;p32"/>
            <p:cNvSpPr/>
            <p:nvPr/>
          </p:nvSpPr>
          <p:spPr>
            <a:xfrm>
              <a:off x="2451114" y="2744802"/>
              <a:ext cx="287647" cy="197326"/>
            </a:xfrm>
            <a:custGeom>
              <a:avLst/>
              <a:gdLst/>
              <a:ahLst/>
              <a:cxnLst/>
              <a:rect l="l" t="t" r="r" b="b"/>
              <a:pathLst>
                <a:path w="74548" h="51140" extrusionOk="0">
                  <a:moveTo>
                    <a:pt x="4378" y="9204"/>
                  </a:moveTo>
                  <a:cubicBezTo>
                    <a:pt x="9530" y="5340"/>
                    <a:pt x="15970" y="6199"/>
                    <a:pt x="21552" y="8345"/>
                  </a:cubicBezTo>
                  <a:cubicBezTo>
                    <a:pt x="26275" y="10063"/>
                    <a:pt x="31427" y="10922"/>
                    <a:pt x="36150" y="10492"/>
                  </a:cubicBezTo>
                  <a:cubicBezTo>
                    <a:pt x="40873" y="9204"/>
                    <a:pt x="45596" y="7487"/>
                    <a:pt x="49460" y="4481"/>
                  </a:cubicBezTo>
                  <a:cubicBezTo>
                    <a:pt x="54612" y="1047"/>
                    <a:pt x="60623" y="-1530"/>
                    <a:pt x="66634" y="1047"/>
                  </a:cubicBezTo>
                  <a:cubicBezTo>
                    <a:pt x="79944" y="6628"/>
                    <a:pt x="79515" y="43982"/>
                    <a:pt x="41302" y="50852"/>
                  </a:cubicBezTo>
                  <a:lnTo>
                    <a:pt x="41302" y="50852"/>
                  </a:lnTo>
                  <a:cubicBezTo>
                    <a:pt x="2660" y="54716"/>
                    <a:pt x="-6786" y="18650"/>
                    <a:pt x="4378" y="9204"/>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2" name="Google Shape;482;p32"/>
            <p:cNvSpPr/>
            <p:nvPr/>
          </p:nvSpPr>
          <p:spPr>
            <a:xfrm>
              <a:off x="2834997" y="2471550"/>
              <a:ext cx="56327" cy="155727"/>
            </a:xfrm>
            <a:custGeom>
              <a:avLst/>
              <a:gdLst/>
              <a:ahLst/>
              <a:cxnLst/>
              <a:rect l="l" t="t" r="r" b="b"/>
              <a:pathLst>
                <a:path w="14598" h="40359" extrusionOk="0">
                  <a:moveTo>
                    <a:pt x="14598" y="20180"/>
                  </a:moveTo>
                  <a:cubicBezTo>
                    <a:pt x="14598" y="31343"/>
                    <a:pt x="11163" y="40359"/>
                    <a:pt x="7299" y="40359"/>
                  </a:cubicBezTo>
                  <a:cubicBezTo>
                    <a:pt x="3435" y="40359"/>
                    <a:pt x="0" y="31343"/>
                    <a:pt x="0" y="20180"/>
                  </a:cubicBezTo>
                  <a:cubicBezTo>
                    <a:pt x="0" y="9016"/>
                    <a:pt x="3435" y="0"/>
                    <a:pt x="7299" y="0"/>
                  </a:cubicBezTo>
                  <a:cubicBezTo>
                    <a:pt x="11163" y="0"/>
                    <a:pt x="14598" y="9016"/>
                    <a:pt x="14598"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3" name="Google Shape;483;p32"/>
            <p:cNvSpPr/>
            <p:nvPr/>
          </p:nvSpPr>
          <p:spPr>
            <a:xfrm>
              <a:off x="2360113" y="2471496"/>
              <a:ext cx="56327" cy="155781"/>
            </a:xfrm>
            <a:custGeom>
              <a:avLst/>
              <a:gdLst/>
              <a:ahLst/>
              <a:cxnLst/>
              <a:rect l="l" t="t" r="r" b="b"/>
              <a:pathLst>
                <a:path w="14598" h="40373" extrusionOk="0">
                  <a:moveTo>
                    <a:pt x="14598" y="20194"/>
                  </a:moveTo>
                  <a:cubicBezTo>
                    <a:pt x="14598" y="31357"/>
                    <a:pt x="11163" y="40374"/>
                    <a:pt x="7299" y="40374"/>
                  </a:cubicBezTo>
                  <a:cubicBezTo>
                    <a:pt x="3005" y="40374"/>
                    <a:pt x="0" y="31357"/>
                    <a:pt x="0" y="20194"/>
                  </a:cubicBezTo>
                  <a:cubicBezTo>
                    <a:pt x="0" y="9031"/>
                    <a:pt x="3435" y="14"/>
                    <a:pt x="7299" y="14"/>
                  </a:cubicBezTo>
                  <a:cubicBezTo>
                    <a:pt x="11593" y="-415"/>
                    <a:pt x="14598" y="9031"/>
                    <a:pt x="14598" y="2019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4" name="Google Shape;484;p32"/>
            <p:cNvSpPr/>
            <p:nvPr/>
          </p:nvSpPr>
          <p:spPr>
            <a:xfrm>
              <a:off x="2147577" y="2330668"/>
              <a:ext cx="327092" cy="439959"/>
            </a:xfrm>
            <a:custGeom>
              <a:avLst/>
              <a:gdLst/>
              <a:ahLst/>
              <a:cxnLst/>
              <a:rect l="l" t="t" r="r" b="b"/>
              <a:pathLst>
                <a:path w="84771" h="114022" extrusionOk="0">
                  <a:moveTo>
                    <a:pt x="0" y="58757"/>
                  </a:moveTo>
                  <a:cubicBezTo>
                    <a:pt x="429" y="79366"/>
                    <a:pt x="8587" y="102980"/>
                    <a:pt x="28767" y="111567"/>
                  </a:cubicBezTo>
                  <a:cubicBezTo>
                    <a:pt x="47229" y="119296"/>
                    <a:pt x="65692" y="107703"/>
                    <a:pt x="75138" y="91817"/>
                  </a:cubicBezTo>
                  <a:cubicBezTo>
                    <a:pt x="86730" y="72496"/>
                    <a:pt x="88018" y="46305"/>
                    <a:pt x="78143" y="25696"/>
                  </a:cubicBezTo>
                  <a:cubicBezTo>
                    <a:pt x="69985" y="8522"/>
                    <a:pt x="52382" y="-4789"/>
                    <a:pt x="33061" y="1652"/>
                  </a:cubicBezTo>
                  <a:cubicBezTo>
                    <a:pt x="10305" y="9810"/>
                    <a:pt x="429" y="36859"/>
                    <a:pt x="0" y="58757"/>
                  </a:cubicBezTo>
                  <a:cubicBezTo>
                    <a:pt x="0" y="61762"/>
                    <a:pt x="4723" y="57898"/>
                    <a:pt x="4723" y="55751"/>
                  </a:cubicBezTo>
                  <a:cubicBezTo>
                    <a:pt x="4723" y="37289"/>
                    <a:pt x="12451" y="14532"/>
                    <a:pt x="31343" y="7234"/>
                  </a:cubicBezTo>
                  <a:cubicBezTo>
                    <a:pt x="48088" y="793"/>
                    <a:pt x="64404" y="11956"/>
                    <a:pt x="72561" y="26555"/>
                  </a:cubicBezTo>
                  <a:cubicBezTo>
                    <a:pt x="82007" y="44158"/>
                    <a:pt x="82866" y="66914"/>
                    <a:pt x="75138" y="85377"/>
                  </a:cubicBezTo>
                  <a:cubicBezTo>
                    <a:pt x="68268" y="101263"/>
                    <a:pt x="51952" y="113714"/>
                    <a:pt x="34349" y="107274"/>
                  </a:cubicBezTo>
                  <a:cubicBezTo>
                    <a:pt x="13739" y="99975"/>
                    <a:pt x="5582" y="75501"/>
                    <a:pt x="5582" y="55751"/>
                  </a:cubicBezTo>
                  <a:cubicBezTo>
                    <a:pt x="4723" y="52745"/>
                    <a:pt x="0" y="56610"/>
                    <a:pt x="0" y="5875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5" name="Google Shape;485;p32"/>
            <p:cNvSpPr/>
            <p:nvPr/>
          </p:nvSpPr>
          <p:spPr>
            <a:xfrm>
              <a:off x="2657331" y="2330668"/>
              <a:ext cx="327092" cy="439959"/>
            </a:xfrm>
            <a:custGeom>
              <a:avLst/>
              <a:gdLst/>
              <a:ahLst/>
              <a:cxnLst/>
              <a:rect l="l" t="t" r="r" b="b"/>
              <a:pathLst>
                <a:path w="84771" h="114022" extrusionOk="0">
                  <a:moveTo>
                    <a:pt x="0" y="58757"/>
                  </a:moveTo>
                  <a:cubicBezTo>
                    <a:pt x="429" y="79366"/>
                    <a:pt x="8587" y="102980"/>
                    <a:pt x="28767" y="111567"/>
                  </a:cubicBezTo>
                  <a:cubicBezTo>
                    <a:pt x="47229" y="119296"/>
                    <a:pt x="65692" y="107703"/>
                    <a:pt x="75138" y="91817"/>
                  </a:cubicBezTo>
                  <a:cubicBezTo>
                    <a:pt x="86730" y="72496"/>
                    <a:pt x="88018" y="46305"/>
                    <a:pt x="78143" y="25696"/>
                  </a:cubicBezTo>
                  <a:cubicBezTo>
                    <a:pt x="69985" y="8522"/>
                    <a:pt x="52382" y="-4789"/>
                    <a:pt x="33060" y="1652"/>
                  </a:cubicBezTo>
                  <a:cubicBezTo>
                    <a:pt x="10305" y="9810"/>
                    <a:pt x="0" y="36859"/>
                    <a:pt x="0" y="58757"/>
                  </a:cubicBezTo>
                  <a:cubicBezTo>
                    <a:pt x="0" y="61762"/>
                    <a:pt x="4723" y="57898"/>
                    <a:pt x="4723" y="55751"/>
                  </a:cubicBezTo>
                  <a:cubicBezTo>
                    <a:pt x="4723" y="37289"/>
                    <a:pt x="12451" y="14532"/>
                    <a:pt x="31343" y="7234"/>
                  </a:cubicBezTo>
                  <a:cubicBezTo>
                    <a:pt x="48088" y="793"/>
                    <a:pt x="64404" y="11956"/>
                    <a:pt x="72561" y="26555"/>
                  </a:cubicBezTo>
                  <a:cubicBezTo>
                    <a:pt x="82007" y="44158"/>
                    <a:pt x="82866" y="66914"/>
                    <a:pt x="75138" y="85377"/>
                  </a:cubicBezTo>
                  <a:cubicBezTo>
                    <a:pt x="68268" y="101263"/>
                    <a:pt x="51952" y="113714"/>
                    <a:pt x="34349" y="107274"/>
                  </a:cubicBezTo>
                  <a:cubicBezTo>
                    <a:pt x="13739" y="99975"/>
                    <a:pt x="5582" y="75501"/>
                    <a:pt x="5582" y="55751"/>
                  </a:cubicBezTo>
                  <a:cubicBezTo>
                    <a:pt x="4723" y="52745"/>
                    <a:pt x="0" y="56610"/>
                    <a:pt x="0" y="5875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6" name="Google Shape;486;p32"/>
            <p:cNvSpPr/>
            <p:nvPr/>
          </p:nvSpPr>
          <p:spPr>
            <a:xfrm>
              <a:off x="2462182" y="2501344"/>
              <a:ext cx="213080" cy="60587"/>
            </a:xfrm>
            <a:custGeom>
              <a:avLst/>
              <a:gdLst/>
              <a:ahLst/>
              <a:cxnLst/>
              <a:rect l="l" t="t" r="r" b="b"/>
              <a:pathLst>
                <a:path w="55223" h="15702" extrusionOk="0">
                  <a:moveTo>
                    <a:pt x="54756" y="10759"/>
                  </a:moveTo>
                  <a:cubicBezTo>
                    <a:pt x="39299" y="1743"/>
                    <a:pt x="15255" y="-6844"/>
                    <a:pt x="1086" y="8183"/>
                  </a:cubicBezTo>
                  <a:cubicBezTo>
                    <a:pt x="227" y="9042"/>
                    <a:pt x="-631" y="10759"/>
                    <a:pt x="657" y="11618"/>
                  </a:cubicBezTo>
                  <a:cubicBezTo>
                    <a:pt x="1945" y="12477"/>
                    <a:pt x="3233" y="11188"/>
                    <a:pt x="4092" y="10330"/>
                  </a:cubicBezTo>
                  <a:cubicBezTo>
                    <a:pt x="11391" y="2601"/>
                    <a:pt x="24271" y="4748"/>
                    <a:pt x="33288" y="7754"/>
                  </a:cubicBezTo>
                  <a:cubicBezTo>
                    <a:pt x="39299" y="9471"/>
                    <a:pt x="45739" y="12047"/>
                    <a:pt x="51321" y="15482"/>
                  </a:cubicBezTo>
                  <a:cubicBezTo>
                    <a:pt x="53039" y="16770"/>
                    <a:pt x="56473" y="12047"/>
                    <a:pt x="54756" y="10759"/>
                  </a:cubicBezTo>
                  <a:lnTo>
                    <a:pt x="54756" y="10759"/>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7" name="Google Shape;487;p32"/>
            <p:cNvSpPr/>
            <p:nvPr/>
          </p:nvSpPr>
          <p:spPr>
            <a:xfrm>
              <a:off x="2978178" y="1786168"/>
              <a:ext cx="506021" cy="839557"/>
            </a:xfrm>
            <a:custGeom>
              <a:avLst/>
              <a:gdLst/>
              <a:ahLst/>
              <a:cxnLst/>
              <a:rect l="l" t="t" r="r" b="b"/>
              <a:pathLst>
                <a:path w="131143" h="217584" extrusionOk="0">
                  <a:moveTo>
                    <a:pt x="72033" y="163915"/>
                  </a:moveTo>
                  <a:cubicBezTo>
                    <a:pt x="63875" y="176796"/>
                    <a:pt x="53570" y="196975"/>
                    <a:pt x="52712" y="217585"/>
                  </a:cubicBezTo>
                  <a:cubicBezTo>
                    <a:pt x="52712" y="217585"/>
                    <a:pt x="-40459" y="115397"/>
                    <a:pt x="20939" y="19651"/>
                  </a:cubicBezTo>
                  <a:cubicBezTo>
                    <a:pt x="54859" y="-33160"/>
                    <a:pt x="152323" y="23515"/>
                    <a:pt x="126991" y="153181"/>
                  </a:cubicBezTo>
                  <a:cubicBezTo>
                    <a:pt x="126991" y="153181"/>
                    <a:pt x="120550" y="145452"/>
                    <a:pt x="105952" y="145023"/>
                  </a:cubicBezTo>
                  <a:cubicBezTo>
                    <a:pt x="92213" y="144594"/>
                    <a:pt x="79332" y="152322"/>
                    <a:pt x="72033" y="16391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8" name="Google Shape;488;p32"/>
            <p:cNvSpPr/>
            <p:nvPr/>
          </p:nvSpPr>
          <p:spPr>
            <a:xfrm>
              <a:off x="1820914" y="1421153"/>
              <a:ext cx="1553565" cy="925425"/>
            </a:xfrm>
            <a:custGeom>
              <a:avLst/>
              <a:gdLst/>
              <a:ahLst/>
              <a:cxnLst/>
              <a:rect l="l" t="t" r="r" b="b"/>
              <a:pathLst>
                <a:path w="402630" h="239838" extrusionOk="0">
                  <a:moveTo>
                    <a:pt x="53985" y="228675"/>
                  </a:moveTo>
                  <a:cubicBezTo>
                    <a:pt x="53985" y="228675"/>
                    <a:pt x="42821" y="90422"/>
                    <a:pt x="186227" y="107167"/>
                  </a:cubicBezTo>
                  <a:cubicBezTo>
                    <a:pt x="300436" y="120477"/>
                    <a:pt x="315464" y="173717"/>
                    <a:pt x="315464" y="173717"/>
                  </a:cubicBezTo>
                  <a:lnTo>
                    <a:pt x="400047" y="119189"/>
                  </a:lnTo>
                  <a:cubicBezTo>
                    <a:pt x="400047" y="119189"/>
                    <a:pt x="431820" y="56932"/>
                    <a:pt x="272528" y="14425"/>
                  </a:cubicBezTo>
                  <a:cubicBezTo>
                    <a:pt x="30799" y="-49978"/>
                    <a:pt x="-43050" y="114895"/>
                    <a:pt x="23071" y="239838"/>
                  </a:cubicBezTo>
                  <a:cubicBezTo>
                    <a:pt x="23071" y="239838"/>
                    <a:pt x="45398" y="226528"/>
                    <a:pt x="53985" y="22867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9" name="Google Shape;489;p32"/>
            <p:cNvSpPr/>
            <p:nvPr/>
          </p:nvSpPr>
          <p:spPr>
            <a:xfrm>
              <a:off x="1282491" y="3338487"/>
              <a:ext cx="2796497" cy="1795677"/>
            </a:xfrm>
            <a:custGeom>
              <a:avLst/>
              <a:gdLst/>
              <a:ahLst/>
              <a:cxnLst/>
              <a:rect l="l" t="t" r="r" b="b"/>
              <a:pathLst>
                <a:path w="724755" h="465377" extrusionOk="0">
                  <a:moveTo>
                    <a:pt x="724756" y="170409"/>
                  </a:moveTo>
                  <a:cubicBezTo>
                    <a:pt x="724756" y="170409"/>
                    <a:pt x="680532" y="136060"/>
                    <a:pt x="625574" y="85396"/>
                  </a:cubicBezTo>
                  <a:cubicBezTo>
                    <a:pt x="552583" y="18416"/>
                    <a:pt x="513512" y="-6057"/>
                    <a:pt x="465853" y="1242"/>
                  </a:cubicBezTo>
                  <a:cubicBezTo>
                    <a:pt x="465853" y="1242"/>
                    <a:pt x="419053" y="75950"/>
                    <a:pt x="362378" y="75950"/>
                  </a:cubicBezTo>
                  <a:cubicBezTo>
                    <a:pt x="305703" y="75950"/>
                    <a:pt x="258903" y="1242"/>
                    <a:pt x="258903" y="1242"/>
                  </a:cubicBezTo>
                  <a:cubicBezTo>
                    <a:pt x="211244" y="-5628"/>
                    <a:pt x="172172" y="18416"/>
                    <a:pt x="99182" y="85396"/>
                  </a:cubicBezTo>
                  <a:cubicBezTo>
                    <a:pt x="44224" y="136060"/>
                    <a:pt x="0" y="170409"/>
                    <a:pt x="0" y="170409"/>
                  </a:cubicBezTo>
                  <a:cubicBezTo>
                    <a:pt x="92741" y="185007"/>
                    <a:pt x="151993" y="280754"/>
                    <a:pt x="151993" y="280754"/>
                  </a:cubicBezTo>
                  <a:lnTo>
                    <a:pt x="141688" y="465377"/>
                  </a:lnTo>
                  <a:lnTo>
                    <a:pt x="362378" y="465377"/>
                  </a:lnTo>
                  <a:lnTo>
                    <a:pt x="362378" y="465377"/>
                  </a:lnTo>
                  <a:lnTo>
                    <a:pt x="583068" y="465377"/>
                  </a:lnTo>
                  <a:lnTo>
                    <a:pt x="572763" y="280754"/>
                  </a:lnTo>
                  <a:cubicBezTo>
                    <a:pt x="572763" y="280754"/>
                    <a:pt x="632444" y="185436"/>
                    <a:pt x="724756" y="170409"/>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0" name="Google Shape;490;p32"/>
            <p:cNvSpPr/>
            <p:nvPr/>
          </p:nvSpPr>
          <p:spPr>
            <a:xfrm>
              <a:off x="2343511" y="3542545"/>
              <a:ext cx="675928" cy="1592081"/>
            </a:xfrm>
            <a:custGeom>
              <a:avLst/>
              <a:gdLst/>
              <a:ahLst/>
              <a:cxnLst/>
              <a:rect l="l" t="t" r="r" b="b"/>
              <a:pathLst>
                <a:path w="175177" h="412612" extrusionOk="0">
                  <a:moveTo>
                    <a:pt x="141688" y="2576"/>
                  </a:moveTo>
                  <a:cubicBezTo>
                    <a:pt x="126231" y="14169"/>
                    <a:pt x="107769" y="22756"/>
                    <a:pt x="88448" y="22756"/>
                  </a:cubicBezTo>
                  <a:cubicBezTo>
                    <a:pt x="67838" y="22756"/>
                    <a:pt x="48088" y="12451"/>
                    <a:pt x="31772" y="0"/>
                  </a:cubicBezTo>
                  <a:cubicBezTo>
                    <a:pt x="10305" y="135677"/>
                    <a:pt x="6440" y="274359"/>
                    <a:pt x="0" y="412613"/>
                  </a:cubicBezTo>
                  <a:lnTo>
                    <a:pt x="88448" y="412613"/>
                  </a:lnTo>
                  <a:lnTo>
                    <a:pt x="88448" y="412613"/>
                  </a:lnTo>
                  <a:lnTo>
                    <a:pt x="175178" y="412613"/>
                  </a:lnTo>
                  <a:cubicBezTo>
                    <a:pt x="173460" y="276077"/>
                    <a:pt x="158433" y="139112"/>
                    <a:pt x="141688" y="2576"/>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1" name="Google Shape;491;p32"/>
            <p:cNvSpPr/>
            <p:nvPr/>
          </p:nvSpPr>
          <p:spPr>
            <a:xfrm>
              <a:off x="2011422" y="3527602"/>
              <a:ext cx="1295532" cy="1295532"/>
            </a:xfrm>
            <a:custGeom>
              <a:avLst/>
              <a:gdLst/>
              <a:ahLst/>
              <a:cxnLst/>
              <a:rect l="l" t="t" r="r" b="b"/>
              <a:pathLst>
                <a:path w="335757" h="335757" extrusionOk="0">
                  <a:moveTo>
                    <a:pt x="335758" y="167879"/>
                  </a:moveTo>
                  <a:cubicBezTo>
                    <a:pt x="335758" y="260596"/>
                    <a:pt x="260596" y="335758"/>
                    <a:pt x="167879" y="335758"/>
                  </a:cubicBezTo>
                  <a:cubicBezTo>
                    <a:pt x="75162" y="335758"/>
                    <a:pt x="0" y="260596"/>
                    <a:pt x="0" y="167879"/>
                  </a:cubicBezTo>
                  <a:cubicBezTo>
                    <a:pt x="0" y="75162"/>
                    <a:pt x="75162" y="0"/>
                    <a:pt x="167879" y="0"/>
                  </a:cubicBezTo>
                  <a:cubicBezTo>
                    <a:pt x="260596" y="0"/>
                    <a:pt x="335758" y="75162"/>
                    <a:pt x="335758" y="167879"/>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2" name="Google Shape;492;p32"/>
            <p:cNvSpPr/>
            <p:nvPr/>
          </p:nvSpPr>
          <p:spPr>
            <a:xfrm>
              <a:off x="2076180" y="3605644"/>
              <a:ext cx="1116612" cy="1116612"/>
            </a:xfrm>
            <a:custGeom>
              <a:avLst/>
              <a:gdLst/>
              <a:ahLst/>
              <a:cxnLst/>
              <a:rect l="l" t="t" r="r" b="b"/>
              <a:pathLst>
                <a:path w="289387" h="289387" extrusionOk="0">
                  <a:moveTo>
                    <a:pt x="289387" y="144694"/>
                  </a:moveTo>
                  <a:cubicBezTo>
                    <a:pt x="289387" y="224606"/>
                    <a:pt x="224606" y="289387"/>
                    <a:pt x="144693" y="289387"/>
                  </a:cubicBezTo>
                  <a:cubicBezTo>
                    <a:pt x="64781" y="289387"/>
                    <a:pt x="0" y="224606"/>
                    <a:pt x="0" y="144694"/>
                  </a:cubicBezTo>
                  <a:cubicBezTo>
                    <a:pt x="0" y="64782"/>
                    <a:pt x="64781" y="0"/>
                    <a:pt x="144693" y="0"/>
                  </a:cubicBezTo>
                  <a:cubicBezTo>
                    <a:pt x="224606" y="0"/>
                    <a:pt x="289387" y="64782"/>
                    <a:pt x="289387" y="144694"/>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3" name="Google Shape;493;p32"/>
            <p:cNvSpPr/>
            <p:nvPr/>
          </p:nvSpPr>
          <p:spPr>
            <a:xfrm>
              <a:off x="2179126" y="3683686"/>
              <a:ext cx="340864" cy="375961"/>
            </a:xfrm>
            <a:custGeom>
              <a:avLst/>
              <a:gdLst/>
              <a:ahLst/>
              <a:cxnLst/>
              <a:rect l="l" t="t" r="r" b="b"/>
              <a:pathLst>
                <a:path w="88340" h="97436" extrusionOk="0">
                  <a:moveTo>
                    <a:pt x="88018" y="0"/>
                  </a:moveTo>
                  <a:cubicBezTo>
                    <a:pt x="82007" y="1717"/>
                    <a:pt x="75567" y="2147"/>
                    <a:pt x="69556" y="4294"/>
                  </a:cubicBezTo>
                  <a:cubicBezTo>
                    <a:pt x="64404" y="6011"/>
                    <a:pt x="59681" y="8587"/>
                    <a:pt x="54958" y="11163"/>
                  </a:cubicBezTo>
                  <a:cubicBezTo>
                    <a:pt x="44653" y="16745"/>
                    <a:pt x="35637" y="24473"/>
                    <a:pt x="27908" y="32631"/>
                  </a:cubicBezTo>
                  <a:cubicBezTo>
                    <a:pt x="20180" y="41218"/>
                    <a:pt x="13310" y="50235"/>
                    <a:pt x="8158" y="60539"/>
                  </a:cubicBezTo>
                  <a:cubicBezTo>
                    <a:pt x="5582" y="65262"/>
                    <a:pt x="3435" y="70415"/>
                    <a:pt x="2147" y="75996"/>
                  </a:cubicBezTo>
                  <a:cubicBezTo>
                    <a:pt x="1718" y="79002"/>
                    <a:pt x="859" y="81578"/>
                    <a:pt x="429" y="84584"/>
                  </a:cubicBezTo>
                  <a:cubicBezTo>
                    <a:pt x="0" y="88018"/>
                    <a:pt x="0" y="91882"/>
                    <a:pt x="0" y="95317"/>
                  </a:cubicBezTo>
                  <a:cubicBezTo>
                    <a:pt x="0" y="96176"/>
                    <a:pt x="1718" y="98323"/>
                    <a:pt x="2147" y="97035"/>
                  </a:cubicBezTo>
                  <a:cubicBezTo>
                    <a:pt x="3435" y="94459"/>
                    <a:pt x="4723" y="92741"/>
                    <a:pt x="6011" y="90594"/>
                  </a:cubicBezTo>
                  <a:cubicBezTo>
                    <a:pt x="7299" y="88448"/>
                    <a:pt x="8158" y="85872"/>
                    <a:pt x="9446" y="83295"/>
                  </a:cubicBezTo>
                  <a:cubicBezTo>
                    <a:pt x="12022" y="78572"/>
                    <a:pt x="14598" y="73850"/>
                    <a:pt x="17174" y="68697"/>
                  </a:cubicBezTo>
                  <a:cubicBezTo>
                    <a:pt x="22327" y="58822"/>
                    <a:pt x="28767" y="49805"/>
                    <a:pt x="36066" y="41648"/>
                  </a:cubicBezTo>
                  <a:cubicBezTo>
                    <a:pt x="43365" y="33490"/>
                    <a:pt x="51523" y="26191"/>
                    <a:pt x="60110" y="19321"/>
                  </a:cubicBezTo>
                  <a:cubicBezTo>
                    <a:pt x="64404" y="15886"/>
                    <a:pt x="68697" y="12881"/>
                    <a:pt x="73420" y="9875"/>
                  </a:cubicBezTo>
                  <a:cubicBezTo>
                    <a:pt x="78143" y="6440"/>
                    <a:pt x="82866" y="2147"/>
                    <a:pt x="88018" y="0"/>
                  </a:cubicBezTo>
                  <a:cubicBezTo>
                    <a:pt x="88448" y="429"/>
                    <a:pt x="88448" y="0"/>
                    <a:pt x="88018" y="0"/>
                  </a:cubicBezTo>
                  <a:lnTo>
                    <a:pt x="88018"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4" name="Google Shape;494;p32"/>
            <p:cNvSpPr/>
            <p:nvPr/>
          </p:nvSpPr>
          <p:spPr>
            <a:xfrm>
              <a:off x="2144259" y="4092158"/>
              <a:ext cx="31798" cy="96085"/>
            </a:xfrm>
            <a:custGeom>
              <a:avLst/>
              <a:gdLst/>
              <a:ahLst/>
              <a:cxnLst/>
              <a:rect l="l" t="t" r="r" b="b"/>
              <a:pathLst>
                <a:path w="8241" h="24902" extrusionOk="0">
                  <a:moveTo>
                    <a:pt x="3435" y="859"/>
                  </a:moveTo>
                  <a:cubicBezTo>
                    <a:pt x="2147" y="3864"/>
                    <a:pt x="1288" y="7299"/>
                    <a:pt x="429" y="10305"/>
                  </a:cubicBezTo>
                  <a:cubicBezTo>
                    <a:pt x="429" y="11163"/>
                    <a:pt x="0" y="12022"/>
                    <a:pt x="0" y="12451"/>
                  </a:cubicBezTo>
                  <a:cubicBezTo>
                    <a:pt x="0" y="13310"/>
                    <a:pt x="0" y="14169"/>
                    <a:pt x="0" y="15027"/>
                  </a:cubicBezTo>
                  <a:cubicBezTo>
                    <a:pt x="0" y="16745"/>
                    <a:pt x="0" y="18892"/>
                    <a:pt x="429" y="21039"/>
                  </a:cubicBezTo>
                  <a:cubicBezTo>
                    <a:pt x="859" y="22327"/>
                    <a:pt x="1717" y="23615"/>
                    <a:pt x="3005" y="24473"/>
                  </a:cubicBezTo>
                  <a:cubicBezTo>
                    <a:pt x="3864" y="24903"/>
                    <a:pt x="5582" y="25332"/>
                    <a:pt x="6011" y="24044"/>
                  </a:cubicBezTo>
                  <a:cubicBezTo>
                    <a:pt x="6440" y="22756"/>
                    <a:pt x="6870" y="21039"/>
                    <a:pt x="6870" y="19321"/>
                  </a:cubicBezTo>
                  <a:cubicBezTo>
                    <a:pt x="6870" y="18462"/>
                    <a:pt x="7299" y="17604"/>
                    <a:pt x="7299" y="16745"/>
                  </a:cubicBezTo>
                  <a:cubicBezTo>
                    <a:pt x="7299" y="15886"/>
                    <a:pt x="7299" y="15027"/>
                    <a:pt x="7299" y="14169"/>
                  </a:cubicBezTo>
                  <a:cubicBezTo>
                    <a:pt x="7728" y="10734"/>
                    <a:pt x="7728" y="7299"/>
                    <a:pt x="8158" y="3864"/>
                  </a:cubicBezTo>
                  <a:cubicBezTo>
                    <a:pt x="8587" y="2576"/>
                    <a:pt x="7299" y="859"/>
                    <a:pt x="6011" y="429"/>
                  </a:cubicBezTo>
                  <a:cubicBezTo>
                    <a:pt x="5582" y="0"/>
                    <a:pt x="3864" y="-429"/>
                    <a:pt x="3435" y="859"/>
                  </a:cubicBezTo>
                  <a:lnTo>
                    <a:pt x="3435" y="859"/>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5" name="Google Shape;495;p32"/>
            <p:cNvSpPr/>
            <p:nvPr/>
          </p:nvSpPr>
          <p:spPr>
            <a:xfrm>
              <a:off x="2343511" y="4075552"/>
              <a:ext cx="145787" cy="145787"/>
            </a:xfrm>
            <a:custGeom>
              <a:avLst/>
              <a:gdLst/>
              <a:ahLst/>
              <a:cxnLst/>
              <a:rect l="l" t="t" r="r" b="b"/>
              <a:pathLst>
                <a:path w="37783" h="37783" extrusionOk="0">
                  <a:moveTo>
                    <a:pt x="37783" y="18892"/>
                  </a:moveTo>
                  <a:cubicBezTo>
                    <a:pt x="37783" y="29325"/>
                    <a:pt x="29325" y="37784"/>
                    <a:pt x="18892" y="37784"/>
                  </a:cubicBezTo>
                  <a:cubicBezTo>
                    <a:pt x="8458" y="37784"/>
                    <a:pt x="0" y="29325"/>
                    <a:pt x="0" y="18892"/>
                  </a:cubicBezTo>
                  <a:cubicBezTo>
                    <a:pt x="0" y="8458"/>
                    <a:pt x="8458" y="0"/>
                    <a:pt x="18892" y="0"/>
                  </a:cubicBezTo>
                  <a:cubicBezTo>
                    <a:pt x="29325" y="0"/>
                    <a:pt x="37783" y="8458"/>
                    <a:pt x="37783"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6" name="Google Shape;496;p32"/>
            <p:cNvSpPr/>
            <p:nvPr/>
          </p:nvSpPr>
          <p:spPr>
            <a:xfrm>
              <a:off x="2627445" y="4075552"/>
              <a:ext cx="145787" cy="145787"/>
            </a:xfrm>
            <a:custGeom>
              <a:avLst/>
              <a:gdLst/>
              <a:ahLst/>
              <a:cxnLst/>
              <a:rect l="l" t="t" r="r" b="b"/>
              <a:pathLst>
                <a:path w="37783" h="37783" extrusionOk="0">
                  <a:moveTo>
                    <a:pt x="37784" y="18892"/>
                  </a:moveTo>
                  <a:cubicBezTo>
                    <a:pt x="37784" y="29325"/>
                    <a:pt x="29325" y="37784"/>
                    <a:pt x="18892" y="37784"/>
                  </a:cubicBezTo>
                  <a:cubicBezTo>
                    <a:pt x="8458" y="37784"/>
                    <a:pt x="0" y="29325"/>
                    <a:pt x="0" y="18892"/>
                  </a:cubicBezTo>
                  <a:cubicBezTo>
                    <a:pt x="0" y="8458"/>
                    <a:pt x="8458" y="0"/>
                    <a:pt x="18892" y="0"/>
                  </a:cubicBezTo>
                  <a:cubicBezTo>
                    <a:pt x="29325" y="0"/>
                    <a:pt x="37784" y="8458"/>
                    <a:pt x="37784"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7" name="Google Shape;497;p32"/>
            <p:cNvSpPr/>
            <p:nvPr/>
          </p:nvSpPr>
          <p:spPr>
            <a:xfrm>
              <a:off x="2478007" y="4251561"/>
              <a:ext cx="145787" cy="145787"/>
            </a:xfrm>
            <a:custGeom>
              <a:avLst/>
              <a:gdLst/>
              <a:ahLst/>
              <a:cxnLst/>
              <a:rect l="l" t="t" r="r" b="b"/>
              <a:pathLst>
                <a:path w="37783" h="37783" extrusionOk="0">
                  <a:moveTo>
                    <a:pt x="37784" y="18892"/>
                  </a:moveTo>
                  <a:cubicBezTo>
                    <a:pt x="37784" y="29325"/>
                    <a:pt x="29325" y="37784"/>
                    <a:pt x="18892" y="37784"/>
                  </a:cubicBezTo>
                  <a:cubicBezTo>
                    <a:pt x="8458" y="37784"/>
                    <a:pt x="0" y="29325"/>
                    <a:pt x="0" y="18892"/>
                  </a:cubicBezTo>
                  <a:cubicBezTo>
                    <a:pt x="0" y="8458"/>
                    <a:pt x="8458" y="0"/>
                    <a:pt x="18892" y="0"/>
                  </a:cubicBezTo>
                  <a:cubicBezTo>
                    <a:pt x="29325" y="0"/>
                    <a:pt x="37784" y="8458"/>
                    <a:pt x="37784"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8" name="Google Shape;498;p32"/>
            <p:cNvSpPr/>
            <p:nvPr/>
          </p:nvSpPr>
          <p:spPr>
            <a:xfrm>
              <a:off x="1863430" y="3979245"/>
              <a:ext cx="101271" cy="437825"/>
            </a:xfrm>
            <a:custGeom>
              <a:avLst/>
              <a:gdLst/>
              <a:ahLst/>
              <a:cxnLst/>
              <a:rect l="l" t="t" r="r" b="b"/>
              <a:pathLst>
                <a:path w="26246" h="113469" extrusionOk="0">
                  <a:moveTo>
                    <a:pt x="26246" y="0"/>
                  </a:moveTo>
                  <a:cubicBezTo>
                    <a:pt x="21953" y="18033"/>
                    <a:pt x="14654" y="35207"/>
                    <a:pt x="9931" y="53240"/>
                  </a:cubicBezTo>
                  <a:cubicBezTo>
                    <a:pt x="7784" y="61828"/>
                    <a:pt x="6066" y="70844"/>
                    <a:pt x="3920" y="79431"/>
                  </a:cubicBezTo>
                  <a:cubicBezTo>
                    <a:pt x="1773" y="89306"/>
                    <a:pt x="-374" y="99182"/>
                    <a:pt x="55" y="109057"/>
                  </a:cubicBezTo>
                  <a:cubicBezTo>
                    <a:pt x="55" y="110774"/>
                    <a:pt x="3490" y="115497"/>
                    <a:pt x="5208" y="112492"/>
                  </a:cubicBezTo>
                  <a:cubicBezTo>
                    <a:pt x="9501" y="104763"/>
                    <a:pt x="10360" y="94888"/>
                    <a:pt x="12077" y="86301"/>
                  </a:cubicBezTo>
                  <a:cubicBezTo>
                    <a:pt x="13795" y="77284"/>
                    <a:pt x="15512" y="68268"/>
                    <a:pt x="17230" y="59251"/>
                  </a:cubicBezTo>
                  <a:cubicBezTo>
                    <a:pt x="20664" y="39930"/>
                    <a:pt x="21523" y="19750"/>
                    <a:pt x="26246" y="0"/>
                  </a:cubicBezTo>
                  <a:lnTo>
                    <a:pt x="26246" y="0"/>
                  </a:lnTo>
                  <a:lnTo>
                    <a:pt x="26246"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9" name="Google Shape;499;p32"/>
            <p:cNvSpPr/>
            <p:nvPr/>
          </p:nvSpPr>
          <p:spPr>
            <a:xfrm>
              <a:off x="3404528" y="3979245"/>
              <a:ext cx="100060" cy="437752"/>
            </a:xfrm>
            <a:custGeom>
              <a:avLst/>
              <a:gdLst/>
              <a:ahLst/>
              <a:cxnLst/>
              <a:rect l="l" t="t" r="r" b="b"/>
              <a:pathLst>
                <a:path w="25932" h="113450" extrusionOk="0">
                  <a:moveTo>
                    <a:pt x="0" y="0"/>
                  </a:moveTo>
                  <a:cubicBezTo>
                    <a:pt x="4294" y="18033"/>
                    <a:pt x="6011" y="36495"/>
                    <a:pt x="9016" y="54958"/>
                  </a:cubicBezTo>
                  <a:cubicBezTo>
                    <a:pt x="10734" y="63974"/>
                    <a:pt x="12451" y="73420"/>
                    <a:pt x="14169" y="82437"/>
                  </a:cubicBezTo>
                  <a:cubicBezTo>
                    <a:pt x="15886" y="91883"/>
                    <a:pt x="17604" y="101758"/>
                    <a:pt x="21039" y="110345"/>
                  </a:cubicBezTo>
                  <a:cubicBezTo>
                    <a:pt x="21468" y="111633"/>
                    <a:pt x="25761" y="115497"/>
                    <a:pt x="25761" y="112062"/>
                  </a:cubicBezTo>
                  <a:cubicBezTo>
                    <a:pt x="26620" y="103046"/>
                    <a:pt x="24044" y="94029"/>
                    <a:pt x="22327" y="85013"/>
                  </a:cubicBezTo>
                  <a:cubicBezTo>
                    <a:pt x="20609" y="75567"/>
                    <a:pt x="18462" y="66550"/>
                    <a:pt x="16316" y="57105"/>
                  </a:cubicBezTo>
                  <a:cubicBezTo>
                    <a:pt x="11593" y="38213"/>
                    <a:pt x="4723" y="19750"/>
                    <a:pt x="0" y="0"/>
                  </a:cubicBez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0" name="Google Shape;500;p32"/>
            <p:cNvSpPr/>
            <p:nvPr/>
          </p:nvSpPr>
          <p:spPr>
            <a:xfrm>
              <a:off x="1260235" y="4335620"/>
              <a:ext cx="1113965" cy="539023"/>
            </a:xfrm>
            <a:custGeom>
              <a:avLst/>
              <a:gdLst/>
              <a:ahLst/>
              <a:cxnLst/>
              <a:rect l="l" t="t" r="r" b="b"/>
              <a:pathLst>
                <a:path w="288701" h="139696" extrusionOk="0">
                  <a:moveTo>
                    <a:pt x="35810" y="1449"/>
                  </a:moveTo>
                  <a:cubicBezTo>
                    <a:pt x="35810" y="1449"/>
                    <a:pt x="39245" y="-19160"/>
                    <a:pt x="270669" y="95049"/>
                  </a:cubicBezTo>
                  <a:lnTo>
                    <a:pt x="288702" y="139273"/>
                  </a:lnTo>
                  <a:cubicBezTo>
                    <a:pt x="288702" y="139273"/>
                    <a:pt x="81751" y="145714"/>
                    <a:pt x="31087" y="108360"/>
                  </a:cubicBezTo>
                  <a:cubicBezTo>
                    <a:pt x="-20007" y="71005"/>
                    <a:pt x="-686" y="11754"/>
                    <a:pt x="35810" y="1449"/>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1" name="Google Shape;501;p32"/>
            <p:cNvSpPr/>
            <p:nvPr/>
          </p:nvSpPr>
          <p:spPr>
            <a:xfrm>
              <a:off x="2996060" y="4335620"/>
              <a:ext cx="1113274" cy="539023"/>
            </a:xfrm>
            <a:custGeom>
              <a:avLst/>
              <a:gdLst/>
              <a:ahLst/>
              <a:cxnLst/>
              <a:rect l="l" t="t" r="r" b="b"/>
              <a:pathLst>
                <a:path w="288522" h="139696" extrusionOk="0">
                  <a:moveTo>
                    <a:pt x="252892" y="1449"/>
                  </a:moveTo>
                  <a:cubicBezTo>
                    <a:pt x="252892" y="1449"/>
                    <a:pt x="249457" y="-19160"/>
                    <a:pt x="18033" y="95049"/>
                  </a:cubicBezTo>
                  <a:lnTo>
                    <a:pt x="0" y="139273"/>
                  </a:lnTo>
                  <a:cubicBezTo>
                    <a:pt x="0" y="139273"/>
                    <a:pt x="206950" y="145714"/>
                    <a:pt x="257615" y="108360"/>
                  </a:cubicBezTo>
                  <a:cubicBezTo>
                    <a:pt x="308279" y="71005"/>
                    <a:pt x="289387" y="11754"/>
                    <a:pt x="252892" y="1449"/>
                  </a:cubicBez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2" name="Google Shape;502;p32"/>
            <p:cNvSpPr/>
            <p:nvPr/>
          </p:nvSpPr>
          <p:spPr>
            <a:xfrm>
              <a:off x="1461603" y="4435872"/>
              <a:ext cx="263627" cy="144132"/>
            </a:xfrm>
            <a:custGeom>
              <a:avLst/>
              <a:gdLst/>
              <a:ahLst/>
              <a:cxnLst/>
              <a:rect l="l" t="t" r="r" b="b"/>
              <a:pathLst>
                <a:path w="68323" h="37354" extrusionOk="0">
                  <a:moveTo>
                    <a:pt x="68323" y="0"/>
                  </a:moveTo>
                  <a:cubicBezTo>
                    <a:pt x="60595" y="859"/>
                    <a:pt x="52867" y="859"/>
                    <a:pt x="45138" y="3006"/>
                  </a:cubicBezTo>
                  <a:cubicBezTo>
                    <a:pt x="38698" y="5152"/>
                    <a:pt x="32257" y="7299"/>
                    <a:pt x="26676" y="10734"/>
                  </a:cubicBezTo>
                  <a:cubicBezTo>
                    <a:pt x="20665" y="13739"/>
                    <a:pt x="15083" y="17604"/>
                    <a:pt x="10360" y="21897"/>
                  </a:cubicBezTo>
                  <a:cubicBezTo>
                    <a:pt x="7784" y="24044"/>
                    <a:pt x="5637" y="26620"/>
                    <a:pt x="3490" y="29196"/>
                  </a:cubicBezTo>
                  <a:cubicBezTo>
                    <a:pt x="1773" y="31343"/>
                    <a:pt x="-374" y="33490"/>
                    <a:pt x="56" y="36495"/>
                  </a:cubicBezTo>
                  <a:cubicBezTo>
                    <a:pt x="56" y="36925"/>
                    <a:pt x="485" y="37354"/>
                    <a:pt x="1344" y="37354"/>
                  </a:cubicBezTo>
                  <a:cubicBezTo>
                    <a:pt x="3920" y="36925"/>
                    <a:pt x="5637" y="33919"/>
                    <a:pt x="7355" y="31773"/>
                  </a:cubicBezTo>
                  <a:cubicBezTo>
                    <a:pt x="9501" y="29626"/>
                    <a:pt x="11648" y="27479"/>
                    <a:pt x="14224" y="25332"/>
                  </a:cubicBezTo>
                  <a:cubicBezTo>
                    <a:pt x="18947" y="21468"/>
                    <a:pt x="24100" y="17604"/>
                    <a:pt x="29681" y="14598"/>
                  </a:cubicBezTo>
                  <a:cubicBezTo>
                    <a:pt x="35263" y="11593"/>
                    <a:pt x="40845" y="9016"/>
                    <a:pt x="46856" y="6440"/>
                  </a:cubicBezTo>
                  <a:cubicBezTo>
                    <a:pt x="53725" y="4723"/>
                    <a:pt x="60595" y="0"/>
                    <a:pt x="68323" y="0"/>
                  </a:cubicBezTo>
                  <a:cubicBezTo>
                    <a:pt x="68323" y="429"/>
                    <a:pt x="68323" y="0"/>
                    <a:pt x="68323" y="0"/>
                  </a:cubicBezTo>
                  <a:lnTo>
                    <a:pt x="68323"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3" name="Google Shape;503;p32"/>
            <p:cNvSpPr/>
            <p:nvPr/>
          </p:nvSpPr>
          <p:spPr>
            <a:xfrm>
              <a:off x="3642387" y="4417607"/>
              <a:ext cx="323400" cy="103127"/>
            </a:xfrm>
            <a:custGeom>
              <a:avLst/>
              <a:gdLst/>
              <a:ahLst/>
              <a:cxnLst/>
              <a:rect l="l" t="t" r="r" b="b"/>
              <a:pathLst>
                <a:path w="83814" h="26727" extrusionOk="0">
                  <a:moveTo>
                    <a:pt x="322" y="6440"/>
                  </a:moveTo>
                  <a:cubicBezTo>
                    <a:pt x="4186" y="5582"/>
                    <a:pt x="5045" y="6870"/>
                    <a:pt x="8480" y="7728"/>
                  </a:cubicBezTo>
                  <a:cubicBezTo>
                    <a:pt x="10197" y="8158"/>
                    <a:pt x="11485" y="8158"/>
                    <a:pt x="13203" y="8158"/>
                  </a:cubicBezTo>
                  <a:cubicBezTo>
                    <a:pt x="16638" y="8587"/>
                    <a:pt x="20502" y="9016"/>
                    <a:pt x="23937" y="9446"/>
                  </a:cubicBezTo>
                  <a:cubicBezTo>
                    <a:pt x="30377" y="10734"/>
                    <a:pt x="37247" y="12022"/>
                    <a:pt x="43687" y="13739"/>
                  </a:cubicBezTo>
                  <a:cubicBezTo>
                    <a:pt x="49698" y="15028"/>
                    <a:pt x="55709" y="16745"/>
                    <a:pt x="61720" y="18462"/>
                  </a:cubicBezTo>
                  <a:cubicBezTo>
                    <a:pt x="67731" y="20609"/>
                    <a:pt x="72883" y="23615"/>
                    <a:pt x="78895" y="26191"/>
                  </a:cubicBezTo>
                  <a:cubicBezTo>
                    <a:pt x="80612" y="27049"/>
                    <a:pt x="82759" y="27049"/>
                    <a:pt x="83617" y="24903"/>
                  </a:cubicBezTo>
                  <a:cubicBezTo>
                    <a:pt x="84476" y="22756"/>
                    <a:pt x="82329" y="20180"/>
                    <a:pt x="81041" y="18892"/>
                  </a:cubicBezTo>
                  <a:cubicBezTo>
                    <a:pt x="70307" y="9446"/>
                    <a:pt x="54850" y="6011"/>
                    <a:pt x="41540" y="3005"/>
                  </a:cubicBezTo>
                  <a:cubicBezTo>
                    <a:pt x="34671" y="1717"/>
                    <a:pt x="27801" y="0"/>
                    <a:pt x="20931" y="0"/>
                  </a:cubicBezTo>
                  <a:cubicBezTo>
                    <a:pt x="17496" y="0"/>
                    <a:pt x="13632" y="0"/>
                    <a:pt x="10197" y="859"/>
                  </a:cubicBezTo>
                  <a:cubicBezTo>
                    <a:pt x="8909" y="1288"/>
                    <a:pt x="7192" y="1717"/>
                    <a:pt x="5904" y="2576"/>
                  </a:cubicBezTo>
                  <a:cubicBezTo>
                    <a:pt x="3328" y="3864"/>
                    <a:pt x="2469" y="5582"/>
                    <a:pt x="322" y="6440"/>
                  </a:cubicBezTo>
                  <a:cubicBezTo>
                    <a:pt x="-107" y="6440"/>
                    <a:pt x="-107" y="6440"/>
                    <a:pt x="322" y="6440"/>
                  </a:cubicBezTo>
                  <a:lnTo>
                    <a:pt x="322" y="644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4" name="Google Shape;504;p32"/>
            <p:cNvSpPr/>
            <p:nvPr/>
          </p:nvSpPr>
          <p:spPr>
            <a:xfrm>
              <a:off x="2237092" y="4570381"/>
              <a:ext cx="620002" cy="379789"/>
            </a:xfrm>
            <a:custGeom>
              <a:avLst/>
              <a:gdLst/>
              <a:ahLst/>
              <a:cxnLst/>
              <a:rect l="l" t="t" r="r" b="b"/>
              <a:pathLst>
                <a:path w="160683" h="98428" extrusionOk="0">
                  <a:moveTo>
                    <a:pt x="1327" y="39927"/>
                  </a:moveTo>
                  <a:cubicBezTo>
                    <a:pt x="-1679" y="36063"/>
                    <a:pt x="897" y="30052"/>
                    <a:pt x="4332" y="26617"/>
                  </a:cubicBezTo>
                  <a:cubicBezTo>
                    <a:pt x="9484" y="21465"/>
                    <a:pt x="15925" y="18030"/>
                    <a:pt x="23224" y="17601"/>
                  </a:cubicBezTo>
                  <a:cubicBezTo>
                    <a:pt x="30523" y="16742"/>
                    <a:pt x="37822" y="18459"/>
                    <a:pt x="45550" y="18459"/>
                  </a:cubicBezTo>
                  <a:cubicBezTo>
                    <a:pt x="57143" y="18889"/>
                    <a:pt x="68736" y="15454"/>
                    <a:pt x="78182" y="9014"/>
                  </a:cubicBezTo>
                  <a:cubicBezTo>
                    <a:pt x="84622" y="4720"/>
                    <a:pt x="91492" y="-1720"/>
                    <a:pt x="98791" y="426"/>
                  </a:cubicBezTo>
                  <a:cubicBezTo>
                    <a:pt x="103943" y="1714"/>
                    <a:pt x="107378" y="6437"/>
                    <a:pt x="107807" y="12019"/>
                  </a:cubicBezTo>
                  <a:cubicBezTo>
                    <a:pt x="108666" y="19318"/>
                    <a:pt x="104802" y="26188"/>
                    <a:pt x="99650" y="31340"/>
                  </a:cubicBezTo>
                  <a:cubicBezTo>
                    <a:pt x="94068" y="36922"/>
                    <a:pt x="86769" y="41215"/>
                    <a:pt x="79040" y="42933"/>
                  </a:cubicBezTo>
                  <a:lnTo>
                    <a:pt x="78611" y="42933"/>
                  </a:lnTo>
                  <a:cubicBezTo>
                    <a:pt x="69165" y="45938"/>
                    <a:pt x="69165" y="59248"/>
                    <a:pt x="78182" y="62683"/>
                  </a:cubicBezTo>
                  <a:cubicBezTo>
                    <a:pt x="86339" y="65689"/>
                    <a:pt x="94927" y="67836"/>
                    <a:pt x="100508" y="67836"/>
                  </a:cubicBezTo>
                  <a:cubicBezTo>
                    <a:pt x="116824" y="68265"/>
                    <a:pt x="132281" y="60107"/>
                    <a:pt x="148167" y="61825"/>
                  </a:cubicBezTo>
                  <a:cubicBezTo>
                    <a:pt x="150743" y="62254"/>
                    <a:pt x="153749" y="62683"/>
                    <a:pt x="155895" y="64401"/>
                  </a:cubicBezTo>
                  <a:cubicBezTo>
                    <a:pt x="159330" y="66977"/>
                    <a:pt x="161048" y="71700"/>
                    <a:pt x="160618" y="75993"/>
                  </a:cubicBezTo>
                  <a:cubicBezTo>
                    <a:pt x="160189" y="80287"/>
                    <a:pt x="128417" y="95744"/>
                    <a:pt x="115536" y="97891"/>
                  </a:cubicBezTo>
                  <a:cubicBezTo>
                    <a:pt x="93639" y="101755"/>
                    <a:pt x="27088" y="83722"/>
                    <a:pt x="13778" y="78570"/>
                  </a:cubicBezTo>
                  <a:lnTo>
                    <a:pt x="1327" y="39927"/>
                  </a:ln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5" name="Google Shape;505;p32"/>
            <p:cNvSpPr/>
            <p:nvPr/>
          </p:nvSpPr>
          <p:spPr>
            <a:xfrm>
              <a:off x="2514286" y="4570381"/>
              <a:ext cx="620002" cy="379789"/>
            </a:xfrm>
            <a:custGeom>
              <a:avLst/>
              <a:gdLst/>
              <a:ahLst/>
              <a:cxnLst/>
              <a:rect l="l" t="t" r="r" b="b"/>
              <a:pathLst>
                <a:path w="160683" h="98428" extrusionOk="0">
                  <a:moveTo>
                    <a:pt x="159357" y="39927"/>
                  </a:moveTo>
                  <a:cubicBezTo>
                    <a:pt x="162362" y="36063"/>
                    <a:pt x="159786" y="30052"/>
                    <a:pt x="156351" y="26617"/>
                  </a:cubicBezTo>
                  <a:cubicBezTo>
                    <a:pt x="151199" y="21465"/>
                    <a:pt x="144758" y="18030"/>
                    <a:pt x="137459" y="17601"/>
                  </a:cubicBezTo>
                  <a:cubicBezTo>
                    <a:pt x="130160" y="16742"/>
                    <a:pt x="122861" y="18459"/>
                    <a:pt x="115133" y="18459"/>
                  </a:cubicBezTo>
                  <a:cubicBezTo>
                    <a:pt x="103540" y="18889"/>
                    <a:pt x="91947" y="15454"/>
                    <a:pt x="82502" y="9014"/>
                  </a:cubicBezTo>
                  <a:cubicBezTo>
                    <a:pt x="76061" y="4720"/>
                    <a:pt x="69191" y="-1720"/>
                    <a:pt x="61892" y="426"/>
                  </a:cubicBezTo>
                  <a:cubicBezTo>
                    <a:pt x="56740" y="1714"/>
                    <a:pt x="53305" y="6437"/>
                    <a:pt x="52876" y="12019"/>
                  </a:cubicBezTo>
                  <a:cubicBezTo>
                    <a:pt x="52017" y="19318"/>
                    <a:pt x="55881" y="26188"/>
                    <a:pt x="61034" y="31340"/>
                  </a:cubicBezTo>
                  <a:cubicBezTo>
                    <a:pt x="66615" y="36922"/>
                    <a:pt x="73914" y="41215"/>
                    <a:pt x="81643" y="42933"/>
                  </a:cubicBezTo>
                  <a:lnTo>
                    <a:pt x="82072" y="42933"/>
                  </a:lnTo>
                  <a:cubicBezTo>
                    <a:pt x="91518" y="45938"/>
                    <a:pt x="91518" y="59248"/>
                    <a:pt x="82502" y="62683"/>
                  </a:cubicBezTo>
                  <a:cubicBezTo>
                    <a:pt x="74344" y="65689"/>
                    <a:pt x="65757" y="67836"/>
                    <a:pt x="60175" y="67836"/>
                  </a:cubicBezTo>
                  <a:cubicBezTo>
                    <a:pt x="43859" y="68265"/>
                    <a:pt x="28402" y="60107"/>
                    <a:pt x="12516" y="61825"/>
                  </a:cubicBezTo>
                  <a:cubicBezTo>
                    <a:pt x="9940" y="62254"/>
                    <a:pt x="6935" y="62683"/>
                    <a:pt x="4788" y="64401"/>
                  </a:cubicBezTo>
                  <a:cubicBezTo>
                    <a:pt x="1353" y="66977"/>
                    <a:pt x="-365" y="71700"/>
                    <a:pt x="65" y="75993"/>
                  </a:cubicBezTo>
                  <a:cubicBezTo>
                    <a:pt x="494" y="80287"/>
                    <a:pt x="32267" y="95744"/>
                    <a:pt x="45147" y="97891"/>
                  </a:cubicBezTo>
                  <a:cubicBezTo>
                    <a:pt x="67045" y="101755"/>
                    <a:pt x="133595" y="83722"/>
                    <a:pt x="146905" y="78570"/>
                  </a:cubicBezTo>
                  <a:lnTo>
                    <a:pt x="159357" y="39927"/>
                  </a:lnTo>
                  <a:close/>
                </a:path>
              </a:pathLst>
            </a:custGeom>
            <a:solidFill>
              <a:srgbClr val="92533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6" name="Google Shape;506;p32"/>
            <p:cNvSpPr/>
            <p:nvPr/>
          </p:nvSpPr>
          <p:spPr>
            <a:xfrm>
              <a:off x="2502889" y="4814454"/>
              <a:ext cx="373677" cy="147628"/>
            </a:xfrm>
            <a:custGeom>
              <a:avLst/>
              <a:gdLst/>
              <a:ahLst/>
              <a:cxnLst/>
              <a:rect l="l" t="t" r="r" b="b"/>
              <a:pathLst>
                <a:path w="96844" h="38260" extrusionOk="0">
                  <a:moveTo>
                    <a:pt x="8163" y="0"/>
                  </a:moveTo>
                  <a:cubicBezTo>
                    <a:pt x="2152" y="4723"/>
                    <a:pt x="-3429" y="12451"/>
                    <a:pt x="2582" y="19751"/>
                  </a:cubicBezTo>
                  <a:cubicBezTo>
                    <a:pt x="5587" y="23615"/>
                    <a:pt x="11169" y="26620"/>
                    <a:pt x="15892" y="28767"/>
                  </a:cubicBezTo>
                  <a:cubicBezTo>
                    <a:pt x="21044" y="31343"/>
                    <a:pt x="26196" y="33490"/>
                    <a:pt x="31778" y="35207"/>
                  </a:cubicBezTo>
                  <a:cubicBezTo>
                    <a:pt x="43371" y="38642"/>
                    <a:pt x="54534" y="38642"/>
                    <a:pt x="66127" y="37783"/>
                  </a:cubicBezTo>
                  <a:cubicBezTo>
                    <a:pt x="76431" y="37354"/>
                    <a:pt x="88453" y="36066"/>
                    <a:pt x="96611" y="29196"/>
                  </a:cubicBezTo>
                  <a:cubicBezTo>
                    <a:pt x="97470" y="28338"/>
                    <a:pt x="95752" y="26620"/>
                    <a:pt x="94894" y="26620"/>
                  </a:cubicBezTo>
                  <a:cubicBezTo>
                    <a:pt x="85448" y="28338"/>
                    <a:pt x="76431" y="29626"/>
                    <a:pt x="66985" y="29626"/>
                  </a:cubicBezTo>
                  <a:cubicBezTo>
                    <a:pt x="57539" y="29626"/>
                    <a:pt x="48094" y="29196"/>
                    <a:pt x="38648" y="27908"/>
                  </a:cubicBezTo>
                  <a:cubicBezTo>
                    <a:pt x="29631" y="26620"/>
                    <a:pt x="21044" y="22756"/>
                    <a:pt x="12457" y="18892"/>
                  </a:cubicBezTo>
                  <a:cubicBezTo>
                    <a:pt x="9022" y="17174"/>
                    <a:pt x="3440" y="16316"/>
                    <a:pt x="3440" y="12022"/>
                  </a:cubicBezTo>
                  <a:cubicBezTo>
                    <a:pt x="3011" y="7728"/>
                    <a:pt x="6017" y="3435"/>
                    <a:pt x="8163" y="0"/>
                  </a:cubicBezTo>
                  <a:cubicBezTo>
                    <a:pt x="8593" y="0"/>
                    <a:pt x="8163" y="0"/>
                    <a:pt x="8163" y="0"/>
                  </a:cubicBezTo>
                  <a:lnTo>
                    <a:pt x="8163"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07" name="Google Shape;507;p32"/>
          <p:cNvGrpSpPr/>
          <p:nvPr/>
        </p:nvGrpSpPr>
        <p:grpSpPr>
          <a:xfrm>
            <a:off x="7649842" y="3557122"/>
            <a:ext cx="1228806" cy="1586282"/>
            <a:chOff x="8005443" y="4266364"/>
            <a:chExt cx="679461" cy="877126"/>
          </a:xfrm>
        </p:grpSpPr>
        <p:grpSp>
          <p:nvGrpSpPr>
            <p:cNvPr id="508" name="Google Shape;508;p32"/>
            <p:cNvGrpSpPr/>
            <p:nvPr/>
          </p:nvGrpSpPr>
          <p:grpSpPr>
            <a:xfrm>
              <a:off x="8005443" y="4266364"/>
              <a:ext cx="294811" cy="877126"/>
              <a:chOff x="4158618" y="3532330"/>
              <a:chExt cx="294811" cy="877126"/>
            </a:xfrm>
          </p:grpSpPr>
          <p:sp>
            <p:nvSpPr>
              <p:cNvPr id="509" name="Google Shape;509;p32"/>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0" name="Google Shape;510;p32"/>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1" name="Google Shape;511;p32"/>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12" name="Google Shape;512;p32"/>
            <p:cNvGrpSpPr/>
            <p:nvPr/>
          </p:nvGrpSpPr>
          <p:grpSpPr>
            <a:xfrm>
              <a:off x="8390093" y="4266364"/>
              <a:ext cx="294811" cy="877126"/>
              <a:chOff x="4158618" y="3532330"/>
              <a:chExt cx="294811" cy="877126"/>
            </a:xfrm>
          </p:grpSpPr>
          <p:sp>
            <p:nvSpPr>
              <p:cNvPr id="513" name="Google Shape;513;p32"/>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4" name="Google Shape;514;p32"/>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5" name="Google Shape;515;p32"/>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516" name="Google Shape;516;p32"/>
          <p:cNvSpPr/>
          <p:nvPr/>
        </p:nvSpPr>
        <p:spPr>
          <a:xfrm>
            <a:off x="4130463" y="7336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517" name="Google Shape;517;p32"/>
          <p:cNvSpPr/>
          <p:nvPr/>
        </p:nvSpPr>
        <p:spPr>
          <a:xfrm>
            <a:off x="5623950" y="37440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521"/>
        <p:cNvGrpSpPr/>
        <p:nvPr/>
      </p:nvGrpSpPr>
      <p:grpSpPr>
        <a:xfrm>
          <a:off x="0" y="0"/>
          <a:ext cx="0" cy="0"/>
          <a:chOff x="0" y="0"/>
          <a:chExt cx="0" cy="0"/>
        </a:xfrm>
      </p:grpSpPr>
      <p:sp>
        <p:nvSpPr>
          <p:cNvPr id="522" name="Google Shape;522;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Our goals</a:t>
            </a:r>
            <a:endParaRPr dirty="0"/>
          </a:p>
        </p:txBody>
      </p:sp>
      <p:sp>
        <p:nvSpPr>
          <p:cNvPr id="523" name="Google Shape;523;p33"/>
          <p:cNvSpPr txBox="1">
            <a:spLocks noGrp="1"/>
          </p:cNvSpPr>
          <p:nvPr>
            <p:ph type="subTitle" idx="3"/>
          </p:nvPr>
        </p:nvSpPr>
        <p:spPr>
          <a:xfrm>
            <a:off x="1290775" y="2653750"/>
            <a:ext cx="2907600" cy="1350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main goals now are to increase sales through improved marketing and customer outreach, optimize operational processes to reduce costs and increase efficiency and establish a timeline for new products</a:t>
            </a:r>
            <a:endParaRPr/>
          </a:p>
        </p:txBody>
      </p:sp>
      <p:sp>
        <p:nvSpPr>
          <p:cNvPr id="524" name="Google Shape;524;p33"/>
          <p:cNvSpPr txBox="1">
            <a:spLocks noGrp="1"/>
          </p:cNvSpPr>
          <p:nvPr>
            <p:ph type="subTitle" idx="1"/>
          </p:nvPr>
        </p:nvSpPr>
        <p:spPr>
          <a:xfrm>
            <a:off x="1290775" y="2059175"/>
            <a:ext cx="2907600" cy="572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Short term</a:t>
            </a:r>
            <a:endParaRPr/>
          </a:p>
        </p:txBody>
      </p:sp>
      <p:sp>
        <p:nvSpPr>
          <p:cNvPr id="525" name="Google Shape;525;p33"/>
          <p:cNvSpPr txBox="1">
            <a:spLocks noGrp="1"/>
          </p:cNvSpPr>
          <p:nvPr>
            <p:ph type="subTitle" idx="2"/>
          </p:nvPr>
        </p:nvSpPr>
        <p:spPr>
          <a:xfrm>
            <a:off x="4945650" y="2059175"/>
            <a:ext cx="2907600" cy="572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term</a:t>
            </a:r>
            <a:endParaRPr/>
          </a:p>
        </p:txBody>
      </p:sp>
      <p:sp>
        <p:nvSpPr>
          <p:cNvPr id="526" name="Google Shape;526;p33"/>
          <p:cNvSpPr txBox="1">
            <a:spLocks noGrp="1"/>
          </p:cNvSpPr>
          <p:nvPr>
            <p:ph type="subTitle" idx="4"/>
          </p:nvPr>
        </p:nvSpPr>
        <p:spPr>
          <a:xfrm>
            <a:off x="4945650" y="2653750"/>
            <a:ext cx="2907600" cy="1350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 overall goal of the company is to expand into new markets or geographies, develop and implement a strategy to reduce environmental impact and increase sustainability and increase market share</a:t>
            </a:r>
            <a:endParaRPr/>
          </a:p>
        </p:txBody>
      </p:sp>
      <p:sp>
        <p:nvSpPr>
          <p:cNvPr id="527" name="Google Shape;527;p33"/>
          <p:cNvSpPr/>
          <p:nvPr/>
        </p:nvSpPr>
        <p:spPr>
          <a:xfrm>
            <a:off x="2348425" y="12450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528" name="Google Shape;528;p33"/>
          <p:cNvSpPr/>
          <p:nvPr/>
        </p:nvSpPr>
        <p:spPr>
          <a:xfrm>
            <a:off x="5972225" y="12450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529" name="Google Shape;529;p33"/>
          <p:cNvGrpSpPr/>
          <p:nvPr/>
        </p:nvGrpSpPr>
        <p:grpSpPr>
          <a:xfrm>
            <a:off x="2595254" y="1489543"/>
            <a:ext cx="298625" cy="303213"/>
            <a:chOff x="2435106" y="-231502"/>
            <a:chExt cx="220209" cy="223592"/>
          </a:xfrm>
        </p:grpSpPr>
        <p:sp>
          <p:nvSpPr>
            <p:cNvPr id="530" name="Google Shape;530;p33"/>
            <p:cNvSpPr/>
            <p:nvPr/>
          </p:nvSpPr>
          <p:spPr>
            <a:xfrm>
              <a:off x="2540217" y="-159802"/>
              <a:ext cx="11320" cy="9434"/>
            </a:xfrm>
            <a:custGeom>
              <a:avLst/>
              <a:gdLst/>
              <a:ahLst/>
              <a:cxnLst/>
              <a:rect l="l" t="t" r="r" b="b"/>
              <a:pathLst>
                <a:path w="11320" h="9434" extrusionOk="0">
                  <a:moveTo>
                    <a:pt x="0" y="0"/>
                  </a:moveTo>
                  <a:cubicBezTo>
                    <a:pt x="0" y="2830"/>
                    <a:pt x="0" y="6604"/>
                    <a:pt x="0" y="9434"/>
                  </a:cubicBezTo>
                  <a:lnTo>
                    <a:pt x="11321" y="9434"/>
                  </a:lnTo>
                  <a:cubicBezTo>
                    <a:pt x="11321" y="5661"/>
                    <a:pt x="11321" y="2830"/>
                    <a:pt x="1132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1" name="Google Shape;531;p33"/>
            <p:cNvSpPr/>
            <p:nvPr/>
          </p:nvSpPr>
          <p:spPr>
            <a:xfrm>
              <a:off x="2533613" y="-204143"/>
              <a:ext cx="24529" cy="34906"/>
            </a:xfrm>
            <a:custGeom>
              <a:avLst/>
              <a:gdLst/>
              <a:ahLst/>
              <a:cxnLst/>
              <a:rect l="l" t="t" r="r" b="b"/>
              <a:pathLst>
                <a:path w="24529" h="34906" extrusionOk="0">
                  <a:moveTo>
                    <a:pt x="21699" y="25473"/>
                  </a:moveTo>
                  <a:cubicBezTo>
                    <a:pt x="24529" y="18869"/>
                    <a:pt x="24529" y="16982"/>
                    <a:pt x="24529" y="15095"/>
                  </a:cubicBezTo>
                  <a:cubicBezTo>
                    <a:pt x="24529" y="14151"/>
                    <a:pt x="24529" y="14151"/>
                    <a:pt x="24529" y="13208"/>
                  </a:cubicBezTo>
                  <a:cubicBezTo>
                    <a:pt x="24529" y="7548"/>
                    <a:pt x="20756" y="0"/>
                    <a:pt x="12265" y="0"/>
                  </a:cubicBezTo>
                  <a:cubicBezTo>
                    <a:pt x="3774" y="0"/>
                    <a:pt x="0" y="7548"/>
                    <a:pt x="0" y="13208"/>
                  </a:cubicBezTo>
                  <a:cubicBezTo>
                    <a:pt x="0" y="14151"/>
                    <a:pt x="0" y="14151"/>
                    <a:pt x="0" y="15095"/>
                  </a:cubicBezTo>
                  <a:cubicBezTo>
                    <a:pt x="0" y="16982"/>
                    <a:pt x="0" y="17925"/>
                    <a:pt x="2830" y="25473"/>
                  </a:cubicBezTo>
                  <a:cubicBezTo>
                    <a:pt x="3774" y="27359"/>
                    <a:pt x="4717" y="31133"/>
                    <a:pt x="5661" y="34907"/>
                  </a:cubicBezTo>
                  <a:lnTo>
                    <a:pt x="19812" y="34907"/>
                  </a:lnTo>
                  <a:cubicBezTo>
                    <a:pt x="19812" y="31133"/>
                    <a:pt x="20756" y="27359"/>
                    <a:pt x="21699" y="25473"/>
                  </a:cubicBezTo>
                  <a:lnTo>
                    <a:pt x="21699"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2" name="Google Shape;532;p33"/>
            <p:cNvSpPr/>
            <p:nvPr/>
          </p:nvSpPr>
          <p:spPr>
            <a:xfrm>
              <a:off x="2499650" y="-100366"/>
              <a:ext cx="92456" cy="92456"/>
            </a:xfrm>
            <a:custGeom>
              <a:avLst/>
              <a:gdLst/>
              <a:ahLst/>
              <a:cxnLst/>
              <a:rect l="l" t="t" r="r" b="b"/>
              <a:pathLst>
                <a:path w="92456" h="92456" extrusionOk="0">
                  <a:moveTo>
                    <a:pt x="46228" y="0"/>
                  </a:moveTo>
                  <a:cubicBezTo>
                    <a:pt x="20756" y="0"/>
                    <a:pt x="0" y="20756"/>
                    <a:pt x="0" y="46228"/>
                  </a:cubicBezTo>
                  <a:cubicBezTo>
                    <a:pt x="0" y="71701"/>
                    <a:pt x="20756" y="92456"/>
                    <a:pt x="46228" y="92456"/>
                  </a:cubicBezTo>
                  <a:cubicBezTo>
                    <a:pt x="71701" y="92456"/>
                    <a:pt x="92456" y="71701"/>
                    <a:pt x="92456" y="46228"/>
                  </a:cubicBezTo>
                  <a:cubicBezTo>
                    <a:pt x="92456" y="20756"/>
                    <a:pt x="71701" y="0"/>
                    <a:pt x="46228" y="0"/>
                  </a:cubicBezTo>
                  <a:lnTo>
                    <a:pt x="46228" y="0"/>
                  </a:lnTo>
                  <a:close/>
                  <a:moveTo>
                    <a:pt x="46228" y="33963"/>
                  </a:moveTo>
                  <a:cubicBezTo>
                    <a:pt x="42454" y="33963"/>
                    <a:pt x="39624" y="31133"/>
                    <a:pt x="39624" y="27359"/>
                  </a:cubicBezTo>
                  <a:cubicBezTo>
                    <a:pt x="39624" y="23586"/>
                    <a:pt x="42454" y="20756"/>
                    <a:pt x="46228" y="20756"/>
                  </a:cubicBezTo>
                  <a:cubicBezTo>
                    <a:pt x="50002" y="20756"/>
                    <a:pt x="52832" y="23586"/>
                    <a:pt x="52832" y="27359"/>
                  </a:cubicBezTo>
                  <a:cubicBezTo>
                    <a:pt x="51889" y="31133"/>
                    <a:pt x="49058" y="33963"/>
                    <a:pt x="46228" y="33963"/>
                  </a:cubicBezTo>
                  <a:lnTo>
                    <a:pt x="46228" y="33963"/>
                  </a:lnTo>
                  <a:close/>
                  <a:moveTo>
                    <a:pt x="58493" y="52832"/>
                  </a:moveTo>
                  <a:cubicBezTo>
                    <a:pt x="54719" y="52832"/>
                    <a:pt x="51889" y="50002"/>
                    <a:pt x="51889" y="46228"/>
                  </a:cubicBezTo>
                  <a:cubicBezTo>
                    <a:pt x="51889" y="42454"/>
                    <a:pt x="54719" y="39624"/>
                    <a:pt x="58493" y="39624"/>
                  </a:cubicBezTo>
                  <a:cubicBezTo>
                    <a:pt x="62266" y="39624"/>
                    <a:pt x="65097" y="42454"/>
                    <a:pt x="65097" y="46228"/>
                  </a:cubicBezTo>
                  <a:cubicBezTo>
                    <a:pt x="65097" y="50002"/>
                    <a:pt x="62266" y="52832"/>
                    <a:pt x="58493" y="52832"/>
                  </a:cubicBezTo>
                  <a:lnTo>
                    <a:pt x="58493" y="52832"/>
                  </a:lnTo>
                  <a:close/>
                  <a:moveTo>
                    <a:pt x="71701" y="33963"/>
                  </a:moveTo>
                  <a:cubicBezTo>
                    <a:pt x="67927" y="33963"/>
                    <a:pt x="65097" y="31133"/>
                    <a:pt x="65097" y="27359"/>
                  </a:cubicBezTo>
                  <a:cubicBezTo>
                    <a:pt x="65097" y="23586"/>
                    <a:pt x="67927" y="20756"/>
                    <a:pt x="71701" y="20756"/>
                  </a:cubicBezTo>
                  <a:cubicBezTo>
                    <a:pt x="75474" y="20756"/>
                    <a:pt x="78305" y="23586"/>
                    <a:pt x="78305" y="27359"/>
                  </a:cubicBezTo>
                  <a:cubicBezTo>
                    <a:pt x="78305" y="31133"/>
                    <a:pt x="75474" y="33963"/>
                    <a:pt x="71701" y="33963"/>
                  </a:cubicBezTo>
                  <a:lnTo>
                    <a:pt x="71701" y="3396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33" name="Google Shape;533;p33"/>
            <p:cNvGrpSpPr/>
            <p:nvPr/>
          </p:nvGrpSpPr>
          <p:grpSpPr>
            <a:xfrm>
              <a:off x="2435106" y="-231502"/>
              <a:ext cx="197566" cy="216988"/>
              <a:chOff x="2435106" y="-231502"/>
              <a:chExt cx="197566" cy="216988"/>
            </a:xfrm>
          </p:grpSpPr>
          <p:sp>
            <p:nvSpPr>
              <p:cNvPr id="534" name="Google Shape;534;p33"/>
              <p:cNvSpPr/>
              <p:nvPr/>
            </p:nvSpPr>
            <p:spPr>
              <a:xfrm>
                <a:off x="2456252" y="-231502"/>
                <a:ext cx="176420" cy="150005"/>
              </a:xfrm>
              <a:custGeom>
                <a:avLst/>
                <a:gdLst/>
                <a:ahLst/>
                <a:cxnLst/>
                <a:rect l="l" t="t" r="r" b="b"/>
                <a:pathLst>
                  <a:path w="176420" h="150005" extrusionOk="0">
                    <a:moveTo>
                      <a:pt x="50945" y="134910"/>
                    </a:moveTo>
                    <a:cubicBezTo>
                      <a:pt x="53775" y="124533"/>
                      <a:pt x="58492" y="115098"/>
                      <a:pt x="64153" y="106607"/>
                    </a:cubicBezTo>
                    <a:cubicBezTo>
                      <a:pt x="75474" y="92456"/>
                      <a:pt x="72644" y="65097"/>
                      <a:pt x="68870" y="57549"/>
                    </a:cubicBezTo>
                    <a:cubicBezTo>
                      <a:pt x="65097" y="49058"/>
                      <a:pt x="65097" y="46228"/>
                      <a:pt x="65097" y="42454"/>
                    </a:cubicBezTo>
                    <a:cubicBezTo>
                      <a:pt x="65097" y="42454"/>
                      <a:pt x="65097" y="41511"/>
                      <a:pt x="65097" y="41511"/>
                    </a:cubicBezTo>
                    <a:cubicBezTo>
                      <a:pt x="65097" y="30190"/>
                      <a:pt x="74531" y="16982"/>
                      <a:pt x="88682" y="16982"/>
                    </a:cubicBezTo>
                    <a:cubicBezTo>
                      <a:pt x="102834" y="16982"/>
                      <a:pt x="112268" y="29246"/>
                      <a:pt x="112268" y="41511"/>
                    </a:cubicBezTo>
                    <a:cubicBezTo>
                      <a:pt x="112268" y="42454"/>
                      <a:pt x="112268" y="42454"/>
                      <a:pt x="112268" y="42454"/>
                    </a:cubicBezTo>
                    <a:cubicBezTo>
                      <a:pt x="112268" y="46228"/>
                      <a:pt x="112268" y="49058"/>
                      <a:pt x="108494" y="57549"/>
                    </a:cubicBezTo>
                    <a:cubicBezTo>
                      <a:pt x="104720" y="66040"/>
                      <a:pt x="101890" y="92456"/>
                      <a:pt x="113211" y="106607"/>
                    </a:cubicBezTo>
                    <a:cubicBezTo>
                      <a:pt x="119815" y="115098"/>
                      <a:pt x="124532" y="124533"/>
                      <a:pt x="126419" y="134910"/>
                    </a:cubicBezTo>
                    <a:cubicBezTo>
                      <a:pt x="131137" y="139627"/>
                      <a:pt x="135854" y="144344"/>
                      <a:pt x="138684" y="150005"/>
                    </a:cubicBezTo>
                    <a:lnTo>
                      <a:pt x="176421" y="150005"/>
                    </a:lnTo>
                    <a:lnTo>
                      <a:pt x="176421" y="22642"/>
                    </a:lnTo>
                    <a:cubicBezTo>
                      <a:pt x="176421" y="10378"/>
                      <a:pt x="166043" y="0"/>
                      <a:pt x="153779" y="0"/>
                    </a:cubicBezTo>
                    <a:lnTo>
                      <a:pt x="22642" y="0"/>
                    </a:lnTo>
                    <a:cubicBezTo>
                      <a:pt x="10377" y="0"/>
                      <a:pt x="0" y="10378"/>
                      <a:pt x="0" y="22642"/>
                    </a:cubicBezTo>
                    <a:lnTo>
                      <a:pt x="0" y="150005"/>
                    </a:lnTo>
                    <a:lnTo>
                      <a:pt x="37737" y="150005"/>
                    </a:lnTo>
                    <a:cubicBezTo>
                      <a:pt x="42454" y="144344"/>
                      <a:pt x="46228" y="138684"/>
                      <a:pt x="50945" y="134910"/>
                    </a:cubicBezTo>
                    <a:lnTo>
                      <a:pt x="50945" y="134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5" name="Google Shape;535;p33"/>
              <p:cNvSpPr/>
              <p:nvPr/>
            </p:nvSpPr>
            <p:spPr>
              <a:xfrm>
                <a:off x="2435106" y="-70176"/>
                <a:ext cx="67374" cy="55662"/>
              </a:xfrm>
              <a:custGeom>
                <a:avLst/>
                <a:gdLst/>
                <a:ahLst/>
                <a:cxnLst/>
                <a:rect l="l" t="t" r="r" b="b"/>
                <a:pathLst>
                  <a:path w="67374" h="55662" extrusionOk="0">
                    <a:moveTo>
                      <a:pt x="55110" y="0"/>
                    </a:moveTo>
                    <a:lnTo>
                      <a:pt x="20203" y="0"/>
                    </a:lnTo>
                    <a:lnTo>
                      <a:pt x="391" y="49058"/>
                    </a:lnTo>
                    <a:cubicBezTo>
                      <a:pt x="-553" y="50945"/>
                      <a:pt x="391" y="52832"/>
                      <a:pt x="1334" y="53775"/>
                    </a:cubicBezTo>
                    <a:cubicBezTo>
                      <a:pt x="2278" y="54719"/>
                      <a:pt x="4164" y="55662"/>
                      <a:pt x="5108" y="55662"/>
                    </a:cubicBezTo>
                    <a:lnTo>
                      <a:pt x="67374" y="55662"/>
                    </a:lnTo>
                    <a:cubicBezTo>
                      <a:pt x="57940" y="45284"/>
                      <a:pt x="52279" y="32077"/>
                      <a:pt x="52279" y="16982"/>
                    </a:cubicBezTo>
                    <a:cubicBezTo>
                      <a:pt x="53223" y="10378"/>
                      <a:pt x="54166" y="4717"/>
                      <a:pt x="55110" y="0"/>
                    </a:cubicBezTo>
                    <a:lnTo>
                      <a:pt x="5511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536" name="Google Shape;536;p33"/>
            <p:cNvSpPr/>
            <p:nvPr/>
          </p:nvSpPr>
          <p:spPr>
            <a:xfrm>
              <a:off x="2522292" y="-140933"/>
              <a:ext cx="45284" cy="34906"/>
            </a:xfrm>
            <a:custGeom>
              <a:avLst/>
              <a:gdLst/>
              <a:ahLst/>
              <a:cxnLst/>
              <a:rect l="l" t="t" r="r" b="b"/>
              <a:pathLst>
                <a:path w="45284" h="34906" extrusionOk="0">
                  <a:moveTo>
                    <a:pt x="0" y="34907"/>
                  </a:moveTo>
                  <a:cubicBezTo>
                    <a:pt x="6604" y="32077"/>
                    <a:pt x="15095" y="30190"/>
                    <a:pt x="22642" y="30190"/>
                  </a:cubicBezTo>
                  <a:cubicBezTo>
                    <a:pt x="31133" y="30190"/>
                    <a:pt x="38680" y="32077"/>
                    <a:pt x="45284" y="34907"/>
                  </a:cubicBezTo>
                  <a:cubicBezTo>
                    <a:pt x="43397" y="31133"/>
                    <a:pt x="40567" y="26416"/>
                    <a:pt x="37737" y="22642"/>
                  </a:cubicBezTo>
                  <a:cubicBezTo>
                    <a:pt x="33020" y="16038"/>
                    <a:pt x="30190" y="8491"/>
                    <a:pt x="29246" y="0"/>
                  </a:cubicBezTo>
                  <a:lnTo>
                    <a:pt x="16038" y="0"/>
                  </a:lnTo>
                  <a:cubicBezTo>
                    <a:pt x="15095" y="8491"/>
                    <a:pt x="12264" y="16038"/>
                    <a:pt x="7547" y="22642"/>
                  </a:cubicBezTo>
                  <a:cubicBezTo>
                    <a:pt x="4717" y="26416"/>
                    <a:pt x="2830" y="30190"/>
                    <a:pt x="0" y="34907"/>
                  </a:cubicBezTo>
                  <a:lnTo>
                    <a:pt x="0"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7" name="Google Shape;537;p33"/>
            <p:cNvSpPr/>
            <p:nvPr/>
          </p:nvSpPr>
          <p:spPr>
            <a:xfrm>
              <a:off x="2588332" y="-71120"/>
              <a:ext cx="66983" cy="55662"/>
            </a:xfrm>
            <a:custGeom>
              <a:avLst/>
              <a:gdLst/>
              <a:ahLst/>
              <a:cxnLst/>
              <a:rect l="l" t="t" r="r" b="b"/>
              <a:pathLst>
                <a:path w="66983" h="55662" extrusionOk="0">
                  <a:moveTo>
                    <a:pt x="66983" y="49058"/>
                  </a:moveTo>
                  <a:lnTo>
                    <a:pt x="47171" y="0"/>
                  </a:lnTo>
                  <a:lnTo>
                    <a:pt x="12264" y="0"/>
                  </a:lnTo>
                  <a:cubicBezTo>
                    <a:pt x="14151" y="5661"/>
                    <a:pt x="15095" y="11321"/>
                    <a:pt x="15095" y="16982"/>
                  </a:cubicBezTo>
                  <a:cubicBezTo>
                    <a:pt x="15095" y="32077"/>
                    <a:pt x="9434" y="45284"/>
                    <a:pt x="0" y="55662"/>
                  </a:cubicBezTo>
                  <a:lnTo>
                    <a:pt x="62266" y="55662"/>
                  </a:lnTo>
                  <a:cubicBezTo>
                    <a:pt x="64153" y="55662"/>
                    <a:pt x="65097" y="54719"/>
                    <a:pt x="66040" y="53776"/>
                  </a:cubicBezTo>
                  <a:cubicBezTo>
                    <a:pt x="66983" y="52832"/>
                    <a:pt x="66983" y="50945"/>
                    <a:pt x="66983" y="49058"/>
                  </a:cubicBezTo>
                  <a:lnTo>
                    <a:pt x="66983"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38" name="Google Shape;538;p33"/>
          <p:cNvGrpSpPr/>
          <p:nvPr/>
        </p:nvGrpSpPr>
        <p:grpSpPr>
          <a:xfrm>
            <a:off x="6216126" y="1508730"/>
            <a:ext cx="304493" cy="264831"/>
            <a:chOff x="1548674" y="1561011"/>
            <a:chExt cx="224536" cy="195289"/>
          </a:xfrm>
        </p:grpSpPr>
        <p:sp>
          <p:nvSpPr>
            <p:cNvPr id="539" name="Google Shape;539;p33"/>
            <p:cNvSpPr/>
            <p:nvPr/>
          </p:nvSpPr>
          <p:spPr>
            <a:xfrm>
              <a:off x="1645847" y="1576106"/>
              <a:ext cx="45284" cy="45284"/>
            </a:xfrm>
            <a:custGeom>
              <a:avLst/>
              <a:gdLst/>
              <a:ahLst/>
              <a:cxnLst/>
              <a:rect l="l" t="t" r="r" b="b"/>
              <a:pathLst>
                <a:path w="45284" h="45284" extrusionOk="0">
                  <a:moveTo>
                    <a:pt x="22643" y="45284"/>
                  </a:moveTo>
                  <a:cubicBezTo>
                    <a:pt x="34907" y="45284"/>
                    <a:pt x="45285" y="34907"/>
                    <a:pt x="45285" y="22642"/>
                  </a:cubicBezTo>
                  <a:cubicBezTo>
                    <a:pt x="45285" y="10378"/>
                    <a:pt x="34907" y="0"/>
                    <a:pt x="22643" y="0"/>
                  </a:cubicBezTo>
                  <a:cubicBezTo>
                    <a:pt x="10378" y="0"/>
                    <a:pt x="0" y="10378"/>
                    <a:pt x="0" y="22642"/>
                  </a:cubicBezTo>
                  <a:cubicBezTo>
                    <a:pt x="0" y="34907"/>
                    <a:pt x="10378" y="45284"/>
                    <a:pt x="22643" y="45284"/>
                  </a:cubicBezTo>
                  <a:lnTo>
                    <a:pt x="22643" y="4528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40" name="Google Shape;540;p33"/>
            <p:cNvGrpSpPr/>
            <p:nvPr/>
          </p:nvGrpSpPr>
          <p:grpSpPr>
            <a:xfrm>
              <a:off x="1548674" y="1561011"/>
              <a:ext cx="199063" cy="195289"/>
              <a:chOff x="1548674" y="1561011"/>
              <a:chExt cx="199063" cy="195289"/>
            </a:xfrm>
          </p:grpSpPr>
          <p:sp>
            <p:nvSpPr>
              <p:cNvPr id="541" name="Google Shape;541;p33"/>
              <p:cNvSpPr/>
              <p:nvPr/>
            </p:nvSpPr>
            <p:spPr>
              <a:xfrm>
                <a:off x="1702453" y="1576106"/>
                <a:ext cx="45284" cy="45284"/>
              </a:xfrm>
              <a:custGeom>
                <a:avLst/>
                <a:gdLst/>
                <a:ahLst/>
                <a:cxnLst/>
                <a:rect l="l" t="t" r="r" b="b"/>
                <a:pathLst>
                  <a:path w="45284" h="45284" extrusionOk="0">
                    <a:moveTo>
                      <a:pt x="22643" y="45284"/>
                    </a:moveTo>
                    <a:cubicBezTo>
                      <a:pt x="34907" y="45284"/>
                      <a:pt x="45285" y="34907"/>
                      <a:pt x="45285" y="22642"/>
                    </a:cubicBezTo>
                    <a:cubicBezTo>
                      <a:pt x="45285" y="10378"/>
                      <a:pt x="34907" y="0"/>
                      <a:pt x="22643" y="0"/>
                    </a:cubicBezTo>
                    <a:cubicBezTo>
                      <a:pt x="10378" y="0"/>
                      <a:pt x="0" y="10378"/>
                      <a:pt x="0" y="22642"/>
                    </a:cubicBezTo>
                    <a:cubicBezTo>
                      <a:pt x="0" y="34907"/>
                      <a:pt x="10378" y="45284"/>
                      <a:pt x="22643" y="45284"/>
                    </a:cubicBezTo>
                    <a:lnTo>
                      <a:pt x="22643" y="4528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2" name="Google Shape;542;p33"/>
              <p:cNvSpPr/>
              <p:nvPr/>
            </p:nvSpPr>
            <p:spPr>
              <a:xfrm>
                <a:off x="1548674" y="1561011"/>
                <a:ext cx="43397" cy="195289"/>
              </a:xfrm>
              <a:custGeom>
                <a:avLst/>
                <a:gdLst/>
                <a:ahLst/>
                <a:cxnLst/>
                <a:rect l="l" t="t" r="r" b="b"/>
                <a:pathLst>
                  <a:path w="43397" h="195289" extrusionOk="0">
                    <a:moveTo>
                      <a:pt x="12264" y="94343"/>
                    </a:moveTo>
                    <a:lnTo>
                      <a:pt x="0" y="187742"/>
                    </a:lnTo>
                    <a:cubicBezTo>
                      <a:pt x="0" y="189629"/>
                      <a:pt x="0" y="191516"/>
                      <a:pt x="1887" y="193403"/>
                    </a:cubicBezTo>
                    <a:cubicBezTo>
                      <a:pt x="2830" y="195290"/>
                      <a:pt x="4717" y="195290"/>
                      <a:pt x="6604" y="195290"/>
                    </a:cubicBezTo>
                    <a:lnTo>
                      <a:pt x="36794" y="195290"/>
                    </a:lnTo>
                    <a:cubicBezTo>
                      <a:pt x="40567" y="195290"/>
                      <a:pt x="43398" y="192459"/>
                      <a:pt x="43398" y="188686"/>
                    </a:cubicBezTo>
                    <a:lnTo>
                      <a:pt x="43398" y="0"/>
                    </a:lnTo>
                    <a:lnTo>
                      <a:pt x="26416" y="0"/>
                    </a:lnTo>
                    <a:cubicBezTo>
                      <a:pt x="17925" y="0"/>
                      <a:pt x="11321" y="6604"/>
                      <a:pt x="11321" y="15095"/>
                    </a:cubicBezTo>
                    <a:lnTo>
                      <a:pt x="11321" y="9434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543" name="Google Shape;543;p33"/>
            <p:cNvSpPr/>
            <p:nvPr/>
          </p:nvSpPr>
          <p:spPr>
            <a:xfrm>
              <a:off x="1603393" y="1576106"/>
              <a:ext cx="31133" cy="46227"/>
            </a:xfrm>
            <a:custGeom>
              <a:avLst/>
              <a:gdLst/>
              <a:ahLst/>
              <a:cxnLst/>
              <a:rect l="l" t="t" r="r" b="b"/>
              <a:pathLst>
                <a:path w="31133" h="46227" extrusionOk="0">
                  <a:moveTo>
                    <a:pt x="31133" y="22642"/>
                  </a:moveTo>
                  <a:cubicBezTo>
                    <a:pt x="31133" y="10378"/>
                    <a:pt x="20756" y="0"/>
                    <a:pt x="8491" y="0"/>
                  </a:cubicBezTo>
                  <a:cubicBezTo>
                    <a:pt x="5661" y="0"/>
                    <a:pt x="2830" y="943"/>
                    <a:pt x="0" y="1887"/>
                  </a:cubicBezTo>
                  <a:lnTo>
                    <a:pt x="0" y="44341"/>
                  </a:lnTo>
                  <a:cubicBezTo>
                    <a:pt x="2830" y="45284"/>
                    <a:pt x="5661" y="46228"/>
                    <a:pt x="8491" y="46228"/>
                  </a:cubicBezTo>
                  <a:cubicBezTo>
                    <a:pt x="21699" y="45284"/>
                    <a:pt x="31133" y="34907"/>
                    <a:pt x="31133" y="22642"/>
                  </a:cubicBezTo>
                  <a:lnTo>
                    <a:pt x="31133" y="2264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4" name="Google Shape;544;p33"/>
            <p:cNvSpPr/>
            <p:nvPr/>
          </p:nvSpPr>
          <p:spPr>
            <a:xfrm>
              <a:off x="1603393" y="1635542"/>
              <a:ext cx="169817" cy="120758"/>
            </a:xfrm>
            <a:custGeom>
              <a:avLst/>
              <a:gdLst/>
              <a:ahLst/>
              <a:cxnLst/>
              <a:rect l="l" t="t" r="r" b="b"/>
              <a:pathLst>
                <a:path w="169817" h="120758" extrusionOk="0">
                  <a:moveTo>
                    <a:pt x="164157" y="0"/>
                  </a:moveTo>
                  <a:lnTo>
                    <a:pt x="0" y="0"/>
                  </a:lnTo>
                  <a:lnTo>
                    <a:pt x="0" y="38681"/>
                  </a:lnTo>
                  <a:lnTo>
                    <a:pt x="100003" y="38681"/>
                  </a:lnTo>
                  <a:lnTo>
                    <a:pt x="100003" y="105664"/>
                  </a:lnTo>
                  <a:lnTo>
                    <a:pt x="93400" y="105664"/>
                  </a:lnTo>
                  <a:cubicBezTo>
                    <a:pt x="88683" y="105664"/>
                    <a:pt x="85852" y="109438"/>
                    <a:pt x="85852" y="113211"/>
                  </a:cubicBezTo>
                  <a:cubicBezTo>
                    <a:pt x="85852" y="117929"/>
                    <a:pt x="89626" y="120759"/>
                    <a:pt x="93400" y="120759"/>
                  </a:cubicBezTo>
                  <a:lnTo>
                    <a:pt x="121703" y="120759"/>
                  </a:lnTo>
                  <a:cubicBezTo>
                    <a:pt x="126420" y="120759"/>
                    <a:pt x="129250" y="116985"/>
                    <a:pt x="129250" y="113211"/>
                  </a:cubicBezTo>
                  <a:cubicBezTo>
                    <a:pt x="129250" y="108494"/>
                    <a:pt x="125476" y="105664"/>
                    <a:pt x="121703" y="105664"/>
                  </a:cubicBezTo>
                  <a:lnTo>
                    <a:pt x="115098" y="105664"/>
                  </a:lnTo>
                  <a:lnTo>
                    <a:pt x="115098" y="38681"/>
                  </a:lnTo>
                  <a:lnTo>
                    <a:pt x="164157" y="38681"/>
                  </a:lnTo>
                  <a:cubicBezTo>
                    <a:pt x="166987" y="38681"/>
                    <a:pt x="169817" y="35850"/>
                    <a:pt x="169817" y="33020"/>
                  </a:cubicBezTo>
                  <a:lnTo>
                    <a:pt x="169817" y="4717"/>
                  </a:lnTo>
                  <a:cubicBezTo>
                    <a:pt x="169817" y="1887"/>
                    <a:pt x="166987" y="0"/>
                    <a:pt x="164157" y="0"/>
                  </a:cubicBezTo>
                  <a:lnTo>
                    <a:pt x="16415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45" name="Google Shape;545;p33"/>
          <p:cNvGrpSpPr/>
          <p:nvPr/>
        </p:nvGrpSpPr>
        <p:grpSpPr>
          <a:xfrm>
            <a:off x="-790877" y="3914675"/>
            <a:ext cx="2081652" cy="1228834"/>
            <a:chOff x="-389102" y="830350"/>
            <a:chExt cx="2081652" cy="1228834"/>
          </a:xfrm>
        </p:grpSpPr>
        <p:grpSp>
          <p:nvGrpSpPr>
            <p:cNvPr id="546" name="Google Shape;546;p33"/>
            <p:cNvGrpSpPr/>
            <p:nvPr/>
          </p:nvGrpSpPr>
          <p:grpSpPr>
            <a:xfrm>
              <a:off x="-389102" y="830350"/>
              <a:ext cx="1679875" cy="1228834"/>
              <a:chOff x="3082101" y="2623297"/>
              <a:chExt cx="1025314" cy="750021"/>
            </a:xfrm>
          </p:grpSpPr>
          <p:sp>
            <p:nvSpPr>
              <p:cNvPr id="547" name="Google Shape;547;p33"/>
              <p:cNvSpPr/>
              <p:nvPr/>
            </p:nvSpPr>
            <p:spPr>
              <a:xfrm>
                <a:off x="3347273"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6"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10"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8" name="Google Shape;548;p33"/>
              <p:cNvSpPr/>
              <p:nvPr/>
            </p:nvSpPr>
            <p:spPr>
              <a:xfrm>
                <a:off x="3082101"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187"/>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9" name="Google Shape;549;p33"/>
              <p:cNvSpPr/>
              <p:nvPr/>
            </p:nvSpPr>
            <p:spPr>
              <a:xfrm>
                <a:off x="3238797"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616"/>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0" name="Google Shape;550;p33"/>
              <p:cNvSpPr/>
              <p:nvPr/>
            </p:nvSpPr>
            <p:spPr>
              <a:xfrm>
                <a:off x="3249661" y="3149050"/>
                <a:ext cx="847758" cy="92998"/>
              </a:xfrm>
              <a:custGeom>
                <a:avLst/>
                <a:gdLst/>
                <a:ahLst/>
                <a:cxnLst/>
                <a:rect l="l" t="t" r="r" b="b"/>
                <a:pathLst>
                  <a:path w="1487294" h="163155" extrusionOk="0">
                    <a:moveTo>
                      <a:pt x="1487295" y="163156"/>
                    </a:moveTo>
                    <a:cubicBezTo>
                      <a:pt x="1475702" y="112921"/>
                      <a:pt x="1460675" y="57105"/>
                      <a:pt x="1440924" y="0"/>
                    </a:cubicBezTo>
                    <a:lnTo>
                      <a:pt x="50235" y="0"/>
                    </a:lnTo>
                    <a:cubicBezTo>
                      <a:pt x="29196" y="57105"/>
                      <a:pt x="12881" y="112492"/>
                      <a:pt x="0" y="163156"/>
                    </a:cubicBezTo>
                    <a:lnTo>
                      <a:pt x="1487295" y="16315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1" name="Google Shape;551;p33"/>
              <p:cNvSpPr/>
              <p:nvPr/>
            </p:nvSpPr>
            <p:spPr>
              <a:xfrm>
                <a:off x="3482621" y="2888626"/>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2" name="Google Shape;552;p33"/>
              <p:cNvSpPr/>
              <p:nvPr/>
            </p:nvSpPr>
            <p:spPr>
              <a:xfrm rot="-5174158">
                <a:off x="3502637" y="2908603"/>
                <a:ext cx="70146" cy="70146"/>
              </a:xfrm>
              <a:custGeom>
                <a:avLst/>
                <a:gdLst/>
                <a:ahLst/>
                <a:cxnLst/>
                <a:rect l="l" t="t" r="r" b="b"/>
                <a:pathLst>
                  <a:path w="122798" h="122798" extrusionOk="0">
                    <a:moveTo>
                      <a:pt x="122798" y="61399"/>
                    </a:moveTo>
                    <a:cubicBezTo>
                      <a:pt x="122798" y="95309"/>
                      <a:pt x="95309" y="122798"/>
                      <a:pt x="61399" y="122798"/>
                    </a:cubicBezTo>
                    <a:cubicBezTo>
                      <a:pt x="27489" y="122798"/>
                      <a:pt x="0" y="95309"/>
                      <a:pt x="0" y="61399"/>
                    </a:cubicBezTo>
                    <a:cubicBezTo>
                      <a:pt x="0" y="27489"/>
                      <a:pt x="27489" y="0"/>
                      <a:pt x="61399" y="0"/>
                    </a:cubicBezTo>
                    <a:cubicBezTo>
                      <a:pt x="95309" y="0"/>
                      <a:pt x="122798" y="27489"/>
                      <a:pt x="122798" y="61399"/>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3" name="Google Shape;553;p33"/>
              <p:cNvSpPr/>
              <p:nvPr/>
            </p:nvSpPr>
            <p:spPr>
              <a:xfrm>
                <a:off x="3759720" y="2883722"/>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4" name="Google Shape;554;p33"/>
              <p:cNvSpPr/>
              <p:nvPr/>
            </p:nvSpPr>
            <p:spPr>
              <a:xfrm>
                <a:off x="3779828" y="2903830"/>
                <a:ext cx="69994" cy="69994"/>
              </a:xfrm>
              <a:custGeom>
                <a:avLst/>
                <a:gdLst/>
                <a:ahLst/>
                <a:cxnLst/>
                <a:rect l="l" t="t" r="r" b="b"/>
                <a:pathLst>
                  <a:path w="122796" h="122796" extrusionOk="0">
                    <a:moveTo>
                      <a:pt x="122796" y="61398"/>
                    </a:moveTo>
                    <a:cubicBezTo>
                      <a:pt x="122796" y="95307"/>
                      <a:pt x="95307" y="122796"/>
                      <a:pt x="61398" y="122796"/>
                    </a:cubicBezTo>
                    <a:cubicBezTo>
                      <a:pt x="27489" y="122796"/>
                      <a:pt x="0" y="95307"/>
                      <a:pt x="0" y="61398"/>
                    </a:cubicBezTo>
                    <a:cubicBezTo>
                      <a:pt x="0" y="27489"/>
                      <a:pt x="27489" y="0"/>
                      <a:pt x="61398" y="0"/>
                    </a:cubicBezTo>
                    <a:cubicBezTo>
                      <a:pt x="95307" y="0"/>
                      <a:pt x="122796" y="27489"/>
                      <a:pt x="122796" y="61398"/>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5" name="Google Shape;555;p33"/>
              <p:cNvSpPr/>
              <p:nvPr/>
            </p:nvSpPr>
            <p:spPr>
              <a:xfrm>
                <a:off x="3248189" y="2864349"/>
                <a:ext cx="254142" cy="373645"/>
              </a:xfrm>
              <a:custGeom>
                <a:avLst/>
                <a:gdLst/>
                <a:ahLst/>
                <a:cxnLst/>
                <a:rect l="l" t="t" r="r" b="b"/>
                <a:pathLst>
                  <a:path w="445864" h="655518" extrusionOk="0">
                    <a:moveTo>
                      <a:pt x="445673" y="0"/>
                    </a:moveTo>
                    <a:cubicBezTo>
                      <a:pt x="433222" y="3864"/>
                      <a:pt x="420341" y="6870"/>
                      <a:pt x="407890" y="10734"/>
                    </a:cubicBezTo>
                    <a:cubicBezTo>
                      <a:pt x="395868" y="14169"/>
                      <a:pt x="384275" y="20609"/>
                      <a:pt x="373112" y="26620"/>
                    </a:cubicBezTo>
                    <a:cubicBezTo>
                      <a:pt x="350356" y="37783"/>
                      <a:pt x="329747" y="51952"/>
                      <a:pt x="309996" y="67409"/>
                    </a:cubicBezTo>
                    <a:cubicBezTo>
                      <a:pt x="270066" y="98323"/>
                      <a:pt x="233571" y="133101"/>
                      <a:pt x="201369" y="171743"/>
                    </a:cubicBezTo>
                    <a:cubicBezTo>
                      <a:pt x="132242" y="253750"/>
                      <a:pt x="80719" y="349927"/>
                      <a:pt x="45941" y="451255"/>
                    </a:cubicBezTo>
                    <a:cubicBezTo>
                      <a:pt x="35637" y="480881"/>
                      <a:pt x="26620" y="510936"/>
                      <a:pt x="18892" y="540991"/>
                    </a:cubicBezTo>
                    <a:cubicBezTo>
                      <a:pt x="15028" y="556877"/>
                      <a:pt x="11163" y="572763"/>
                      <a:pt x="7728" y="588649"/>
                    </a:cubicBezTo>
                    <a:cubicBezTo>
                      <a:pt x="4294" y="604536"/>
                      <a:pt x="0" y="620422"/>
                      <a:pt x="0" y="636737"/>
                    </a:cubicBezTo>
                    <a:cubicBezTo>
                      <a:pt x="0" y="643178"/>
                      <a:pt x="3864" y="648759"/>
                      <a:pt x="9017" y="652624"/>
                    </a:cubicBezTo>
                    <a:cubicBezTo>
                      <a:pt x="12451" y="655200"/>
                      <a:pt x="19750" y="657776"/>
                      <a:pt x="21897" y="652194"/>
                    </a:cubicBezTo>
                    <a:cubicBezTo>
                      <a:pt x="27479" y="639313"/>
                      <a:pt x="29196" y="625145"/>
                      <a:pt x="32202" y="611405"/>
                    </a:cubicBezTo>
                    <a:cubicBezTo>
                      <a:pt x="35207" y="597666"/>
                      <a:pt x="38213" y="583926"/>
                      <a:pt x="41648" y="570187"/>
                    </a:cubicBezTo>
                    <a:cubicBezTo>
                      <a:pt x="48088" y="543996"/>
                      <a:pt x="55817" y="517805"/>
                      <a:pt x="63974" y="492044"/>
                    </a:cubicBezTo>
                    <a:cubicBezTo>
                      <a:pt x="81149" y="439662"/>
                      <a:pt x="101758" y="388139"/>
                      <a:pt x="126661" y="339193"/>
                    </a:cubicBezTo>
                    <a:cubicBezTo>
                      <a:pt x="172602" y="248598"/>
                      <a:pt x="235717" y="166161"/>
                      <a:pt x="313431" y="100470"/>
                    </a:cubicBezTo>
                    <a:cubicBezTo>
                      <a:pt x="334470" y="82436"/>
                      <a:pt x="357226" y="66550"/>
                      <a:pt x="379552" y="49805"/>
                    </a:cubicBezTo>
                    <a:cubicBezTo>
                      <a:pt x="390286" y="41647"/>
                      <a:pt x="401449" y="33490"/>
                      <a:pt x="412613" y="25761"/>
                    </a:cubicBezTo>
                    <a:cubicBezTo>
                      <a:pt x="418194" y="21897"/>
                      <a:pt x="422917" y="17174"/>
                      <a:pt x="428070" y="12881"/>
                    </a:cubicBezTo>
                    <a:cubicBezTo>
                      <a:pt x="433651" y="8158"/>
                      <a:pt x="440092" y="4294"/>
                      <a:pt x="445673" y="0"/>
                    </a:cubicBezTo>
                    <a:cubicBezTo>
                      <a:pt x="446103" y="0"/>
                      <a:pt x="445673" y="0"/>
                      <a:pt x="445673" y="0"/>
                    </a:cubicBezTo>
                    <a:lnTo>
                      <a:pt x="445673"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6" name="Google Shape;556;p33"/>
              <p:cNvSpPr/>
              <p:nvPr/>
            </p:nvSpPr>
            <p:spPr>
              <a:xfrm>
                <a:off x="3521379"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5"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09"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7" name="Google Shape;557;p33"/>
              <p:cNvSpPr/>
              <p:nvPr/>
            </p:nvSpPr>
            <p:spPr>
              <a:xfrm>
                <a:off x="3169147" y="2839582"/>
                <a:ext cx="274487" cy="388651"/>
              </a:xfrm>
              <a:custGeom>
                <a:avLst/>
                <a:gdLst/>
                <a:ahLst/>
                <a:cxnLst/>
                <a:rect l="l" t="t" r="r" b="b"/>
                <a:pathLst>
                  <a:path w="481556" h="681844" extrusionOk="0">
                    <a:moveTo>
                      <a:pt x="479735" y="0"/>
                    </a:moveTo>
                    <a:cubicBezTo>
                      <a:pt x="451826" y="859"/>
                      <a:pt x="424777" y="5152"/>
                      <a:pt x="398586" y="15886"/>
                    </a:cubicBezTo>
                    <a:cubicBezTo>
                      <a:pt x="372395" y="26620"/>
                      <a:pt x="348780" y="42507"/>
                      <a:pt x="326454" y="60110"/>
                    </a:cubicBezTo>
                    <a:cubicBezTo>
                      <a:pt x="283089" y="95317"/>
                      <a:pt x="244876" y="137394"/>
                      <a:pt x="210098" y="180760"/>
                    </a:cubicBezTo>
                    <a:cubicBezTo>
                      <a:pt x="140113" y="268349"/>
                      <a:pt x="85155" y="368818"/>
                      <a:pt x="47371" y="474440"/>
                    </a:cubicBezTo>
                    <a:cubicBezTo>
                      <a:pt x="25903" y="534121"/>
                      <a:pt x="10017" y="596378"/>
                      <a:pt x="142" y="659064"/>
                    </a:cubicBezTo>
                    <a:cubicBezTo>
                      <a:pt x="-1146" y="667222"/>
                      <a:pt x="6582" y="676238"/>
                      <a:pt x="13023" y="679673"/>
                    </a:cubicBezTo>
                    <a:cubicBezTo>
                      <a:pt x="19034" y="683108"/>
                      <a:pt x="26762" y="683108"/>
                      <a:pt x="28480" y="674950"/>
                    </a:cubicBezTo>
                    <a:cubicBezTo>
                      <a:pt x="45654" y="566323"/>
                      <a:pt x="81291" y="460701"/>
                      <a:pt x="131955" y="363237"/>
                    </a:cubicBezTo>
                    <a:cubicBezTo>
                      <a:pt x="182619" y="265343"/>
                      <a:pt x="249169" y="176037"/>
                      <a:pt x="326454" y="97464"/>
                    </a:cubicBezTo>
                    <a:cubicBezTo>
                      <a:pt x="348351" y="75138"/>
                      <a:pt x="371966" y="55387"/>
                      <a:pt x="397727" y="37354"/>
                    </a:cubicBezTo>
                    <a:cubicBezTo>
                      <a:pt x="422201" y="20180"/>
                      <a:pt x="450538" y="5152"/>
                      <a:pt x="481023" y="2147"/>
                    </a:cubicBezTo>
                    <a:cubicBezTo>
                      <a:pt x="482311" y="2147"/>
                      <a:pt x="481023" y="0"/>
                      <a:pt x="479735" y="0"/>
                    </a:cubicBezTo>
                    <a:lnTo>
                      <a:pt x="479735"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8" name="Google Shape;558;p33"/>
              <p:cNvSpPr/>
              <p:nvPr/>
            </p:nvSpPr>
            <p:spPr>
              <a:xfrm>
                <a:off x="3511066" y="2919769"/>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9"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9" name="Google Shape;559;p33"/>
              <p:cNvSpPr/>
              <p:nvPr/>
            </p:nvSpPr>
            <p:spPr>
              <a:xfrm>
                <a:off x="3790863" y="2914865"/>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8"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560" name="Google Shape;560;p33"/>
            <p:cNvSpPr/>
            <p:nvPr/>
          </p:nvSpPr>
          <p:spPr>
            <a:xfrm>
              <a:off x="1361950" y="11421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grpSp>
        <p:nvGrpSpPr>
          <p:cNvPr id="561" name="Google Shape;561;p33"/>
          <p:cNvGrpSpPr/>
          <p:nvPr/>
        </p:nvGrpSpPr>
        <p:grpSpPr>
          <a:xfrm>
            <a:off x="7810175" y="4266364"/>
            <a:ext cx="1043880" cy="877126"/>
            <a:chOff x="7810175" y="4266364"/>
            <a:chExt cx="1043880" cy="877126"/>
          </a:xfrm>
        </p:grpSpPr>
        <p:grpSp>
          <p:nvGrpSpPr>
            <p:cNvPr id="562" name="Google Shape;562;p33"/>
            <p:cNvGrpSpPr/>
            <p:nvPr/>
          </p:nvGrpSpPr>
          <p:grpSpPr>
            <a:xfrm>
              <a:off x="8174593" y="4266364"/>
              <a:ext cx="679461" cy="877126"/>
              <a:chOff x="8005443" y="4266364"/>
              <a:chExt cx="679461" cy="877126"/>
            </a:xfrm>
          </p:grpSpPr>
          <p:grpSp>
            <p:nvGrpSpPr>
              <p:cNvPr id="563" name="Google Shape;563;p33"/>
              <p:cNvGrpSpPr/>
              <p:nvPr/>
            </p:nvGrpSpPr>
            <p:grpSpPr>
              <a:xfrm>
                <a:off x="8005443" y="4266364"/>
                <a:ext cx="294811" cy="877126"/>
                <a:chOff x="4158618" y="3532330"/>
                <a:chExt cx="294811" cy="877126"/>
              </a:xfrm>
            </p:grpSpPr>
            <p:sp>
              <p:nvSpPr>
                <p:cNvPr id="564" name="Google Shape;564;p33"/>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5" name="Google Shape;565;p33"/>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6" name="Google Shape;566;p33"/>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67" name="Google Shape;567;p33"/>
              <p:cNvGrpSpPr/>
              <p:nvPr/>
            </p:nvGrpSpPr>
            <p:grpSpPr>
              <a:xfrm>
                <a:off x="8390093" y="4266364"/>
                <a:ext cx="294811" cy="877126"/>
                <a:chOff x="4158618" y="3532330"/>
                <a:chExt cx="294811" cy="877126"/>
              </a:xfrm>
            </p:grpSpPr>
            <p:sp>
              <p:nvSpPr>
                <p:cNvPr id="568" name="Google Shape;568;p33"/>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9" name="Google Shape;569;p33"/>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70" name="Google Shape;570;p33"/>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571" name="Google Shape;571;p33"/>
            <p:cNvSpPr/>
            <p:nvPr/>
          </p:nvSpPr>
          <p:spPr>
            <a:xfrm>
              <a:off x="7810175" y="435355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672"/>
        <p:cNvGrpSpPr/>
        <p:nvPr/>
      </p:nvGrpSpPr>
      <p:grpSpPr>
        <a:xfrm>
          <a:off x="0" y="0"/>
          <a:ext cx="0" cy="0"/>
          <a:chOff x="0" y="0"/>
          <a:chExt cx="0" cy="0"/>
        </a:xfrm>
      </p:grpSpPr>
      <p:sp>
        <p:nvSpPr>
          <p:cNvPr id="673" name="Google Shape;673;p35"/>
          <p:cNvSpPr txBox="1">
            <a:spLocks noGrp="1"/>
          </p:cNvSpPr>
          <p:nvPr>
            <p:ph type="subTitle" idx="2"/>
          </p:nvPr>
        </p:nvSpPr>
        <p:spPr>
          <a:xfrm>
            <a:off x="1544726" y="1845850"/>
            <a:ext cx="29097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 us, integrity means operating with honesty, trustworthiness, and strong moral values. We commit to ethical and environmental standards</a:t>
            </a:r>
            <a:endParaRPr/>
          </a:p>
        </p:txBody>
      </p:sp>
      <p:sp>
        <p:nvSpPr>
          <p:cNvPr id="674" name="Google Shape;674;p35"/>
          <p:cNvSpPr txBox="1">
            <a:spLocks noGrp="1"/>
          </p:cNvSpPr>
          <p:nvPr>
            <p:ph type="subTitle" idx="3"/>
          </p:nvPr>
        </p:nvSpPr>
        <p:spPr>
          <a:xfrm>
            <a:off x="5514302" y="1845850"/>
            <a:ext cx="29097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put customers at the center of everything they do. We listen to customer feedback and incorporate it into decisions, products and services</a:t>
            </a:r>
            <a:endParaRPr/>
          </a:p>
        </p:txBody>
      </p:sp>
      <p:sp>
        <p:nvSpPr>
          <p:cNvPr id="675" name="Google Shape;675;p35"/>
          <p:cNvSpPr txBox="1">
            <a:spLocks noGrp="1"/>
          </p:cNvSpPr>
          <p:nvPr>
            <p:ph type="subTitle" idx="4"/>
          </p:nvPr>
        </p:nvSpPr>
        <p:spPr>
          <a:xfrm>
            <a:off x="1544726" y="3477675"/>
            <a:ext cx="29097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create an environment where employees can work together productively and efficiently to achieve common objectives. It involves sharing knowledge and skills</a:t>
            </a:r>
            <a:endParaRPr/>
          </a:p>
        </p:txBody>
      </p:sp>
      <p:sp>
        <p:nvSpPr>
          <p:cNvPr id="676" name="Google Shape;676;p35"/>
          <p:cNvSpPr txBox="1">
            <a:spLocks noGrp="1"/>
          </p:cNvSpPr>
          <p:nvPr>
            <p:ph type="subTitle" idx="5"/>
          </p:nvPr>
        </p:nvSpPr>
        <p:spPr>
          <a:xfrm>
            <a:off x="5514302" y="3477675"/>
            <a:ext cx="2909700" cy="102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Innovation is an integral part of our company’s culture and is essential for success. It means us coming up with new ideas, methods, and products that can grow the business</a:t>
            </a:r>
            <a:endParaRPr/>
          </a:p>
        </p:txBody>
      </p:sp>
      <p:sp>
        <p:nvSpPr>
          <p:cNvPr id="677" name="Google Shape;677;p3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guiding principles</a:t>
            </a:r>
            <a:endParaRPr/>
          </a:p>
        </p:txBody>
      </p:sp>
      <p:sp>
        <p:nvSpPr>
          <p:cNvPr id="678" name="Google Shape;678;p35"/>
          <p:cNvSpPr txBox="1">
            <a:spLocks noGrp="1"/>
          </p:cNvSpPr>
          <p:nvPr>
            <p:ph type="subTitle" idx="1"/>
          </p:nvPr>
        </p:nvSpPr>
        <p:spPr>
          <a:xfrm>
            <a:off x="1544725" y="1319950"/>
            <a:ext cx="2909700" cy="525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Integrity</a:t>
            </a:r>
            <a:endParaRPr/>
          </a:p>
        </p:txBody>
      </p:sp>
      <p:sp>
        <p:nvSpPr>
          <p:cNvPr id="679" name="Google Shape;679;p35"/>
          <p:cNvSpPr txBox="1">
            <a:spLocks noGrp="1"/>
          </p:cNvSpPr>
          <p:nvPr>
            <p:ph type="subTitle" idx="6"/>
          </p:nvPr>
        </p:nvSpPr>
        <p:spPr>
          <a:xfrm>
            <a:off x="1544725" y="2951775"/>
            <a:ext cx="2909700" cy="525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Collaboration</a:t>
            </a:r>
            <a:endParaRPr/>
          </a:p>
        </p:txBody>
      </p:sp>
      <p:sp>
        <p:nvSpPr>
          <p:cNvPr id="680" name="Google Shape;680;p35"/>
          <p:cNvSpPr txBox="1">
            <a:spLocks noGrp="1"/>
          </p:cNvSpPr>
          <p:nvPr>
            <p:ph type="subTitle" idx="7"/>
          </p:nvPr>
        </p:nvSpPr>
        <p:spPr>
          <a:xfrm>
            <a:off x="5514300" y="1319950"/>
            <a:ext cx="2909700" cy="525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Customer focus</a:t>
            </a:r>
            <a:endParaRPr/>
          </a:p>
        </p:txBody>
      </p:sp>
      <p:sp>
        <p:nvSpPr>
          <p:cNvPr id="681" name="Google Shape;681;p35"/>
          <p:cNvSpPr txBox="1">
            <a:spLocks noGrp="1"/>
          </p:cNvSpPr>
          <p:nvPr>
            <p:ph type="subTitle" idx="8"/>
          </p:nvPr>
        </p:nvSpPr>
        <p:spPr>
          <a:xfrm>
            <a:off x="5514300" y="2951775"/>
            <a:ext cx="2909700" cy="525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Innovation</a:t>
            </a:r>
            <a:endParaRPr/>
          </a:p>
        </p:txBody>
      </p:sp>
      <p:sp>
        <p:nvSpPr>
          <p:cNvPr id="682" name="Google Shape;682;p35"/>
          <p:cNvSpPr/>
          <p:nvPr/>
        </p:nvSpPr>
        <p:spPr>
          <a:xfrm>
            <a:off x="4664375" y="14859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83" name="Google Shape;683;p35"/>
          <p:cNvSpPr/>
          <p:nvPr/>
        </p:nvSpPr>
        <p:spPr>
          <a:xfrm>
            <a:off x="4664375" y="3075775"/>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84" name="Google Shape;684;p35"/>
          <p:cNvSpPr/>
          <p:nvPr/>
        </p:nvSpPr>
        <p:spPr>
          <a:xfrm>
            <a:off x="701600" y="1485900"/>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685" name="Google Shape;685;p35"/>
          <p:cNvSpPr/>
          <p:nvPr/>
        </p:nvSpPr>
        <p:spPr>
          <a:xfrm>
            <a:off x="701600" y="3075775"/>
            <a:ext cx="792300" cy="792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686" name="Google Shape;686;p35"/>
          <p:cNvGrpSpPr/>
          <p:nvPr/>
        </p:nvGrpSpPr>
        <p:grpSpPr>
          <a:xfrm>
            <a:off x="4908901" y="3338225"/>
            <a:ext cx="303244" cy="267390"/>
            <a:chOff x="1548674" y="3325222"/>
            <a:chExt cx="223615" cy="197176"/>
          </a:xfrm>
        </p:grpSpPr>
        <p:sp>
          <p:nvSpPr>
            <p:cNvPr id="687" name="Google Shape;687;p35"/>
            <p:cNvSpPr/>
            <p:nvPr/>
          </p:nvSpPr>
          <p:spPr>
            <a:xfrm>
              <a:off x="1578864" y="3325222"/>
              <a:ext cx="113211" cy="106607"/>
            </a:xfrm>
            <a:custGeom>
              <a:avLst/>
              <a:gdLst/>
              <a:ahLst/>
              <a:cxnLst/>
              <a:rect l="l" t="t" r="r" b="b"/>
              <a:pathLst>
                <a:path w="113211" h="106607" extrusionOk="0">
                  <a:moveTo>
                    <a:pt x="25472" y="40567"/>
                  </a:moveTo>
                  <a:cubicBezTo>
                    <a:pt x="26416" y="39624"/>
                    <a:pt x="27359" y="39624"/>
                    <a:pt x="28303" y="39624"/>
                  </a:cubicBezTo>
                  <a:cubicBezTo>
                    <a:pt x="29246" y="39624"/>
                    <a:pt x="30190" y="39624"/>
                    <a:pt x="31133" y="40567"/>
                  </a:cubicBezTo>
                  <a:cubicBezTo>
                    <a:pt x="33020" y="41511"/>
                    <a:pt x="33963" y="43398"/>
                    <a:pt x="33963" y="45285"/>
                  </a:cubicBezTo>
                  <a:lnTo>
                    <a:pt x="33963" y="100947"/>
                  </a:lnTo>
                  <a:cubicBezTo>
                    <a:pt x="33963" y="103777"/>
                    <a:pt x="36794" y="106607"/>
                    <a:pt x="39624" y="106607"/>
                  </a:cubicBezTo>
                  <a:cubicBezTo>
                    <a:pt x="42454" y="106607"/>
                    <a:pt x="45284" y="103777"/>
                    <a:pt x="45284" y="100947"/>
                  </a:cubicBezTo>
                  <a:lnTo>
                    <a:pt x="45284" y="62266"/>
                  </a:lnTo>
                  <a:cubicBezTo>
                    <a:pt x="45284" y="60379"/>
                    <a:pt x="46228" y="59436"/>
                    <a:pt x="47171" y="57549"/>
                  </a:cubicBezTo>
                  <a:cubicBezTo>
                    <a:pt x="48115" y="56606"/>
                    <a:pt x="50002" y="55662"/>
                    <a:pt x="51889" y="56606"/>
                  </a:cubicBezTo>
                  <a:cubicBezTo>
                    <a:pt x="53775" y="56606"/>
                    <a:pt x="54719" y="56606"/>
                    <a:pt x="56606" y="56606"/>
                  </a:cubicBezTo>
                  <a:cubicBezTo>
                    <a:pt x="66983" y="56606"/>
                    <a:pt x="76417" y="50945"/>
                    <a:pt x="81135" y="42454"/>
                  </a:cubicBezTo>
                  <a:cubicBezTo>
                    <a:pt x="82078" y="41511"/>
                    <a:pt x="83022" y="40567"/>
                    <a:pt x="84909" y="39624"/>
                  </a:cubicBezTo>
                  <a:cubicBezTo>
                    <a:pt x="86795" y="39624"/>
                    <a:pt x="87739" y="39624"/>
                    <a:pt x="89626" y="40567"/>
                  </a:cubicBezTo>
                  <a:cubicBezTo>
                    <a:pt x="92456" y="42454"/>
                    <a:pt x="95286" y="43398"/>
                    <a:pt x="98117" y="43398"/>
                  </a:cubicBezTo>
                  <a:cubicBezTo>
                    <a:pt x="106607" y="43398"/>
                    <a:pt x="113211" y="36794"/>
                    <a:pt x="113211" y="28303"/>
                  </a:cubicBezTo>
                  <a:cubicBezTo>
                    <a:pt x="113211" y="19812"/>
                    <a:pt x="106607" y="13208"/>
                    <a:pt x="98117" y="13208"/>
                  </a:cubicBezTo>
                  <a:cubicBezTo>
                    <a:pt x="95286" y="13208"/>
                    <a:pt x="92456" y="14151"/>
                    <a:pt x="89626" y="16038"/>
                  </a:cubicBezTo>
                  <a:cubicBezTo>
                    <a:pt x="88682" y="16982"/>
                    <a:pt x="86795" y="16982"/>
                    <a:pt x="84909" y="16982"/>
                  </a:cubicBezTo>
                  <a:cubicBezTo>
                    <a:pt x="83022" y="16982"/>
                    <a:pt x="82078" y="16038"/>
                    <a:pt x="81135" y="14151"/>
                  </a:cubicBezTo>
                  <a:cubicBezTo>
                    <a:pt x="76417" y="5661"/>
                    <a:pt x="66983" y="0"/>
                    <a:pt x="56606" y="0"/>
                  </a:cubicBezTo>
                  <a:cubicBezTo>
                    <a:pt x="46228" y="0"/>
                    <a:pt x="36794" y="5661"/>
                    <a:pt x="32077" y="14151"/>
                  </a:cubicBezTo>
                  <a:cubicBezTo>
                    <a:pt x="31133" y="15095"/>
                    <a:pt x="30190" y="16038"/>
                    <a:pt x="28303" y="16982"/>
                  </a:cubicBezTo>
                  <a:cubicBezTo>
                    <a:pt x="26416" y="16982"/>
                    <a:pt x="25472" y="16982"/>
                    <a:pt x="23586" y="16038"/>
                  </a:cubicBezTo>
                  <a:cubicBezTo>
                    <a:pt x="20755" y="14151"/>
                    <a:pt x="17925" y="13208"/>
                    <a:pt x="15095" y="13208"/>
                  </a:cubicBezTo>
                  <a:cubicBezTo>
                    <a:pt x="6604" y="13208"/>
                    <a:pt x="0" y="19812"/>
                    <a:pt x="0" y="28303"/>
                  </a:cubicBezTo>
                  <a:cubicBezTo>
                    <a:pt x="0" y="36794"/>
                    <a:pt x="6604" y="43398"/>
                    <a:pt x="15095" y="43398"/>
                  </a:cubicBezTo>
                  <a:cubicBezTo>
                    <a:pt x="18869" y="43398"/>
                    <a:pt x="23586" y="41511"/>
                    <a:pt x="25472" y="40567"/>
                  </a:cubicBezTo>
                  <a:lnTo>
                    <a:pt x="25472" y="405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88" name="Google Shape;688;p35"/>
            <p:cNvSpPr/>
            <p:nvPr/>
          </p:nvSpPr>
          <p:spPr>
            <a:xfrm>
              <a:off x="1548674" y="3381828"/>
              <a:ext cx="31133" cy="79248"/>
            </a:xfrm>
            <a:custGeom>
              <a:avLst/>
              <a:gdLst/>
              <a:ahLst/>
              <a:cxnLst/>
              <a:rect l="l" t="t" r="r" b="b"/>
              <a:pathLst>
                <a:path w="31133" h="79248" extrusionOk="0">
                  <a:moveTo>
                    <a:pt x="0" y="20755"/>
                  </a:moveTo>
                  <a:lnTo>
                    <a:pt x="0" y="58493"/>
                  </a:lnTo>
                  <a:cubicBezTo>
                    <a:pt x="0" y="69814"/>
                    <a:pt x="9434" y="79248"/>
                    <a:pt x="20756" y="79248"/>
                  </a:cubicBezTo>
                  <a:lnTo>
                    <a:pt x="31133" y="79248"/>
                  </a:lnTo>
                  <a:lnTo>
                    <a:pt x="31133" y="64153"/>
                  </a:lnTo>
                  <a:lnTo>
                    <a:pt x="20756" y="64153"/>
                  </a:lnTo>
                  <a:cubicBezTo>
                    <a:pt x="17925" y="64153"/>
                    <a:pt x="15095" y="61323"/>
                    <a:pt x="15095" y="58493"/>
                  </a:cubicBezTo>
                  <a:lnTo>
                    <a:pt x="15095" y="20755"/>
                  </a:lnTo>
                  <a:cubicBezTo>
                    <a:pt x="15095" y="17925"/>
                    <a:pt x="17925" y="15095"/>
                    <a:pt x="20756" y="15095"/>
                  </a:cubicBezTo>
                  <a:lnTo>
                    <a:pt x="31133" y="15095"/>
                  </a:lnTo>
                  <a:lnTo>
                    <a:pt x="31133" y="0"/>
                  </a:lnTo>
                  <a:lnTo>
                    <a:pt x="20756" y="0"/>
                  </a:lnTo>
                  <a:cubicBezTo>
                    <a:pt x="9434" y="0"/>
                    <a:pt x="0" y="9434"/>
                    <a:pt x="0" y="20755"/>
                  </a:cubicBezTo>
                  <a:lnTo>
                    <a:pt x="0" y="20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89" name="Google Shape;689;p35"/>
            <p:cNvSpPr/>
            <p:nvPr/>
          </p:nvSpPr>
          <p:spPr>
            <a:xfrm>
              <a:off x="1651507" y="3401640"/>
              <a:ext cx="120782" cy="120758"/>
            </a:xfrm>
            <a:custGeom>
              <a:avLst/>
              <a:gdLst/>
              <a:ahLst/>
              <a:cxnLst/>
              <a:rect l="l" t="t" r="r" b="b"/>
              <a:pathLst>
                <a:path w="120782" h="120758" extrusionOk="0">
                  <a:moveTo>
                    <a:pt x="60379" y="0"/>
                  </a:moveTo>
                  <a:cubicBezTo>
                    <a:pt x="27359" y="0"/>
                    <a:pt x="0" y="27359"/>
                    <a:pt x="0" y="60379"/>
                  </a:cubicBezTo>
                  <a:cubicBezTo>
                    <a:pt x="0" y="93399"/>
                    <a:pt x="27359" y="120759"/>
                    <a:pt x="60379" y="120759"/>
                  </a:cubicBezTo>
                  <a:cubicBezTo>
                    <a:pt x="93399" y="120759"/>
                    <a:pt x="120759" y="93399"/>
                    <a:pt x="120759" y="60379"/>
                  </a:cubicBezTo>
                  <a:cubicBezTo>
                    <a:pt x="121702" y="27359"/>
                    <a:pt x="94343" y="0"/>
                    <a:pt x="60379" y="0"/>
                  </a:cubicBezTo>
                  <a:lnTo>
                    <a:pt x="60379" y="0"/>
                  </a:lnTo>
                  <a:close/>
                  <a:moveTo>
                    <a:pt x="60379" y="44341"/>
                  </a:moveTo>
                  <a:cubicBezTo>
                    <a:pt x="55662" y="44341"/>
                    <a:pt x="51889" y="40567"/>
                    <a:pt x="51889" y="35850"/>
                  </a:cubicBezTo>
                  <a:cubicBezTo>
                    <a:pt x="51889" y="31133"/>
                    <a:pt x="55662" y="27359"/>
                    <a:pt x="60379" y="27359"/>
                  </a:cubicBezTo>
                  <a:cubicBezTo>
                    <a:pt x="65097" y="27359"/>
                    <a:pt x="68870" y="31133"/>
                    <a:pt x="68870" y="35850"/>
                  </a:cubicBezTo>
                  <a:cubicBezTo>
                    <a:pt x="68870" y="40567"/>
                    <a:pt x="65097" y="44341"/>
                    <a:pt x="60379" y="44341"/>
                  </a:cubicBezTo>
                  <a:lnTo>
                    <a:pt x="60379" y="44341"/>
                  </a:lnTo>
                  <a:close/>
                  <a:moveTo>
                    <a:pt x="77361" y="68870"/>
                  </a:moveTo>
                  <a:cubicBezTo>
                    <a:pt x="72644" y="68870"/>
                    <a:pt x="68870" y="65097"/>
                    <a:pt x="68870" y="60379"/>
                  </a:cubicBezTo>
                  <a:cubicBezTo>
                    <a:pt x="68870" y="55662"/>
                    <a:pt x="72644" y="51889"/>
                    <a:pt x="77361" y="51889"/>
                  </a:cubicBezTo>
                  <a:cubicBezTo>
                    <a:pt x="82078" y="51889"/>
                    <a:pt x="85852" y="55662"/>
                    <a:pt x="85852" y="60379"/>
                  </a:cubicBezTo>
                  <a:cubicBezTo>
                    <a:pt x="85852" y="65097"/>
                    <a:pt x="82078" y="68870"/>
                    <a:pt x="77361" y="68870"/>
                  </a:cubicBezTo>
                  <a:lnTo>
                    <a:pt x="77361" y="68870"/>
                  </a:lnTo>
                  <a:close/>
                  <a:moveTo>
                    <a:pt x="93399" y="44341"/>
                  </a:moveTo>
                  <a:cubicBezTo>
                    <a:pt x="88682" y="44341"/>
                    <a:pt x="84909" y="40567"/>
                    <a:pt x="84909" y="35850"/>
                  </a:cubicBezTo>
                  <a:cubicBezTo>
                    <a:pt x="84909" y="31133"/>
                    <a:pt x="88682" y="27359"/>
                    <a:pt x="93399" y="27359"/>
                  </a:cubicBezTo>
                  <a:cubicBezTo>
                    <a:pt x="98117" y="27359"/>
                    <a:pt x="101890" y="31133"/>
                    <a:pt x="101890" y="35850"/>
                  </a:cubicBezTo>
                  <a:cubicBezTo>
                    <a:pt x="101890" y="40567"/>
                    <a:pt x="98117" y="44341"/>
                    <a:pt x="93399" y="44341"/>
                  </a:cubicBezTo>
                  <a:lnTo>
                    <a:pt x="93399" y="4434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0" name="Google Shape;690;p35"/>
            <p:cNvSpPr/>
            <p:nvPr/>
          </p:nvSpPr>
          <p:spPr>
            <a:xfrm>
              <a:off x="1590185" y="3377111"/>
              <a:ext cx="89625" cy="109437"/>
            </a:xfrm>
            <a:custGeom>
              <a:avLst/>
              <a:gdLst/>
              <a:ahLst/>
              <a:cxnLst/>
              <a:rect l="l" t="t" r="r" b="b"/>
              <a:pathLst>
                <a:path w="89625" h="109437" extrusionOk="0">
                  <a:moveTo>
                    <a:pt x="89626" y="20755"/>
                  </a:moveTo>
                  <a:lnTo>
                    <a:pt x="89626" y="1887"/>
                  </a:lnTo>
                  <a:cubicBezTo>
                    <a:pt x="88682" y="1887"/>
                    <a:pt x="86796" y="1887"/>
                    <a:pt x="85852" y="1887"/>
                  </a:cubicBezTo>
                  <a:cubicBezTo>
                    <a:pt x="83022" y="1887"/>
                    <a:pt x="79248" y="943"/>
                    <a:pt x="76418" y="0"/>
                  </a:cubicBezTo>
                  <a:cubicBezTo>
                    <a:pt x="68870" y="9434"/>
                    <a:pt x="57549" y="15095"/>
                    <a:pt x="45285" y="15095"/>
                  </a:cubicBezTo>
                  <a:lnTo>
                    <a:pt x="45285" y="48115"/>
                  </a:lnTo>
                  <a:cubicBezTo>
                    <a:pt x="45285" y="57549"/>
                    <a:pt x="37737" y="65097"/>
                    <a:pt x="28303" y="65097"/>
                  </a:cubicBezTo>
                  <a:cubicBezTo>
                    <a:pt x="18869" y="65097"/>
                    <a:pt x="11321" y="57549"/>
                    <a:pt x="11321" y="48115"/>
                  </a:cubicBezTo>
                  <a:lnTo>
                    <a:pt x="11321" y="943"/>
                  </a:lnTo>
                  <a:cubicBezTo>
                    <a:pt x="8491" y="1887"/>
                    <a:pt x="6604" y="1887"/>
                    <a:pt x="3774" y="1887"/>
                  </a:cubicBezTo>
                  <a:cubicBezTo>
                    <a:pt x="2830" y="1887"/>
                    <a:pt x="943" y="1887"/>
                    <a:pt x="0" y="1887"/>
                  </a:cubicBezTo>
                  <a:lnTo>
                    <a:pt x="0" y="85852"/>
                  </a:lnTo>
                  <a:cubicBezTo>
                    <a:pt x="0" y="99060"/>
                    <a:pt x="10378" y="109438"/>
                    <a:pt x="23586" y="109438"/>
                  </a:cubicBezTo>
                  <a:lnTo>
                    <a:pt x="53776" y="109438"/>
                  </a:lnTo>
                  <a:cubicBezTo>
                    <a:pt x="50945" y="101890"/>
                    <a:pt x="49058" y="93399"/>
                    <a:pt x="49058" y="84909"/>
                  </a:cubicBezTo>
                  <a:cubicBezTo>
                    <a:pt x="50002" y="57549"/>
                    <a:pt x="66040" y="33020"/>
                    <a:pt x="89626" y="20755"/>
                  </a:cubicBezTo>
                  <a:lnTo>
                    <a:pt x="89626" y="20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691" name="Google Shape;691;p35"/>
          <p:cNvSpPr/>
          <p:nvPr/>
        </p:nvSpPr>
        <p:spPr>
          <a:xfrm>
            <a:off x="945636" y="1729922"/>
            <a:ext cx="304245" cy="304246"/>
          </a:xfrm>
          <a:custGeom>
            <a:avLst/>
            <a:gdLst/>
            <a:ahLst/>
            <a:cxnLst/>
            <a:rect l="l" t="t" r="r" b="b"/>
            <a:pathLst>
              <a:path w="224535" h="224536" extrusionOk="0">
                <a:moveTo>
                  <a:pt x="112268" y="0"/>
                </a:moveTo>
                <a:cubicBezTo>
                  <a:pt x="50002" y="0"/>
                  <a:pt x="0" y="50002"/>
                  <a:pt x="0" y="112268"/>
                </a:cubicBezTo>
                <a:cubicBezTo>
                  <a:pt x="0" y="174534"/>
                  <a:pt x="50002" y="224536"/>
                  <a:pt x="112268" y="224536"/>
                </a:cubicBezTo>
                <a:cubicBezTo>
                  <a:pt x="174534" y="224536"/>
                  <a:pt x="224536" y="174534"/>
                  <a:pt x="224536" y="112268"/>
                </a:cubicBezTo>
                <a:cubicBezTo>
                  <a:pt x="224536" y="50002"/>
                  <a:pt x="173591" y="0"/>
                  <a:pt x="112268" y="0"/>
                </a:cubicBezTo>
                <a:lnTo>
                  <a:pt x="112268" y="0"/>
                </a:lnTo>
                <a:close/>
                <a:moveTo>
                  <a:pt x="112268" y="86795"/>
                </a:moveTo>
                <a:cubicBezTo>
                  <a:pt x="104721" y="86795"/>
                  <a:pt x="98117" y="80191"/>
                  <a:pt x="98117" y="72644"/>
                </a:cubicBezTo>
                <a:cubicBezTo>
                  <a:pt x="98117" y="65097"/>
                  <a:pt x="104721" y="58493"/>
                  <a:pt x="112268" y="58493"/>
                </a:cubicBezTo>
                <a:cubicBezTo>
                  <a:pt x="119816" y="58493"/>
                  <a:pt x="126419" y="65097"/>
                  <a:pt x="126419" y="72644"/>
                </a:cubicBezTo>
                <a:cubicBezTo>
                  <a:pt x="126419" y="81135"/>
                  <a:pt x="119816" y="86795"/>
                  <a:pt x="112268" y="86795"/>
                </a:cubicBezTo>
                <a:lnTo>
                  <a:pt x="112268" y="86795"/>
                </a:lnTo>
                <a:close/>
                <a:moveTo>
                  <a:pt x="137741" y="126419"/>
                </a:moveTo>
                <a:cubicBezTo>
                  <a:pt x="130193" y="126419"/>
                  <a:pt x="123589" y="119815"/>
                  <a:pt x="123589" y="112268"/>
                </a:cubicBezTo>
                <a:cubicBezTo>
                  <a:pt x="123589" y="104721"/>
                  <a:pt x="130193" y="98117"/>
                  <a:pt x="137741" y="98117"/>
                </a:cubicBezTo>
                <a:cubicBezTo>
                  <a:pt x="145288" y="98117"/>
                  <a:pt x="151892" y="104721"/>
                  <a:pt x="151892" y="112268"/>
                </a:cubicBezTo>
                <a:cubicBezTo>
                  <a:pt x="152836" y="119815"/>
                  <a:pt x="146231" y="126419"/>
                  <a:pt x="137741" y="126419"/>
                </a:cubicBezTo>
                <a:lnTo>
                  <a:pt x="137741" y="126419"/>
                </a:lnTo>
                <a:close/>
                <a:moveTo>
                  <a:pt x="164157" y="86795"/>
                </a:moveTo>
                <a:cubicBezTo>
                  <a:pt x="156609" y="86795"/>
                  <a:pt x="150005" y="80191"/>
                  <a:pt x="150005" y="72644"/>
                </a:cubicBezTo>
                <a:cubicBezTo>
                  <a:pt x="150005" y="65097"/>
                  <a:pt x="156609" y="58493"/>
                  <a:pt x="164157" y="58493"/>
                </a:cubicBezTo>
                <a:cubicBezTo>
                  <a:pt x="171704" y="58493"/>
                  <a:pt x="178308" y="65097"/>
                  <a:pt x="178308" y="72644"/>
                </a:cubicBezTo>
                <a:cubicBezTo>
                  <a:pt x="178308" y="81135"/>
                  <a:pt x="171704" y="86795"/>
                  <a:pt x="164157" y="86795"/>
                </a:cubicBezTo>
                <a:lnTo>
                  <a:pt x="164157" y="8679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92" name="Google Shape;692;p35"/>
          <p:cNvGrpSpPr/>
          <p:nvPr/>
        </p:nvGrpSpPr>
        <p:grpSpPr>
          <a:xfrm>
            <a:off x="947422" y="3320317"/>
            <a:ext cx="300654" cy="303214"/>
            <a:chOff x="2435497" y="1542142"/>
            <a:chExt cx="221705" cy="223593"/>
          </a:xfrm>
        </p:grpSpPr>
        <p:sp>
          <p:nvSpPr>
            <p:cNvPr id="693" name="Google Shape;693;p35"/>
            <p:cNvSpPr/>
            <p:nvPr/>
          </p:nvSpPr>
          <p:spPr>
            <a:xfrm>
              <a:off x="2435497" y="1661958"/>
              <a:ext cx="103804" cy="103777"/>
            </a:xfrm>
            <a:custGeom>
              <a:avLst/>
              <a:gdLst/>
              <a:ahLst/>
              <a:cxnLst/>
              <a:rect l="l" t="t" r="r" b="b"/>
              <a:pathLst>
                <a:path w="103804" h="103777" extrusionOk="0">
                  <a:moveTo>
                    <a:pt x="51889" y="0"/>
                  </a:moveTo>
                  <a:cubicBezTo>
                    <a:pt x="22642" y="0"/>
                    <a:pt x="0" y="23586"/>
                    <a:pt x="0" y="51889"/>
                  </a:cubicBezTo>
                  <a:cubicBezTo>
                    <a:pt x="0" y="81135"/>
                    <a:pt x="23586" y="103777"/>
                    <a:pt x="51889" y="103777"/>
                  </a:cubicBezTo>
                  <a:cubicBezTo>
                    <a:pt x="81135" y="103777"/>
                    <a:pt x="103777" y="80191"/>
                    <a:pt x="103777" y="51889"/>
                  </a:cubicBezTo>
                  <a:cubicBezTo>
                    <a:pt x="104721" y="23586"/>
                    <a:pt x="81135" y="0"/>
                    <a:pt x="51889" y="0"/>
                  </a:cubicBezTo>
                  <a:lnTo>
                    <a:pt x="51889" y="0"/>
                  </a:lnTo>
                  <a:close/>
                  <a:moveTo>
                    <a:pt x="51889" y="39624"/>
                  </a:moveTo>
                  <a:cubicBezTo>
                    <a:pt x="48115" y="39624"/>
                    <a:pt x="46228" y="36794"/>
                    <a:pt x="46228" y="33963"/>
                  </a:cubicBezTo>
                  <a:cubicBezTo>
                    <a:pt x="46228" y="30190"/>
                    <a:pt x="49058" y="28303"/>
                    <a:pt x="51889" y="28303"/>
                  </a:cubicBezTo>
                  <a:cubicBezTo>
                    <a:pt x="55662" y="28303"/>
                    <a:pt x="57549" y="31133"/>
                    <a:pt x="57549" y="33963"/>
                  </a:cubicBezTo>
                  <a:cubicBezTo>
                    <a:pt x="58493" y="37737"/>
                    <a:pt x="55662" y="39624"/>
                    <a:pt x="51889" y="39624"/>
                  </a:cubicBezTo>
                  <a:lnTo>
                    <a:pt x="51889" y="39624"/>
                  </a:lnTo>
                  <a:close/>
                  <a:moveTo>
                    <a:pt x="64153" y="58493"/>
                  </a:moveTo>
                  <a:cubicBezTo>
                    <a:pt x="60379" y="58493"/>
                    <a:pt x="58493" y="55662"/>
                    <a:pt x="58493" y="52832"/>
                  </a:cubicBezTo>
                  <a:cubicBezTo>
                    <a:pt x="58493" y="49058"/>
                    <a:pt x="61323" y="47171"/>
                    <a:pt x="64153" y="47171"/>
                  </a:cubicBezTo>
                  <a:cubicBezTo>
                    <a:pt x="67927" y="47171"/>
                    <a:pt x="69814" y="50002"/>
                    <a:pt x="69814" y="52832"/>
                  </a:cubicBezTo>
                  <a:cubicBezTo>
                    <a:pt x="70757" y="55662"/>
                    <a:pt x="67927" y="58493"/>
                    <a:pt x="64153" y="58493"/>
                  </a:cubicBezTo>
                  <a:lnTo>
                    <a:pt x="64153" y="58493"/>
                  </a:lnTo>
                  <a:close/>
                  <a:moveTo>
                    <a:pt x="76418" y="39624"/>
                  </a:moveTo>
                  <a:cubicBezTo>
                    <a:pt x="72644" y="39624"/>
                    <a:pt x="70757" y="36794"/>
                    <a:pt x="70757" y="33963"/>
                  </a:cubicBezTo>
                  <a:cubicBezTo>
                    <a:pt x="70757" y="30190"/>
                    <a:pt x="73587" y="28303"/>
                    <a:pt x="76418" y="28303"/>
                  </a:cubicBezTo>
                  <a:cubicBezTo>
                    <a:pt x="80191" y="28303"/>
                    <a:pt x="82078" y="31133"/>
                    <a:pt x="82078" y="33963"/>
                  </a:cubicBezTo>
                  <a:cubicBezTo>
                    <a:pt x="82078" y="37737"/>
                    <a:pt x="80191" y="39624"/>
                    <a:pt x="76418" y="39624"/>
                  </a:cubicBezTo>
                  <a:lnTo>
                    <a:pt x="76418" y="396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4" name="Google Shape;694;p35"/>
            <p:cNvSpPr/>
            <p:nvPr/>
          </p:nvSpPr>
          <p:spPr>
            <a:xfrm>
              <a:off x="2613805" y="1542142"/>
              <a:ext cx="26416" cy="33020"/>
            </a:xfrm>
            <a:custGeom>
              <a:avLst/>
              <a:gdLst/>
              <a:ahLst/>
              <a:cxnLst/>
              <a:rect l="l" t="t" r="r" b="b"/>
              <a:pathLst>
                <a:path w="26416" h="33020" extrusionOk="0">
                  <a:moveTo>
                    <a:pt x="6604" y="33020"/>
                  </a:moveTo>
                  <a:lnTo>
                    <a:pt x="21699" y="33020"/>
                  </a:lnTo>
                  <a:cubicBezTo>
                    <a:pt x="22642" y="29246"/>
                    <a:pt x="23586" y="27359"/>
                    <a:pt x="23586" y="25473"/>
                  </a:cubicBezTo>
                  <a:cubicBezTo>
                    <a:pt x="26416" y="18869"/>
                    <a:pt x="26416" y="17925"/>
                    <a:pt x="26416" y="16038"/>
                  </a:cubicBezTo>
                  <a:cubicBezTo>
                    <a:pt x="26416" y="16038"/>
                    <a:pt x="26416" y="15095"/>
                    <a:pt x="26416" y="14151"/>
                  </a:cubicBezTo>
                  <a:cubicBezTo>
                    <a:pt x="26416" y="8491"/>
                    <a:pt x="22642" y="0"/>
                    <a:pt x="13208" y="0"/>
                  </a:cubicBezTo>
                  <a:cubicBezTo>
                    <a:pt x="4717" y="0"/>
                    <a:pt x="0" y="8491"/>
                    <a:pt x="0" y="14151"/>
                  </a:cubicBezTo>
                  <a:cubicBezTo>
                    <a:pt x="0" y="15095"/>
                    <a:pt x="0" y="15095"/>
                    <a:pt x="0" y="16038"/>
                  </a:cubicBezTo>
                  <a:cubicBezTo>
                    <a:pt x="0" y="17925"/>
                    <a:pt x="0" y="18869"/>
                    <a:pt x="2830" y="25473"/>
                  </a:cubicBezTo>
                  <a:cubicBezTo>
                    <a:pt x="4717" y="27359"/>
                    <a:pt x="5661" y="29246"/>
                    <a:pt x="6604" y="33020"/>
                  </a:cubicBezTo>
                  <a:lnTo>
                    <a:pt x="6604"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5" name="Google Shape;695;p35"/>
            <p:cNvSpPr/>
            <p:nvPr/>
          </p:nvSpPr>
          <p:spPr>
            <a:xfrm>
              <a:off x="2621352" y="1584597"/>
              <a:ext cx="13207" cy="8490"/>
            </a:xfrm>
            <a:custGeom>
              <a:avLst/>
              <a:gdLst/>
              <a:ahLst/>
              <a:cxnLst/>
              <a:rect l="l" t="t" r="r" b="b"/>
              <a:pathLst>
                <a:path w="13207" h="8490" extrusionOk="0">
                  <a:moveTo>
                    <a:pt x="0" y="0"/>
                  </a:moveTo>
                  <a:cubicBezTo>
                    <a:pt x="0" y="2830"/>
                    <a:pt x="0" y="5661"/>
                    <a:pt x="0" y="8491"/>
                  </a:cubicBezTo>
                  <a:lnTo>
                    <a:pt x="13208" y="8491"/>
                  </a:lnTo>
                  <a:cubicBezTo>
                    <a:pt x="13208" y="5661"/>
                    <a:pt x="13208" y="2830"/>
                    <a:pt x="13208"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6" name="Google Shape;696;p35"/>
            <p:cNvSpPr/>
            <p:nvPr/>
          </p:nvSpPr>
          <p:spPr>
            <a:xfrm>
              <a:off x="2599653" y="1601578"/>
              <a:ext cx="57549" cy="115098"/>
            </a:xfrm>
            <a:custGeom>
              <a:avLst/>
              <a:gdLst/>
              <a:ahLst/>
              <a:cxnLst/>
              <a:rect l="l" t="t" r="r" b="b"/>
              <a:pathLst>
                <a:path w="57549" h="115098" extrusionOk="0">
                  <a:moveTo>
                    <a:pt x="43398" y="19812"/>
                  </a:moveTo>
                  <a:cubicBezTo>
                    <a:pt x="38681" y="14151"/>
                    <a:pt x="36794" y="7547"/>
                    <a:pt x="35850" y="0"/>
                  </a:cubicBezTo>
                  <a:lnTo>
                    <a:pt x="20756" y="0"/>
                  </a:lnTo>
                  <a:cubicBezTo>
                    <a:pt x="19812" y="7547"/>
                    <a:pt x="16982" y="14151"/>
                    <a:pt x="13208" y="19812"/>
                  </a:cubicBezTo>
                  <a:cubicBezTo>
                    <a:pt x="3774" y="32077"/>
                    <a:pt x="0" y="46228"/>
                    <a:pt x="0" y="63210"/>
                  </a:cubicBezTo>
                  <a:cubicBezTo>
                    <a:pt x="0" y="80191"/>
                    <a:pt x="6604" y="104720"/>
                    <a:pt x="13208" y="115098"/>
                  </a:cubicBezTo>
                  <a:lnTo>
                    <a:pt x="44341" y="115098"/>
                  </a:lnTo>
                  <a:cubicBezTo>
                    <a:pt x="50945" y="104720"/>
                    <a:pt x="57549" y="80191"/>
                    <a:pt x="57549" y="63210"/>
                  </a:cubicBezTo>
                  <a:cubicBezTo>
                    <a:pt x="57549" y="46228"/>
                    <a:pt x="52832" y="32077"/>
                    <a:pt x="43398" y="19812"/>
                  </a:cubicBezTo>
                  <a:lnTo>
                    <a:pt x="43398"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7" name="Google Shape;697;p35"/>
            <p:cNvSpPr/>
            <p:nvPr/>
          </p:nvSpPr>
          <p:spPr>
            <a:xfrm>
              <a:off x="2480781" y="1555115"/>
              <a:ext cx="118164" cy="97408"/>
            </a:xfrm>
            <a:custGeom>
              <a:avLst/>
              <a:gdLst/>
              <a:ahLst/>
              <a:cxnLst/>
              <a:rect l="l" t="t" r="r" b="b"/>
              <a:pathLst>
                <a:path w="118164" h="97408" extrusionOk="0">
                  <a:moveTo>
                    <a:pt x="93400" y="2123"/>
                  </a:moveTo>
                  <a:cubicBezTo>
                    <a:pt x="90569" y="-708"/>
                    <a:pt x="86796" y="-708"/>
                    <a:pt x="83965" y="2123"/>
                  </a:cubicBezTo>
                  <a:cubicBezTo>
                    <a:pt x="81135" y="4953"/>
                    <a:pt x="81135" y="8727"/>
                    <a:pt x="83965" y="11557"/>
                  </a:cubicBezTo>
                  <a:lnTo>
                    <a:pt x="94343" y="22878"/>
                  </a:lnTo>
                  <a:cubicBezTo>
                    <a:pt x="66040" y="20048"/>
                    <a:pt x="43398" y="25708"/>
                    <a:pt x="26416" y="39860"/>
                  </a:cubicBezTo>
                  <a:cubicBezTo>
                    <a:pt x="1887" y="59672"/>
                    <a:pt x="0" y="88918"/>
                    <a:pt x="0" y="89861"/>
                  </a:cubicBezTo>
                  <a:cubicBezTo>
                    <a:pt x="0" y="93635"/>
                    <a:pt x="2830" y="96466"/>
                    <a:pt x="6604" y="97409"/>
                  </a:cubicBezTo>
                  <a:cubicBezTo>
                    <a:pt x="6604" y="97409"/>
                    <a:pt x="6604" y="97409"/>
                    <a:pt x="7548" y="97409"/>
                  </a:cubicBezTo>
                  <a:cubicBezTo>
                    <a:pt x="11321" y="97409"/>
                    <a:pt x="14151" y="94579"/>
                    <a:pt x="14151" y="90805"/>
                  </a:cubicBezTo>
                  <a:cubicBezTo>
                    <a:pt x="14151" y="90805"/>
                    <a:pt x="16038" y="66276"/>
                    <a:pt x="35850" y="50238"/>
                  </a:cubicBezTo>
                  <a:cubicBezTo>
                    <a:pt x="50002" y="38916"/>
                    <a:pt x="69814" y="34199"/>
                    <a:pt x="95286" y="37030"/>
                  </a:cubicBezTo>
                  <a:lnTo>
                    <a:pt x="83022" y="48351"/>
                  </a:lnTo>
                  <a:cubicBezTo>
                    <a:pt x="80191" y="51181"/>
                    <a:pt x="80191" y="54955"/>
                    <a:pt x="83022" y="57785"/>
                  </a:cubicBezTo>
                  <a:cubicBezTo>
                    <a:pt x="83965" y="59672"/>
                    <a:pt x="85852" y="59672"/>
                    <a:pt x="87739" y="59672"/>
                  </a:cubicBezTo>
                  <a:cubicBezTo>
                    <a:pt x="89626" y="59672"/>
                    <a:pt x="91513" y="58728"/>
                    <a:pt x="92456" y="57785"/>
                  </a:cubicBezTo>
                  <a:lnTo>
                    <a:pt x="116042" y="35143"/>
                  </a:lnTo>
                  <a:cubicBezTo>
                    <a:pt x="118872" y="32312"/>
                    <a:pt x="118872" y="28539"/>
                    <a:pt x="116042" y="25708"/>
                  </a:cubicBezTo>
                  <a:lnTo>
                    <a:pt x="93400" y="212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98" name="Google Shape;698;p35"/>
          <p:cNvGrpSpPr/>
          <p:nvPr/>
        </p:nvGrpSpPr>
        <p:grpSpPr>
          <a:xfrm>
            <a:off x="4965841" y="1729164"/>
            <a:ext cx="189348" cy="305772"/>
            <a:chOff x="2482668" y="2428022"/>
            <a:chExt cx="139627" cy="225479"/>
          </a:xfrm>
        </p:grpSpPr>
        <p:sp>
          <p:nvSpPr>
            <p:cNvPr id="699" name="Google Shape;699;p35"/>
            <p:cNvSpPr/>
            <p:nvPr/>
          </p:nvSpPr>
          <p:spPr>
            <a:xfrm>
              <a:off x="2482668" y="2513874"/>
              <a:ext cx="139627" cy="139627"/>
            </a:xfrm>
            <a:custGeom>
              <a:avLst/>
              <a:gdLst/>
              <a:ahLst/>
              <a:cxnLst/>
              <a:rect l="l" t="t" r="r" b="b"/>
              <a:pathLst>
                <a:path w="139627" h="139627" extrusionOk="0">
                  <a:moveTo>
                    <a:pt x="0" y="69814"/>
                  </a:moveTo>
                  <a:cubicBezTo>
                    <a:pt x="0" y="108494"/>
                    <a:pt x="31133" y="139627"/>
                    <a:pt x="69814" y="139627"/>
                  </a:cubicBezTo>
                  <a:cubicBezTo>
                    <a:pt x="108494" y="139627"/>
                    <a:pt x="139627" y="108494"/>
                    <a:pt x="139627" y="69814"/>
                  </a:cubicBezTo>
                  <a:cubicBezTo>
                    <a:pt x="139627" y="31133"/>
                    <a:pt x="108494" y="0"/>
                    <a:pt x="69814" y="0"/>
                  </a:cubicBezTo>
                  <a:cubicBezTo>
                    <a:pt x="31133" y="0"/>
                    <a:pt x="0" y="31133"/>
                    <a:pt x="0" y="69814"/>
                  </a:cubicBezTo>
                  <a:lnTo>
                    <a:pt x="0" y="69814"/>
                  </a:lnTo>
                  <a:close/>
                  <a:moveTo>
                    <a:pt x="106607" y="32077"/>
                  </a:moveTo>
                  <a:cubicBezTo>
                    <a:pt x="111324" y="32077"/>
                    <a:pt x="116042" y="35850"/>
                    <a:pt x="116042" y="41511"/>
                  </a:cubicBezTo>
                  <a:cubicBezTo>
                    <a:pt x="116042" y="46228"/>
                    <a:pt x="112268" y="50945"/>
                    <a:pt x="106607" y="50945"/>
                  </a:cubicBezTo>
                  <a:cubicBezTo>
                    <a:pt x="101890" y="50945"/>
                    <a:pt x="97173" y="47171"/>
                    <a:pt x="97173" y="41511"/>
                  </a:cubicBezTo>
                  <a:cubicBezTo>
                    <a:pt x="98117" y="36794"/>
                    <a:pt x="101890" y="32077"/>
                    <a:pt x="106607" y="32077"/>
                  </a:cubicBezTo>
                  <a:lnTo>
                    <a:pt x="106607" y="32077"/>
                  </a:lnTo>
                  <a:close/>
                  <a:moveTo>
                    <a:pt x="88682" y="60379"/>
                  </a:moveTo>
                  <a:cubicBezTo>
                    <a:pt x="93399" y="60379"/>
                    <a:pt x="98117" y="64153"/>
                    <a:pt x="98117" y="69814"/>
                  </a:cubicBezTo>
                  <a:cubicBezTo>
                    <a:pt x="98117" y="75474"/>
                    <a:pt x="94343" y="79248"/>
                    <a:pt x="88682" y="79248"/>
                  </a:cubicBezTo>
                  <a:cubicBezTo>
                    <a:pt x="83022" y="79248"/>
                    <a:pt x="79248" y="75474"/>
                    <a:pt x="79248" y="69814"/>
                  </a:cubicBezTo>
                  <a:cubicBezTo>
                    <a:pt x="79248" y="64153"/>
                    <a:pt x="83022" y="60379"/>
                    <a:pt x="88682" y="60379"/>
                  </a:cubicBezTo>
                  <a:lnTo>
                    <a:pt x="88682" y="60379"/>
                  </a:lnTo>
                  <a:close/>
                  <a:moveTo>
                    <a:pt x="79248" y="41511"/>
                  </a:moveTo>
                  <a:cubicBezTo>
                    <a:pt x="79248" y="46228"/>
                    <a:pt x="75474" y="50945"/>
                    <a:pt x="69814" y="50945"/>
                  </a:cubicBezTo>
                  <a:cubicBezTo>
                    <a:pt x="65097" y="50945"/>
                    <a:pt x="60379" y="47171"/>
                    <a:pt x="60379" y="41511"/>
                  </a:cubicBezTo>
                  <a:cubicBezTo>
                    <a:pt x="60379" y="36794"/>
                    <a:pt x="64153" y="32077"/>
                    <a:pt x="69814" y="32077"/>
                  </a:cubicBezTo>
                  <a:cubicBezTo>
                    <a:pt x="74531" y="32077"/>
                    <a:pt x="79248" y="36794"/>
                    <a:pt x="79248" y="41511"/>
                  </a:cubicBezTo>
                  <a:lnTo>
                    <a:pt x="79248"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00" name="Google Shape;700;p35"/>
            <p:cNvSpPr/>
            <p:nvPr/>
          </p:nvSpPr>
          <p:spPr>
            <a:xfrm>
              <a:off x="2488329" y="2428022"/>
              <a:ext cx="126419" cy="85851"/>
            </a:xfrm>
            <a:custGeom>
              <a:avLst/>
              <a:gdLst/>
              <a:ahLst/>
              <a:cxnLst/>
              <a:rect l="l" t="t" r="r" b="b"/>
              <a:pathLst>
                <a:path w="126419" h="85851" extrusionOk="0">
                  <a:moveTo>
                    <a:pt x="13208" y="26416"/>
                  </a:moveTo>
                  <a:lnTo>
                    <a:pt x="23586" y="85852"/>
                  </a:lnTo>
                  <a:cubicBezTo>
                    <a:pt x="35850" y="78305"/>
                    <a:pt x="50002" y="74531"/>
                    <a:pt x="64153" y="74531"/>
                  </a:cubicBezTo>
                  <a:cubicBezTo>
                    <a:pt x="79248" y="74531"/>
                    <a:pt x="93399" y="78305"/>
                    <a:pt x="104721" y="85852"/>
                  </a:cubicBezTo>
                  <a:lnTo>
                    <a:pt x="115098" y="26416"/>
                  </a:lnTo>
                  <a:cubicBezTo>
                    <a:pt x="121702" y="25473"/>
                    <a:pt x="126419" y="20755"/>
                    <a:pt x="126419" y="13208"/>
                  </a:cubicBezTo>
                  <a:cubicBezTo>
                    <a:pt x="126419" y="5661"/>
                    <a:pt x="120759" y="0"/>
                    <a:pt x="113211" y="0"/>
                  </a:cubicBezTo>
                  <a:cubicBezTo>
                    <a:pt x="105664" y="0"/>
                    <a:pt x="100003" y="5661"/>
                    <a:pt x="100003" y="13208"/>
                  </a:cubicBezTo>
                  <a:cubicBezTo>
                    <a:pt x="100003" y="16038"/>
                    <a:pt x="100947" y="18869"/>
                    <a:pt x="102834" y="20755"/>
                  </a:cubicBezTo>
                  <a:lnTo>
                    <a:pt x="95286" y="24529"/>
                  </a:lnTo>
                  <a:cubicBezTo>
                    <a:pt x="93399" y="25473"/>
                    <a:pt x="92456" y="25473"/>
                    <a:pt x="90569" y="24529"/>
                  </a:cubicBezTo>
                  <a:lnTo>
                    <a:pt x="75474" y="16982"/>
                  </a:lnTo>
                  <a:cubicBezTo>
                    <a:pt x="75474" y="16038"/>
                    <a:pt x="76418" y="14151"/>
                    <a:pt x="76418" y="13208"/>
                  </a:cubicBezTo>
                  <a:cubicBezTo>
                    <a:pt x="76418" y="5661"/>
                    <a:pt x="70757" y="0"/>
                    <a:pt x="63210" y="0"/>
                  </a:cubicBezTo>
                  <a:cubicBezTo>
                    <a:pt x="55662" y="0"/>
                    <a:pt x="50002" y="5661"/>
                    <a:pt x="50002" y="13208"/>
                  </a:cubicBezTo>
                  <a:cubicBezTo>
                    <a:pt x="50002" y="14151"/>
                    <a:pt x="50002" y="16038"/>
                    <a:pt x="50945" y="16982"/>
                  </a:cubicBezTo>
                  <a:lnTo>
                    <a:pt x="35850" y="24529"/>
                  </a:lnTo>
                  <a:cubicBezTo>
                    <a:pt x="33963" y="25473"/>
                    <a:pt x="33020" y="25473"/>
                    <a:pt x="31133" y="24529"/>
                  </a:cubicBezTo>
                  <a:lnTo>
                    <a:pt x="23586" y="20755"/>
                  </a:lnTo>
                  <a:cubicBezTo>
                    <a:pt x="25472" y="18869"/>
                    <a:pt x="26416" y="16038"/>
                    <a:pt x="26416" y="13208"/>
                  </a:cubicBezTo>
                  <a:cubicBezTo>
                    <a:pt x="26416" y="5661"/>
                    <a:pt x="20755" y="0"/>
                    <a:pt x="13208" y="0"/>
                  </a:cubicBezTo>
                  <a:cubicBezTo>
                    <a:pt x="5661" y="0"/>
                    <a:pt x="0" y="5661"/>
                    <a:pt x="0" y="13208"/>
                  </a:cubicBezTo>
                  <a:cubicBezTo>
                    <a:pt x="943" y="20755"/>
                    <a:pt x="6604" y="26416"/>
                    <a:pt x="13208" y="26416"/>
                  </a:cubicBezTo>
                  <a:lnTo>
                    <a:pt x="13208" y="264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01" name="Google Shape;701;p35"/>
          <p:cNvSpPr/>
          <p:nvPr/>
        </p:nvSpPr>
        <p:spPr>
          <a:xfrm>
            <a:off x="615025" y="43115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705"/>
        <p:cNvGrpSpPr/>
        <p:nvPr/>
      </p:nvGrpSpPr>
      <p:grpSpPr>
        <a:xfrm>
          <a:off x="0" y="0"/>
          <a:ext cx="0" cy="0"/>
          <a:chOff x="0" y="0"/>
          <a:chExt cx="0" cy="0"/>
        </a:xfrm>
      </p:grpSpPr>
      <p:sp>
        <p:nvSpPr>
          <p:cNvPr id="706" name="Google Shape;706;p36"/>
          <p:cNvSpPr txBox="1">
            <a:spLocks noGrp="1"/>
          </p:cNvSpPr>
          <p:nvPr>
            <p:ph type="subTitle" idx="14"/>
          </p:nvPr>
        </p:nvSpPr>
        <p:spPr>
          <a:xfrm>
            <a:off x="3341229" y="3615857"/>
            <a:ext cx="2459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Emerging trends</a:t>
            </a:r>
            <a:endParaRPr/>
          </a:p>
        </p:txBody>
      </p:sp>
      <p:sp>
        <p:nvSpPr>
          <p:cNvPr id="707" name="Google Shape;707;p36"/>
          <p:cNvSpPr txBox="1">
            <a:spLocks noGrp="1"/>
          </p:cNvSpPr>
          <p:nvPr>
            <p:ph type="subTitle" idx="13"/>
          </p:nvPr>
        </p:nvSpPr>
        <p:spPr>
          <a:xfrm>
            <a:off x="719094" y="3615857"/>
            <a:ext cx="2459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Monitoring</a:t>
            </a:r>
            <a:endParaRPr/>
          </a:p>
        </p:txBody>
      </p:sp>
      <p:sp>
        <p:nvSpPr>
          <p:cNvPr id="708" name="Google Shape;708;p36"/>
          <p:cNvSpPr txBox="1">
            <a:spLocks noGrp="1"/>
          </p:cNvSpPr>
          <p:nvPr>
            <p:ph type="subTitle" idx="15"/>
          </p:nvPr>
        </p:nvSpPr>
        <p:spPr>
          <a:xfrm>
            <a:off x="5965898" y="3615857"/>
            <a:ext cx="2459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Organic search</a:t>
            </a:r>
            <a:endParaRPr/>
          </a:p>
        </p:txBody>
      </p:sp>
      <p:sp>
        <p:nvSpPr>
          <p:cNvPr id="709" name="Google Shape;709;p36"/>
          <p:cNvSpPr txBox="1">
            <a:spLocks noGrp="1"/>
          </p:cNvSpPr>
          <p:nvPr>
            <p:ph type="subTitle" idx="7"/>
          </p:nvPr>
        </p:nvSpPr>
        <p:spPr>
          <a:xfrm>
            <a:off x="720000" y="1756274"/>
            <a:ext cx="2459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Features</a:t>
            </a:r>
            <a:endParaRPr/>
          </a:p>
        </p:txBody>
      </p:sp>
      <p:sp>
        <p:nvSpPr>
          <p:cNvPr id="710" name="Google Shape;710;p36"/>
          <p:cNvSpPr txBox="1">
            <a:spLocks noGrp="1"/>
          </p:cNvSpPr>
          <p:nvPr>
            <p:ph type="subTitle" idx="8"/>
          </p:nvPr>
        </p:nvSpPr>
        <p:spPr>
          <a:xfrm>
            <a:off x="3342479" y="1756274"/>
            <a:ext cx="2459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Pricing</a:t>
            </a:r>
            <a:endParaRPr/>
          </a:p>
        </p:txBody>
      </p:sp>
      <p:sp>
        <p:nvSpPr>
          <p:cNvPr id="711" name="Google Shape;711;p36"/>
          <p:cNvSpPr txBox="1">
            <a:spLocks noGrp="1"/>
          </p:cNvSpPr>
          <p:nvPr>
            <p:ph type="subTitle" idx="9"/>
          </p:nvPr>
        </p:nvSpPr>
        <p:spPr>
          <a:xfrm>
            <a:off x="5969757" y="1756274"/>
            <a:ext cx="24540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Customer feedback</a:t>
            </a:r>
            <a:endParaRPr/>
          </a:p>
        </p:txBody>
      </p:sp>
      <p:sp>
        <p:nvSpPr>
          <p:cNvPr id="712" name="Google Shape;712;p3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Competitor analysis</a:t>
            </a:r>
            <a:endParaRPr/>
          </a:p>
        </p:txBody>
      </p:sp>
      <p:sp>
        <p:nvSpPr>
          <p:cNvPr id="713" name="Google Shape;713;p36"/>
          <p:cNvSpPr txBox="1">
            <a:spLocks noGrp="1"/>
          </p:cNvSpPr>
          <p:nvPr>
            <p:ph type="subTitle" idx="1"/>
          </p:nvPr>
        </p:nvSpPr>
        <p:spPr>
          <a:xfrm>
            <a:off x="725150" y="2214901"/>
            <a:ext cx="2459100" cy="468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Compare features and benefits of your product</a:t>
            </a:r>
            <a:endParaRPr/>
          </a:p>
        </p:txBody>
      </p:sp>
      <p:sp>
        <p:nvSpPr>
          <p:cNvPr id="714" name="Google Shape;714;p36"/>
          <p:cNvSpPr txBox="1">
            <a:spLocks noGrp="1"/>
          </p:cNvSpPr>
          <p:nvPr>
            <p:ph type="subTitle" idx="4"/>
          </p:nvPr>
        </p:nvSpPr>
        <p:spPr>
          <a:xfrm>
            <a:off x="723900" y="4079000"/>
            <a:ext cx="2459100" cy="53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Keep an eye on their offers </a:t>
            </a:r>
            <a:br>
              <a:rPr lang="en"/>
            </a:br>
            <a:r>
              <a:rPr lang="en"/>
              <a:t>and launches</a:t>
            </a:r>
            <a:endParaRPr/>
          </a:p>
        </p:txBody>
      </p:sp>
      <p:sp>
        <p:nvSpPr>
          <p:cNvPr id="715" name="Google Shape;715;p36"/>
          <p:cNvSpPr txBox="1">
            <a:spLocks noGrp="1"/>
          </p:cNvSpPr>
          <p:nvPr>
            <p:ph type="subTitle" idx="5"/>
          </p:nvPr>
        </p:nvSpPr>
        <p:spPr>
          <a:xfrm>
            <a:off x="3343626" y="4079000"/>
            <a:ext cx="2459100" cy="53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Identify emerging trends in your industry</a:t>
            </a:r>
            <a:endParaRPr/>
          </a:p>
        </p:txBody>
      </p:sp>
      <p:sp>
        <p:nvSpPr>
          <p:cNvPr id="716" name="Google Shape;716;p36"/>
          <p:cNvSpPr txBox="1">
            <a:spLocks noGrp="1"/>
          </p:cNvSpPr>
          <p:nvPr>
            <p:ph type="subTitle" idx="2"/>
          </p:nvPr>
        </p:nvSpPr>
        <p:spPr>
          <a:xfrm>
            <a:off x="3342471" y="2214901"/>
            <a:ext cx="2459100" cy="468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Analyze your competitors’ pricing and offers</a:t>
            </a:r>
            <a:endParaRPr/>
          </a:p>
        </p:txBody>
      </p:sp>
      <p:sp>
        <p:nvSpPr>
          <p:cNvPr id="717" name="Google Shape;717;p36"/>
          <p:cNvSpPr txBox="1">
            <a:spLocks noGrp="1"/>
          </p:cNvSpPr>
          <p:nvPr>
            <p:ph type="subTitle" idx="3"/>
          </p:nvPr>
        </p:nvSpPr>
        <p:spPr>
          <a:xfrm>
            <a:off x="5964601" y="2214901"/>
            <a:ext cx="2454000" cy="468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Examine the feedback</a:t>
            </a:r>
            <a:endParaRPr/>
          </a:p>
          <a:p>
            <a:pPr marL="0" lvl="0" indent="0" algn="ctr" rtl="0">
              <a:spcBef>
                <a:spcPts val="0"/>
              </a:spcBef>
              <a:spcAft>
                <a:spcPts val="0"/>
              </a:spcAft>
              <a:buNone/>
            </a:pPr>
            <a:r>
              <a:rPr lang="en"/>
              <a:t>on their products</a:t>
            </a:r>
            <a:endParaRPr/>
          </a:p>
        </p:txBody>
      </p:sp>
      <p:sp>
        <p:nvSpPr>
          <p:cNvPr id="718" name="Google Shape;718;p36"/>
          <p:cNvSpPr txBox="1">
            <a:spLocks noGrp="1"/>
          </p:cNvSpPr>
          <p:nvPr>
            <p:ph type="subTitle" idx="6"/>
          </p:nvPr>
        </p:nvSpPr>
        <p:spPr>
          <a:xfrm>
            <a:off x="5963351" y="4079000"/>
            <a:ext cx="2454000" cy="53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How are your competitors optimizing their SEO?</a:t>
            </a:r>
            <a:endParaRPr/>
          </a:p>
        </p:txBody>
      </p:sp>
      <p:sp>
        <p:nvSpPr>
          <p:cNvPr id="719" name="Google Shape;719;p36"/>
          <p:cNvSpPr/>
          <p:nvPr/>
        </p:nvSpPr>
        <p:spPr>
          <a:xfrm>
            <a:off x="1613750" y="1074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20" name="Google Shape;720;p36"/>
          <p:cNvSpPr/>
          <p:nvPr/>
        </p:nvSpPr>
        <p:spPr>
          <a:xfrm>
            <a:off x="4220975" y="1074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21" name="Google Shape;721;p36"/>
          <p:cNvSpPr/>
          <p:nvPr/>
        </p:nvSpPr>
        <p:spPr>
          <a:xfrm>
            <a:off x="6848400" y="1074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22" name="Google Shape;722;p36"/>
          <p:cNvSpPr/>
          <p:nvPr/>
        </p:nvSpPr>
        <p:spPr>
          <a:xfrm>
            <a:off x="1613750" y="2945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23" name="Google Shape;723;p36"/>
          <p:cNvSpPr/>
          <p:nvPr/>
        </p:nvSpPr>
        <p:spPr>
          <a:xfrm>
            <a:off x="4220975" y="2945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24" name="Google Shape;724;p36"/>
          <p:cNvSpPr/>
          <p:nvPr/>
        </p:nvSpPr>
        <p:spPr>
          <a:xfrm>
            <a:off x="6848400" y="2945375"/>
            <a:ext cx="681900" cy="681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725" name="Google Shape;725;p36"/>
          <p:cNvGrpSpPr/>
          <p:nvPr/>
        </p:nvGrpSpPr>
        <p:grpSpPr>
          <a:xfrm>
            <a:off x="4430661" y="1262749"/>
            <a:ext cx="282743" cy="305173"/>
            <a:chOff x="3331754" y="-232004"/>
            <a:chExt cx="208497" cy="225037"/>
          </a:xfrm>
        </p:grpSpPr>
        <p:sp>
          <p:nvSpPr>
            <p:cNvPr id="726" name="Google Shape;726;p36"/>
            <p:cNvSpPr/>
            <p:nvPr/>
          </p:nvSpPr>
          <p:spPr>
            <a:xfrm>
              <a:off x="3335060" y="-232004"/>
              <a:ext cx="23110" cy="37295"/>
            </a:xfrm>
            <a:custGeom>
              <a:avLst/>
              <a:gdLst/>
              <a:ahLst/>
              <a:cxnLst/>
              <a:rect l="l" t="t" r="r" b="b"/>
              <a:pathLst>
                <a:path w="23110" h="37295" extrusionOk="0">
                  <a:moveTo>
                    <a:pt x="468" y="14653"/>
                  </a:moveTo>
                  <a:cubicBezTo>
                    <a:pt x="468" y="15597"/>
                    <a:pt x="1411" y="16540"/>
                    <a:pt x="5185" y="20314"/>
                  </a:cubicBezTo>
                  <a:cubicBezTo>
                    <a:pt x="8015" y="23144"/>
                    <a:pt x="12732" y="29748"/>
                    <a:pt x="15563" y="37296"/>
                  </a:cubicBezTo>
                  <a:lnTo>
                    <a:pt x="23110" y="34465"/>
                  </a:lnTo>
                  <a:cubicBezTo>
                    <a:pt x="19336" y="26918"/>
                    <a:pt x="18393" y="19370"/>
                    <a:pt x="18393" y="14653"/>
                  </a:cubicBezTo>
                  <a:cubicBezTo>
                    <a:pt x="18393" y="8993"/>
                    <a:pt x="18393" y="8049"/>
                    <a:pt x="17449" y="7106"/>
                  </a:cubicBezTo>
                  <a:cubicBezTo>
                    <a:pt x="17449" y="7106"/>
                    <a:pt x="17449" y="6163"/>
                    <a:pt x="16506" y="6163"/>
                  </a:cubicBezTo>
                  <a:cubicBezTo>
                    <a:pt x="14619" y="2389"/>
                    <a:pt x="9902" y="-1385"/>
                    <a:pt x="5185" y="502"/>
                  </a:cubicBezTo>
                  <a:cubicBezTo>
                    <a:pt x="-476" y="2389"/>
                    <a:pt x="-476" y="8993"/>
                    <a:pt x="468" y="12766"/>
                  </a:cubicBezTo>
                  <a:cubicBezTo>
                    <a:pt x="-476" y="13710"/>
                    <a:pt x="468" y="14653"/>
                    <a:pt x="468" y="14653"/>
                  </a:cubicBezTo>
                  <a:lnTo>
                    <a:pt x="468" y="1465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27" name="Google Shape;727;p36"/>
            <p:cNvSpPr/>
            <p:nvPr/>
          </p:nvSpPr>
          <p:spPr>
            <a:xfrm>
              <a:off x="3331754" y="-198482"/>
              <a:ext cx="15094" cy="59435"/>
            </a:xfrm>
            <a:custGeom>
              <a:avLst/>
              <a:gdLst/>
              <a:ahLst/>
              <a:cxnLst/>
              <a:rect l="l" t="t" r="r" b="b"/>
              <a:pathLst>
                <a:path w="15094" h="59435" extrusionOk="0">
                  <a:moveTo>
                    <a:pt x="15095" y="59436"/>
                  </a:moveTo>
                  <a:cubicBezTo>
                    <a:pt x="11321" y="48115"/>
                    <a:pt x="10378" y="36794"/>
                    <a:pt x="13208" y="25473"/>
                  </a:cubicBezTo>
                  <a:cubicBezTo>
                    <a:pt x="15095" y="16982"/>
                    <a:pt x="12264" y="7547"/>
                    <a:pt x="8491" y="0"/>
                  </a:cubicBezTo>
                  <a:cubicBezTo>
                    <a:pt x="3774" y="4717"/>
                    <a:pt x="0" y="11321"/>
                    <a:pt x="0" y="18869"/>
                  </a:cubicBezTo>
                  <a:lnTo>
                    <a:pt x="0" y="35850"/>
                  </a:lnTo>
                  <a:cubicBezTo>
                    <a:pt x="0" y="46228"/>
                    <a:pt x="5661" y="55662"/>
                    <a:pt x="15095" y="59436"/>
                  </a:cubicBezTo>
                  <a:lnTo>
                    <a:pt x="15095" y="5943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28" name="Google Shape;728;p36"/>
            <p:cNvSpPr/>
            <p:nvPr/>
          </p:nvSpPr>
          <p:spPr>
            <a:xfrm>
              <a:off x="3362887" y="-205086"/>
              <a:ext cx="13207" cy="11321"/>
            </a:xfrm>
            <a:custGeom>
              <a:avLst/>
              <a:gdLst/>
              <a:ahLst/>
              <a:cxnLst/>
              <a:rect l="l" t="t" r="r" b="b"/>
              <a:pathLst>
                <a:path w="13207" h="11321" extrusionOk="0">
                  <a:moveTo>
                    <a:pt x="13208" y="0"/>
                  </a:moveTo>
                  <a:lnTo>
                    <a:pt x="0" y="0"/>
                  </a:lnTo>
                  <a:cubicBezTo>
                    <a:pt x="943" y="3774"/>
                    <a:pt x="2830" y="7548"/>
                    <a:pt x="5660" y="11321"/>
                  </a:cubicBezTo>
                  <a:cubicBezTo>
                    <a:pt x="7547" y="7548"/>
                    <a:pt x="9434" y="3774"/>
                    <a:pt x="13208" y="0"/>
                  </a:cubicBezTo>
                  <a:lnTo>
                    <a:pt x="13208"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29" name="Google Shape;729;p36"/>
            <p:cNvSpPr/>
            <p:nvPr/>
          </p:nvSpPr>
          <p:spPr>
            <a:xfrm>
              <a:off x="3372462" y="-207269"/>
              <a:ext cx="60534" cy="60027"/>
            </a:xfrm>
            <a:custGeom>
              <a:avLst/>
              <a:gdLst/>
              <a:ahLst/>
              <a:cxnLst/>
              <a:rect l="l" t="t" r="r" b="b"/>
              <a:pathLst>
                <a:path w="60534" h="60027" extrusionOk="0">
                  <a:moveTo>
                    <a:pt x="1746" y="38977"/>
                  </a:moveTo>
                  <a:cubicBezTo>
                    <a:pt x="4577" y="46524"/>
                    <a:pt x="9294" y="53128"/>
                    <a:pt x="16841" y="56902"/>
                  </a:cubicBezTo>
                  <a:cubicBezTo>
                    <a:pt x="24389" y="60675"/>
                    <a:pt x="31936" y="60675"/>
                    <a:pt x="39484" y="58788"/>
                  </a:cubicBezTo>
                  <a:cubicBezTo>
                    <a:pt x="47031" y="55958"/>
                    <a:pt x="53635" y="51241"/>
                    <a:pt x="57409" y="43694"/>
                  </a:cubicBezTo>
                  <a:cubicBezTo>
                    <a:pt x="61182" y="36146"/>
                    <a:pt x="61182" y="28599"/>
                    <a:pt x="59296" y="21051"/>
                  </a:cubicBezTo>
                  <a:cubicBezTo>
                    <a:pt x="56465" y="13504"/>
                    <a:pt x="51748" y="6900"/>
                    <a:pt x="44201" y="3126"/>
                  </a:cubicBezTo>
                  <a:cubicBezTo>
                    <a:pt x="36653" y="-647"/>
                    <a:pt x="29106" y="-647"/>
                    <a:pt x="21558" y="1239"/>
                  </a:cubicBezTo>
                  <a:cubicBezTo>
                    <a:pt x="4577" y="5957"/>
                    <a:pt x="-3914" y="23882"/>
                    <a:pt x="1746" y="38977"/>
                  </a:cubicBezTo>
                  <a:lnTo>
                    <a:pt x="1746" y="38977"/>
                  </a:lnTo>
                  <a:close/>
                  <a:moveTo>
                    <a:pt x="40427" y="7843"/>
                  </a:moveTo>
                  <a:cubicBezTo>
                    <a:pt x="42314" y="6900"/>
                    <a:pt x="45144" y="7843"/>
                    <a:pt x="46088" y="10674"/>
                  </a:cubicBezTo>
                  <a:cubicBezTo>
                    <a:pt x="47031" y="12560"/>
                    <a:pt x="46088" y="15391"/>
                    <a:pt x="43257" y="16334"/>
                  </a:cubicBezTo>
                  <a:cubicBezTo>
                    <a:pt x="41370" y="17278"/>
                    <a:pt x="38540" y="16334"/>
                    <a:pt x="37597" y="13504"/>
                  </a:cubicBezTo>
                  <a:cubicBezTo>
                    <a:pt x="37597" y="11617"/>
                    <a:pt x="38540" y="8787"/>
                    <a:pt x="40427" y="7843"/>
                  </a:cubicBezTo>
                  <a:lnTo>
                    <a:pt x="40427" y="7843"/>
                  </a:lnTo>
                  <a:close/>
                  <a:moveTo>
                    <a:pt x="36653" y="22938"/>
                  </a:moveTo>
                  <a:cubicBezTo>
                    <a:pt x="38540" y="21995"/>
                    <a:pt x="41370" y="22938"/>
                    <a:pt x="42314" y="25768"/>
                  </a:cubicBezTo>
                  <a:cubicBezTo>
                    <a:pt x="43257" y="27655"/>
                    <a:pt x="42314" y="30486"/>
                    <a:pt x="39484" y="31429"/>
                  </a:cubicBezTo>
                  <a:cubicBezTo>
                    <a:pt x="37597" y="32373"/>
                    <a:pt x="34766" y="31429"/>
                    <a:pt x="33823" y="28599"/>
                  </a:cubicBezTo>
                  <a:cubicBezTo>
                    <a:pt x="32880" y="25768"/>
                    <a:pt x="34766" y="23882"/>
                    <a:pt x="36653" y="22938"/>
                  </a:cubicBezTo>
                  <a:lnTo>
                    <a:pt x="36653" y="22938"/>
                  </a:lnTo>
                  <a:close/>
                  <a:moveTo>
                    <a:pt x="24389" y="13504"/>
                  </a:moveTo>
                  <a:cubicBezTo>
                    <a:pt x="26276" y="12560"/>
                    <a:pt x="29106" y="13504"/>
                    <a:pt x="30049" y="16334"/>
                  </a:cubicBezTo>
                  <a:cubicBezTo>
                    <a:pt x="30993" y="18221"/>
                    <a:pt x="30049" y="21051"/>
                    <a:pt x="27219" y="21995"/>
                  </a:cubicBezTo>
                  <a:cubicBezTo>
                    <a:pt x="25332" y="22938"/>
                    <a:pt x="22502" y="21995"/>
                    <a:pt x="21558" y="19165"/>
                  </a:cubicBezTo>
                  <a:cubicBezTo>
                    <a:pt x="21558" y="16334"/>
                    <a:pt x="22502" y="14447"/>
                    <a:pt x="24389" y="13504"/>
                  </a:cubicBezTo>
                  <a:lnTo>
                    <a:pt x="24389" y="135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30" name="Google Shape;730;p36"/>
            <p:cNvGrpSpPr/>
            <p:nvPr/>
          </p:nvGrpSpPr>
          <p:grpSpPr>
            <a:xfrm>
              <a:off x="3331754" y="-205086"/>
              <a:ext cx="208497" cy="198119"/>
              <a:chOff x="3331754" y="-205086"/>
              <a:chExt cx="208497" cy="198119"/>
            </a:xfrm>
          </p:grpSpPr>
          <p:sp>
            <p:nvSpPr>
              <p:cNvPr id="731" name="Google Shape;731;p36"/>
              <p:cNvSpPr/>
              <p:nvPr/>
            </p:nvSpPr>
            <p:spPr>
              <a:xfrm>
                <a:off x="3350655" y="-189992"/>
                <a:ext cx="48082" cy="53775"/>
              </a:xfrm>
              <a:custGeom>
                <a:avLst/>
                <a:gdLst/>
                <a:ahLst/>
                <a:cxnLst/>
                <a:rect l="l" t="t" r="r" b="b"/>
                <a:pathLst>
                  <a:path w="48082" h="53775" extrusionOk="0">
                    <a:moveTo>
                      <a:pt x="4685" y="53776"/>
                    </a:moveTo>
                    <a:lnTo>
                      <a:pt x="48083" y="53776"/>
                    </a:lnTo>
                    <a:cubicBezTo>
                      <a:pt x="48083" y="52832"/>
                      <a:pt x="48083" y="51889"/>
                      <a:pt x="47139" y="50945"/>
                    </a:cubicBezTo>
                    <a:cubicBezTo>
                      <a:pt x="42422" y="50002"/>
                      <a:pt x="38648" y="49058"/>
                      <a:pt x="33931" y="47171"/>
                    </a:cubicBezTo>
                    <a:cubicBezTo>
                      <a:pt x="24497" y="42454"/>
                      <a:pt x="17893" y="34907"/>
                      <a:pt x="15063" y="25473"/>
                    </a:cubicBezTo>
                    <a:cubicBezTo>
                      <a:pt x="13176" y="18869"/>
                      <a:pt x="12232" y="12265"/>
                      <a:pt x="14119" y="5661"/>
                    </a:cubicBezTo>
                    <a:cubicBezTo>
                      <a:pt x="12232" y="3774"/>
                      <a:pt x="11289" y="1887"/>
                      <a:pt x="9402" y="0"/>
                    </a:cubicBezTo>
                    <a:lnTo>
                      <a:pt x="911" y="3774"/>
                    </a:lnTo>
                    <a:cubicBezTo>
                      <a:pt x="1855" y="9434"/>
                      <a:pt x="2798" y="15095"/>
                      <a:pt x="911" y="20756"/>
                    </a:cubicBezTo>
                    <a:cubicBezTo>
                      <a:pt x="-976" y="30190"/>
                      <a:pt x="-32" y="41511"/>
                      <a:pt x="4685" y="53776"/>
                    </a:cubicBezTo>
                    <a:lnTo>
                      <a:pt x="4685" y="5377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2" name="Google Shape;732;p36"/>
              <p:cNvSpPr/>
              <p:nvPr/>
            </p:nvSpPr>
            <p:spPr>
              <a:xfrm>
                <a:off x="3406285" y="-205086"/>
                <a:ext cx="133966" cy="67926"/>
              </a:xfrm>
              <a:custGeom>
                <a:avLst/>
                <a:gdLst/>
                <a:ahLst/>
                <a:cxnLst/>
                <a:rect l="l" t="t" r="r" b="b"/>
                <a:pathLst>
                  <a:path w="133966" h="67926" extrusionOk="0">
                    <a:moveTo>
                      <a:pt x="108494" y="0"/>
                    </a:moveTo>
                    <a:lnTo>
                      <a:pt x="22642" y="0"/>
                    </a:lnTo>
                    <a:cubicBezTo>
                      <a:pt x="27360" y="3774"/>
                      <a:pt x="30190" y="9434"/>
                      <a:pt x="32077" y="15095"/>
                    </a:cubicBezTo>
                    <a:cubicBezTo>
                      <a:pt x="34907" y="24529"/>
                      <a:pt x="34907" y="34907"/>
                      <a:pt x="30190" y="44341"/>
                    </a:cubicBezTo>
                    <a:cubicBezTo>
                      <a:pt x="25473" y="53776"/>
                      <a:pt x="17925" y="60380"/>
                      <a:pt x="8491" y="63210"/>
                    </a:cubicBezTo>
                    <a:cubicBezTo>
                      <a:pt x="5661" y="64153"/>
                      <a:pt x="2830" y="65097"/>
                      <a:pt x="0" y="65097"/>
                    </a:cubicBezTo>
                    <a:cubicBezTo>
                      <a:pt x="0" y="66040"/>
                      <a:pt x="0" y="66983"/>
                      <a:pt x="943" y="67927"/>
                    </a:cubicBezTo>
                    <a:lnTo>
                      <a:pt x="108494" y="67927"/>
                    </a:lnTo>
                    <a:cubicBezTo>
                      <a:pt x="122646" y="67927"/>
                      <a:pt x="133967" y="56606"/>
                      <a:pt x="133967" y="42454"/>
                    </a:cubicBezTo>
                    <a:lnTo>
                      <a:pt x="133967" y="25473"/>
                    </a:lnTo>
                    <a:cubicBezTo>
                      <a:pt x="133967" y="11321"/>
                      <a:pt x="122646" y="0"/>
                      <a:pt x="108494" y="0"/>
                    </a:cubicBezTo>
                    <a:lnTo>
                      <a:pt x="108494" y="0"/>
                    </a:lnTo>
                    <a:close/>
                    <a:moveTo>
                      <a:pt x="77361" y="37737"/>
                    </a:moveTo>
                    <a:cubicBezTo>
                      <a:pt x="75474" y="39624"/>
                      <a:pt x="73587" y="39624"/>
                      <a:pt x="71701" y="39624"/>
                    </a:cubicBezTo>
                    <a:cubicBezTo>
                      <a:pt x="69814" y="39624"/>
                      <a:pt x="67927" y="38681"/>
                      <a:pt x="66040" y="37737"/>
                    </a:cubicBezTo>
                    <a:cubicBezTo>
                      <a:pt x="64153" y="35850"/>
                      <a:pt x="64153" y="33963"/>
                      <a:pt x="64153" y="32077"/>
                    </a:cubicBezTo>
                    <a:cubicBezTo>
                      <a:pt x="64153" y="30190"/>
                      <a:pt x="65097" y="28303"/>
                      <a:pt x="66040" y="26416"/>
                    </a:cubicBezTo>
                    <a:cubicBezTo>
                      <a:pt x="67927" y="24529"/>
                      <a:pt x="69814" y="24529"/>
                      <a:pt x="71701" y="24529"/>
                    </a:cubicBezTo>
                    <a:cubicBezTo>
                      <a:pt x="73587" y="24529"/>
                      <a:pt x="75474" y="25473"/>
                      <a:pt x="77361" y="26416"/>
                    </a:cubicBezTo>
                    <a:cubicBezTo>
                      <a:pt x="79248" y="28303"/>
                      <a:pt x="79248" y="30190"/>
                      <a:pt x="79248" y="32077"/>
                    </a:cubicBezTo>
                    <a:cubicBezTo>
                      <a:pt x="79248" y="33963"/>
                      <a:pt x="78305" y="36794"/>
                      <a:pt x="77361" y="37737"/>
                    </a:cubicBezTo>
                    <a:lnTo>
                      <a:pt x="77361" y="37737"/>
                    </a:lnTo>
                    <a:close/>
                    <a:moveTo>
                      <a:pt x="105664" y="37737"/>
                    </a:moveTo>
                    <a:cubicBezTo>
                      <a:pt x="103777" y="39624"/>
                      <a:pt x="101890" y="39624"/>
                      <a:pt x="100003" y="39624"/>
                    </a:cubicBezTo>
                    <a:cubicBezTo>
                      <a:pt x="98117" y="39624"/>
                      <a:pt x="96230" y="38681"/>
                      <a:pt x="94343" y="37737"/>
                    </a:cubicBezTo>
                    <a:cubicBezTo>
                      <a:pt x="92456" y="35850"/>
                      <a:pt x="92456" y="33963"/>
                      <a:pt x="92456" y="32077"/>
                    </a:cubicBezTo>
                    <a:cubicBezTo>
                      <a:pt x="92456" y="30190"/>
                      <a:pt x="93400" y="28303"/>
                      <a:pt x="94343" y="26416"/>
                    </a:cubicBezTo>
                    <a:cubicBezTo>
                      <a:pt x="96230" y="24529"/>
                      <a:pt x="98117" y="24529"/>
                      <a:pt x="100003" y="24529"/>
                    </a:cubicBezTo>
                    <a:cubicBezTo>
                      <a:pt x="101890" y="24529"/>
                      <a:pt x="103777" y="25473"/>
                      <a:pt x="105664" y="26416"/>
                    </a:cubicBezTo>
                    <a:cubicBezTo>
                      <a:pt x="107551" y="28303"/>
                      <a:pt x="107551" y="30190"/>
                      <a:pt x="107551" y="32077"/>
                    </a:cubicBezTo>
                    <a:cubicBezTo>
                      <a:pt x="107551" y="33963"/>
                      <a:pt x="106607" y="36794"/>
                      <a:pt x="105664" y="37737"/>
                    </a:cubicBezTo>
                    <a:lnTo>
                      <a:pt x="105664" y="377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3" name="Google Shape;733;p36"/>
              <p:cNvSpPr/>
              <p:nvPr/>
            </p:nvSpPr>
            <p:spPr>
              <a:xfrm>
                <a:off x="3331754" y="-121121"/>
                <a:ext cx="207699" cy="114154"/>
              </a:xfrm>
              <a:custGeom>
                <a:avLst/>
                <a:gdLst/>
                <a:ahLst/>
                <a:cxnLst/>
                <a:rect l="l" t="t" r="r" b="b"/>
                <a:pathLst>
                  <a:path w="207699" h="114154" extrusionOk="0">
                    <a:moveTo>
                      <a:pt x="200007" y="0"/>
                    </a:moveTo>
                    <a:lnTo>
                      <a:pt x="8491" y="0"/>
                    </a:lnTo>
                    <a:cubicBezTo>
                      <a:pt x="3774" y="0"/>
                      <a:pt x="0" y="3774"/>
                      <a:pt x="0" y="8491"/>
                    </a:cubicBezTo>
                    <a:lnTo>
                      <a:pt x="0" y="105664"/>
                    </a:lnTo>
                    <a:cubicBezTo>
                      <a:pt x="0" y="110381"/>
                      <a:pt x="3774" y="114155"/>
                      <a:pt x="8491" y="114155"/>
                    </a:cubicBezTo>
                    <a:lnTo>
                      <a:pt x="98117" y="114155"/>
                    </a:lnTo>
                    <a:lnTo>
                      <a:pt x="98117" y="66983"/>
                    </a:lnTo>
                    <a:cubicBezTo>
                      <a:pt x="98117" y="45284"/>
                      <a:pt x="116042" y="28303"/>
                      <a:pt x="136797" y="28303"/>
                    </a:cubicBezTo>
                    <a:lnTo>
                      <a:pt x="141514" y="28303"/>
                    </a:lnTo>
                    <a:cubicBezTo>
                      <a:pt x="163213" y="28303"/>
                      <a:pt x="180195" y="46228"/>
                      <a:pt x="180195" y="66983"/>
                    </a:cubicBezTo>
                    <a:lnTo>
                      <a:pt x="180195" y="114155"/>
                    </a:lnTo>
                    <a:lnTo>
                      <a:pt x="199063" y="114155"/>
                    </a:lnTo>
                    <a:cubicBezTo>
                      <a:pt x="203781" y="114155"/>
                      <a:pt x="207554" y="110381"/>
                      <a:pt x="207554" y="105664"/>
                    </a:cubicBezTo>
                    <a:lnTo>
                      <a:pt x="207554" y="8491"/>
                    </a:lnTo>
                    <a:cubicBezTo>
                      <a:pt x="208498" y="3774"/>
                      <a:pt x="204724" y="0"/>
                      <a:pt x="200007" y="0"/>
                    </a:cubicBezTo>
                    <a:lnTo>
                      <a:pt x="200007" y="0"/>
                    </a:lnTo>
                    <a:close/>
                    <a:moveTo>
                      <a:pt x="76418" y="56606"/>
                    </a:moveTo>
                    <a:lnTo>
                      <a:pt x="20755" y="56606"/>
                    </a:lnTo>
                    <a:cubicBezTo>
                      <a:pt x="16038" y="56606"/>
                      <a:pt x="13208" y="52832"/>
                      <a:pt x="13208" y="49058"/>
                    </a:cubicBezTo>
                    <a:cubicBezTo>
                      <a:pt x="13208" y="45284"/>
                      <a:pt x="16982" y="41511"/>
                      <a:pt x="20755" y="41511"/>
                    </a:cubicBezTo>
                    <a:lnTo>
                      <a:pt x="76418" y="41511"/>
                    </a:lnTo>
                    <a:cubicBezTo>
                      <a:pt x="81135" y="41511"/>
                      <a:pt x="83965" y="45284"/>
                      <a:pt x="83965" y="49058"/>
                    </a:cubicBezTo>
                    <a:cubicBezTo>
                      <a:pt x="83965" y="52832"/>
                      <a:pt x="80191" y="56606"/>
                      <a:pt x="76418" y="56606"/>
                    </a:cubicBezTo>
                    <a:lnTo>
                      <a:pt x="76418" y="5660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34" name="Google Shape;734;p36"/>
            <p:cNvSpPr/>
            <p:nvPr/>
          </p:nvSpPr>
          <p:spPr>
            <a:xfrm>
              <a:off x="3443078" y="-79610"/>
              <a:ext cx="56605" cy="72643"/>
            </a:xfrm>
            <a:custGeom>
              <a:avLst/>
              <a:gdLst/>
              <a:ahLst/>
              <a:cxnLst/>
              <a:rect l="l" t="t" r="r" b="b"/>
              <a:pathLst>
                <a:path w="56605" h="72643" extrusionOk="0">
                  <a:moveTo>
                    <a:pt x="30190" y="0"/>
                  </a:moveTo>
                  <a:lnTo>
                    <a:pt x="25473" y="0"/>
                  </a:lnTo>
                  <a:cubicBezTo>
                    <a:pt x="11321" y="0"/>
                    <a:pt x="0" y="11321"/>
                    <a:pt x="0" y="25472"/>
                  </a:cubicBezTo>
                  <a:lnTo>
                    <a:pt x="0" y="72644"/>
                  </a:lnTo>
                  <a:lnTo>
                    <a:pt x="56606" y="72644"/>
                  </a:lnTo>
                  <a:lnTo>
                    <a:pt x="56606" y="25472"/>
                  </a:lnTo>
                  <a:cubicBezTo>
                    <a:pt x="56606" y="11321"/>
                    <a:pt x="44341" y="0"/>
                    <a:pt x="30190" y="0"/>
                  </a:cubicBezTo>
                  <a:lnTo>
                    <a:pt x="3019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35" name="Google Shape;735;p36"/>
          <p:cNvGrpSpPr/>
          <p:nvPr/>
        </p:nvGrpSpPr>
        <p:grpSpPr>
          <a:xfrm>
            <a:off x="1802411" y="1262442"/>
            <a:ext cx="304583" cy="305771"/>
            <a:chOff x="3323587" y="655320"/>
            <a:chExt cx="224602" cy="225478"/>
          </a:xfrm>
        </p:grpSpPr>
        <p:sp>
          <p:nvSpPr>
            <p:cNvPr id="736" name="Google Shape;736;p36"/>
            <p:cNvSpPr/>
            <p:nvPr/>
          </p:nvSpPr>
          <p:spPr>
            <a:xfrm>
              <a:off x="3387416" y="655320"/>
              <a:ext cx="93399" cy="54718"/>
            </a:xfrm>
            <a:custGeom>
              <a:avLst/>
              <a:gdLst/>
              <a:ahLst/>
              <a:cxnLst/>
              <a:rect l="l" t="t" r="r" b="b"/>
              <a:pathLst>
                <a:path w="93399" h="54718" extrusionOk="0">
                  <a:moveTo>
                    <a:pt x="93400" y="54719"/>
                  </a:moveTo>
                  <a:lnTo>
                    <a:pt x="93400" y="7547"/>
                  </a:lnTo>
                  <a:cubicBezTo>
                    <a:pt x="93400" y="3774"/>
                    <a:pt x="89626" y="0"/>
                    <a:pt x="85852" y="0"/>
                  </a:cubicBezTo>
                  <a:lnTo>
                    <a:pt x="7547" y="0"/>
                  </a:lnTo>
                  <a:cubicBezTo>
                    <a:pt x="3774" y="0"/>
                    <a:pt x="0" y="3774"/>
                    <a:pt x="0" y="7547"/>
                  </a:cubicBezTo>
                  <a:lnTo>
                    <a:pt x="0" y="54719"/>
                  </a:lnTo>
                  <a:lnTo>
                    <a:pt x="93400" y="5471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7" name="Google Shape;737;p36"/>
            <p:cNvSpPr/>
            <p:nvPr/>
          </p:nvSpPr>
          <p:spPr>
            <a:xfrm>
              <a:off x="3323587" y="725133"/>
              <a:ext cx="224602" cy="155665"/>
            </a:xfrm>
            <a:custGeom>
              <a:avLst/>
              <a:gdLst/>
              <a:ahLst/>
              <a:cxnLst/>
              <a:rect l="l" t="t" r="r" b="b"/>
              <a:pathLst>
                <a:path w="224602" h="155665" extrusionOk="0">
                  <a:moveTo>
                    <a:pt x="214778" y="125476"/>
                  </a:moveTo>
                  <a:lnTo>
                    <a:pt x="207231" y="125476"/>
                  </a:lnTo>
                  <a:cubicBezTo>
                    <a:pt x="203457" y="125476"/>
                    <a:pt x="199683" y="121702"/>
                    <a:pt x="199683" y="117929"/>
                  </a:cubicBezTo>
                  <a:cubicBezTo>
                    <a:pt x="199683" y="114155"/>
                    <a:pt x="203457" y="110381"/>
                    <a:pt x="207231" y="110381"/>
                  </a:cubicBezTo>
                  <a:lnTo>
                    <a:pt x="209117" y="110381"/>
                  </a:lnTo>
                  <a:lnTo>
                    <a:pt x="158172" y="0"/>
                  </a:lnTo>
                  <a:lnTo>
                    <a:pt x="64773" y="0"/>
                  </a:lnTo>
                  <a:lnTo>
                    <a:pt x="13828" y="110381"/>
                  </a:lnTo>
                  <a:lnTo>
                    <a:pt x="15714" y="110381"/>
                  </a:lnTo>
                  <a:cubicBezTo>
                    <a:pt x="19488" y="110381"/>
                    <a:pt x="23262" y="114155"/>
                    <a:pt x="23262" y="117929"/>
                  </a:cubicBezTo>
                  <a:cubicBezTo>
                    <a:pt x="23262" y="121702"/>
                    <a:pt x="19488" y="125476"/>
                    <a:pt x="15714" y="125476"/>
                  </a:cubicBezTo>
                  <a:lnTo>
                    <a:pt x="8167" y="125476"/>
                  </a:lnTo>
                  <a:lnTo>
                    <a:pt x="620" y="144345"/>
                  </a:lnTo>
                  <a:cubicBezTo>
                    <a:pt x="-324" y="146231"/>
                    <a:pt x="-324" y="149062"/>
                    <a:pt x="1563" y="151892"/>
                  </a:cubicBezTo>
                  <a:cubicBezTo>
                    <a:pt x="2506" y="153779"/>
                    <a:pt x="5337" y="155666"/>
                    <a:pt x="8167" y="155666"/>
                  </a:cubicBezTo>
                  <a:lnTo>
                    <a:pt x="216665" y="155666"/>
                  </a:lnTo>
                  <a:cubicBezTo>
                    <a:pt x="219495" y="155666"/>
                    <a:pt x="221382" y="154722"/>
                    <a:pt x="223269" y="151892"/>
                  </a:cubicBezTo>
                  <a:cubicBezTo>
                    <a:pt x="224212" y="150005"/>
                    <a:pt x="225156" y="147175"/>
                    <a:pt x="224212" y="144345"/>
                  </a:cubicBezTo>
                  <a:lnTo>
                    <a:pt x="214778" y="125476"/>
                  </a:lnTo>
                  <a:close/>
                  <a:moveTo>
                    <a:pt x="48735" y="125476"/>
                  </a:moveTo>
                  <a:lnTo>
                    <a:pt x="39300" y="125476"/>
                  </a:lnTo>
                  <a:cubicBezTo>
                    <a:pt x="35526" y="125476"/>
                    <a:pt x="31753" y="121702"/>
                    <a:pt x="31753" y="117929"/>
                  </a:cubicBezTo>
                  <a:cubicBezTo>
                    <a:pt x="31753" y="114155"/>
                    <a:pt x="35526" y="110381"/>
                    <a:pt x="39300" y="110381"/>
                  </a:cubicBezTo>
                  <a:lnTo>
                    <a:pt x="48735" y="110381"/>
                  </a:lnTo>
                  <a:cubicBezTo>
                    <a:pt x="52508" y="110381"/>
                    <a:pt x="56282" y="114155"/>
                    <a:pt x="56282" y="117929"/>
                  </a:cubicBezTo>
                  <a:cubicBezTo>
                    <a:pt x="56282" y="121702"/>
                    <a:pt x="52508" y="125476"/>
                    <a:pt x="48735" y="125476"/>
                  </a:cubicBezTo>
                  <a:lnTo>
                    <a:pt x="48735" y="125476"/>
                  </a:lnTo>
                  <a:close/>
                  <a:moveTo>
                    <a:pt x="81755" y="125476"/>
                  </a:moveTo>
                  <a:lnTo>
                    <a:pt x="72320" y="125476"/>
                  </a:lnTo>
                  <a:cubicBezTo>
                    <a:pt x="68546" y="125476"/>
                    <a:pt x="64773" y="121702"/>
                    <a:pt x="64773" y="117929"/>
                  </a:cubicBezTo>
                  <a:cubicBezTo>
                    <a:pt x="64773" y="114155"/>
                    <a:pt x="68546" y="110381"/>
                    <a:pt x="72320" y="110381"/>
                  </a:cubicBezTo>
                  <a:lnTo>
                    <a:pt x="81755" y="110381"/>
                  </a:lnTo>
                  <a:cubicBezTo>
                    <a:pt x="85528" y="110381"/>
                    <a:pt x="89302" y="114155"/>
                    <a:pt x="89302" y="117929"/>
                  </a:cubicBezTo>
                  <a:cubicBezTo>
                    <a:pt x="89302" y="121702"/>
                    <a:pt x="86472" y="125476"/>
                    <a:pt x="81755" y="125476"/>
                  </a:cubicBezTo>
                  <a:lnTo>
                    <a:pt x="81755" y="125476"/>
                  </a:lnTo>
                  <a:close/>
                  <a:moveTo>
                    <a:pt x="115718" y="125476"/>
                  </a:moveTo>
                  <a:lnTo>
                    <a:pt x="106284" y="125476"/>
                  </a:lnTo>
                  <a:cubicBezTo>
                    <a:pt x="102510" y="125476"/>
                    <a:pt x="98736" y="121702"/>
                    <a:pt x="98736" y="117929"/>
                  </a:cubicBezTo>
                  <a:cubicBezTo>
                    <a:pt x="98736" y="114155"/>
                    <a:pt x="102510" y="110381"/>
                    <a:pt x="106284" y="110381"/>
                  </a:cubicBezTo>
                  <a:lnTo>
                    <a:pt x="115718" y="110381"/>
                  </a:lnTo>
                  <a:cubicBezTo>
                    <a:pt x="119492" y="110381"/>
                    <a:pt x="123265" y="114155"/>
                    <a:pt x="123265" y="117929"/>
                  </a:cubicBezTo>
                  <a:cubicBezTo>
                    <a:pt x="123265" y="121702"/>
                    <a:pt x="119492" y="125476"/>
                    <a:pt x="115718" y="125476"/>
                  </a:cubicBezTo>
                  <a:lnTo>
                    <a:pt x="115718" y="125476"/>
                  </a:lnTo>
                  <a:close/>
                  <a:moveTo>
                    <a:pt x="148738" y="125476"/>
                  </a:moveTo>
                  <a:lnTo>
                    <a:pt x="139304" y="125476"/>
                  </a:lnTo>
                  <a:cubicBezTo>
                    <a:pt x="135530" y="125476"/>
                    <a:pt x="131756" y="121702"/>
                    <a:pt x="131756" y="117929"/>
                  </a:cubicBezTo>
                  <a:cubicBezTo>
                    <a:pt x="131756" y="114155"/>
                    <a:pt x="135530" y="110381"/>
                    <a:pt x="139304" y="110381"/>
                  </a:cubicBezTo>
                  <a:lnTo>
                    <a:pt x="148738" y="110381"/>
                  </a:lnTo>
                  <a:cubicBezTo>
                    <a:pt x="152512" y="110381"/>
                    <a:pt x="156285" y="114155"/>
                    <a:pt x="156285" y="117929"/>
                  </a:cubicBezTo>
                  <a:cubicBezTo>
                    <a:pt x="156285" y="121702"/>
                    <a:pt x="153455" y="125476"/>
                    <a:pt x="148738" y="125476"/>
                  </a:cubicBezTo>
                  <a:lnTo>
                    <a:pt x="148738" y="125476"/>
                  </a:lnTo>
                  <a:close/>
                  <a:moveTo>
                    <a:pt x="182701" y="125476"/>
                  </a:moveTo>
                  <a:lnTo>
                    <a:pt x="173267" y="125476"/>
                  </a:lnTo>
                  <a:cubicBezTo>
                    <a:pt x="169493" y="125476"/>
                    <a:pt x="165720" y="121702"/>
                    <a:pt x="165720" y="117929"/>
                  </a:cubicBezTo>
                  <a:cubicBezTo>
                    <a:pt x="165720" y="114155"/>
                    <a:pt x="169493" y="110381"/>
                    <a:pt x="173267" y="110381"/>
                  </a:cubicBezTo>
                  <a:lnTo>
                    <a:pt x="182701" y="110381"/>
                  </a:lnTo>
                  <a:cubicBezTo>
                    <a:pt x="186475" y="110381"/>
                    <a:pt x="190249" y="114155"/>
                    <a:pt x="190249" y="117929"/>
                  </a:cubicBezTo>
                  <a:cubicBezTo>
                    <a:pt x="190249" y="121702"/>
                    <a:pt x="186475" y="125476"/>
                    <a:pt x="182701" y="125476"/>
                  </a:cubicBezTo>
                  <a:lnTo>
                    <a:pt x="182701" y="12547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38" name="Google Shape;738;p36"/>
          <p:cNvSpPr/>
          <p:nvPr/>
        </p:nvSpPr>
        <p:spPr>
          <a:xfrm>
            <a:off x="7043347" y="1277287"/>
            <a:ext cx="306803" cy="276122"/>
          </a:xfrm>
          <a:custGeom>
            <a:avLst/>
            <a:gdLst/>
            <a:ahLst/>
            <a:cxnLst/>
            <a:rect l="l" t="t" r="r" b="b"/>
            <a:pathLst>
              <a:path w="226423" h="203780" extrusionOk="0">
                <a:moveTo>
                  <a:pt x="226423" y="28303"/>
                </a:moveTo>
                <a:cubicBezTo>
                  <a:pt x="226423" y="12265"/>
                  <a:pt x="214158" y="0"/>
                  <a:pt x="198120" y="0"/>
                </a:cubicBezTo>
                <a:cubicBezTo>
                  <a:pt x="183969" y="0"/>
                  <a:pt x="172648" y="10378"/>
                  <a:pt x="169817" y="23586"/>
                </a:cubicBezTo>
                <a:cubicBezTo>
                  <a:pt x="167930" y="10378"/>
                  <a:pt x="155666" y="0"/>
                  <a:pt x="141514" y="0"/>
                </a:cubicBezTo>
                <a:cubicBezTo>
                  <a:pt x="127363" y="0"/>
                  <a:pt x="116042" y="10378"/>
                  <a:pt x="113212" y="23586"/>
                </a:cubicBezTo>
                <a:cubicBezTo>
                  <a:pt x="111325" y="10378"/>
                  <a:pt x="99060" y="0"/>
                  <a:pt x="84909" y="0"/>
                </a:cubicBezTo>
                <a:cubicBezTo>
                  <a:pt x="70757" y="0"/>
                  <a:pt x="59436" y="10378"/>
                  <a:pt x="56606" y="23586"/>
                </a:cubicBezTo>
                <a:cubicBezTo>
                  <a:pt x="54719" y="10378"/>
                  <a:pt x="42454" y="0"/>
                  <a:pt x="28303" y="0"/>
                </a:cubicBezTo>
                <a:cubicBezTo>
                  <a:pt x="12265" y="0"/>
                  <a:pt x="0" y="12265"/>
                  <a:pt x="0" y="28303"/>
                </a:cubicBezTo>
                <a:cubicBezTo>
                  <a:pt x="0" y="44341"/>
                  <a:pt x="12265" y="56606"/>
                  <a:pt x="28303" y="56606"/>
                </a:cubicBezTo>
                <a:cubicBezTo>
                  <a:pt x="32077" y="56606"/>
                  <a:pt x="35850" y="55662"/>
                  <a:pt x="39624" y="54719"/>
                </a:cubicBezTo>
                <a:cubicBezTo>
                  <a:pt x="33020" y="59436"/>
                  <a:pt x="28303" y="67927"/>
                  <a:pt x="28303" y="77361"/>
                </a:cubicBezTo>
                <a:cubicBezTo>
                  <a:pt x="28303" y="93399"/>
                  <a:pt x="40568" y="105664"/>
                  <a:pt x="56606" y="105664"/>
                </a:cubicBezTo>
                <a:cubicBezTo>
                  <a:pt x="60380" y="105664"/>
                  <a:pt x="64153" y="104721"/>
                  <a:pt x="67927" y="103777"/>
                </a:cubicBezTo>
                <a:cubicBezTo>
                  <a:pt x="61323" y="108494"/>
                  <a:pt x="56606" y="116985"/>
                  <a:pt x="56606" y="126419"/>
                </a:cubicBezTo>
                <a:cubicBezTo>
                  <a:pt x="56606" y="142458"/>
                  <a:pt x="68870" y="154722"/>
                  <a:pt x="84909" y="154722"/>
                </a:cubicBezTo>
                <a:cubicBezTo>
                  <a:pt x="88682" y="154722"/>
                  <a:pt x="92456" y="153779"/>
                  <a:pt x="96230" y="152835"/>
                </a:cubicBezTo>
                <a:cubicBezTo>
                  <a:pt x="89626" y="157553"/>
                  <a:pt x="84909" y="166043"/>
                  <a:pt x="84909" y="175478"/>
                </a:cubicBezTo>
                <a:cubicBezTo>
                  <a:pt x="84909" y="191516"/>
                  <a:pt x="97173" y="203781"/>
                  <a:pt x="113212" y="203781"/>
                </a:cubicBezTo>
                <a:cubicBezTo>
                  <a:pt x="129250" y="203781"/>
                  <a:pt x="141514" y="191516"/>
                  <a:pt x="141514" y="175478"/>
                </a:cubicBezTo>
                <a:cubicBezTo>
                  <a:pt x="141514" y="166043"/>
                  <a:pt x="136797" y="157553"/>
                  <a:pt x="130193" y="152835"/>
                </a:cubicBezTo>
                <a:cubicBezTo>
                  <a:pt x="133967" y="154722"/>
                  <a:pt x="137741" y="154722"/>
                  <a:pt x="141514" y="154722"/>
                </a:cubicBezTo>
                <a:cubicBezTo>
                  <a:pt x="157553" y="154722"/>
                  <a:pt x="169817" y="142458"/>
                  <a:pt x="169817" y="126419"/>
                </a:cubicBezTo>
                <a:cubicBezTo>
                  <a:pt x="169817" y="116985"/>
                  <a:pt x="165100" y="108494"/>
                  <a:pt x="158496" y="103777"/>
                </a:cubicBezTo>
                <a:cubicBezTo>
                  <a:pt x="162270" y="105664"/>
                  <a:pt x="166043" y="105664"/>
                  <a:pt x="169817" y="105664"/>
                </a:cubicBezTo>
                <a:cubicBezTo>
                  <a:pt x="185856" y="105664"/>
                  <a:pt x="198120" y="93399"/>
                  <a:pt x="198120" y="77361"/>
                </a:cubicBezTo>
                <a:cubicBezTo>
                  <a:pt x="198120" y="67927"/>
                  <a:pt x="193403" y="59436"/>
                  <a:pt x="186799" y="54719"/>
                </a:cubicBezTo>
                <a:cubicBezTo>
                  <a:pt x="190573" y="56606"/>
                  <a:pt x="194346" y="56606"/>
                  <a:pt x="198120" y="56606"/>
                </a:cubicBezTo>
                <a:cubicBezTo>
                  <a:pt x="213215" y="56606"/>
                  <a:pt x="226423" y="43398"/>
                  <a:pt x="226423" y="28303"/>
                </a:cubicBezTo>
                <a:lnTo>
                  <a:pt x="226423" y="28303"/>
                </a:lnTo>
                <a:close/>
                <a:moveTo>
                  <a:pt x="141514" y="72644"/>
                </a:moveTo>
                <a:cubicBezTo>
                  <a:pt x="140571" y="65097"/>
                  <a:pt x="135854" y="58493"/>
                  <a:pt x="130193" y="53775"/>
                </a:cubicBezTo>
                <a:cubicBezTo>
                  <a:pt x="133967" y="55662"/>
                  <a:pt x="137741" y="55662"/>
                  <a:pt x="141514" y="55662"/>
                </a:cubicBezTo>
                <a:cubicBezTo>
                  <a:pt x="145288" y="55662"/>
                  <a:pt x="149062" y="54719"/>
                  <a:pt x="152836" y="53775"/>
                </a:cubicBezTo>
                <a:cubicBezTo>
                  <a:pt x="147175" y="58493"/>
                  <a:pt x="143401" y="65097"/>
                  <a:pt x="141514" y="72644"/>
                </a:cubicBezTo>
                <a:lnTo>
                  <a:pt x="141514" y="72644"/>
                </a:lnTo>
                <a:close/>
                <a:moveTo>
                  <a:pt x="114155" y="121702"/>
                </a:moveTo>
                <a:cubicBezTo>
                  <a:pt x="113212" y="114155"/>
                  <a:pt x="108494" y="107551"/>
                  <a:pt x="102834" y="102834"/>
                </a:cubicBezTo>
                <a:cubicBezTo>
                  <a:pt x="106608" y="104721"/>
                  <a:pt x="110381" y="104721"/>
                  <a:pt x="114155" y="104721"/>
                </a:cubicBezTo>
                <a:cubicBezTo>
                  <a:pt x="117929" y="104721"/>
                  <a:pt x="121702" y="103777"/>
                  <a:pt x="125476" y="102834"/>
                </a:cubicBezTo>
                <a:cubicBezTo>
                  <a:pt x="118872" y="107551"/>
                  <a:pt x="115098" y="114155"/>
                  <a:pt x="114155" y="121702"/>
                </a:cubicBezTo>
                <a:lnTo>
                  <a:pt x="114155" y="121702"/>
                </a:lnTo>
                <a:close/>
                <a:moveTo>
                  <a:pt x="85852" y="72644"/>
                </a:moveTo>
                <a:cubicBezTo>
                  <a:pt x="84909" y="65097"/>
                  <a:pt x="80192" y="58493"/>
                  <a:pt x="74531" y="53775"/>
                </a:cubicBezTo>
                <a:cubicBezTo>
                  <a:pt x="78305" y="55662"/>
                  <a:pt x="82078" y="55662"/>
                  <a:pt x="85852" y="55662"/>
                </a:cubicBezTo>
                <a:cubicBezTo>
                  <a:pt x="89626" y="55662"/>
                  <a:pt x="93400" y="54719"/>
                  <a:pt x="97173" y="53775"/>
                </a:cubicBezTo>
                <a:cubicBezTo>
                  <a:pt x="91513" y="58493"/>
                  <a:pt x="86796" y="65097"/>
                  <a:pt x="85852" y="72644"/>
                </a:cubicBezTo>
                <a:lnTo>
                  <a:pt x="85852" y="72644"/>
                </a:lnTo>
                <a:close/>
                <a:moveTo>
                  <a:pt x="124533" y="50945"/>
                </a:moveTo>
                <a:cubicBezTo>
                  <a:pt x="120759" y="49058"/>
                  <a:pt x="116985" y="49058"/>
                  <a:pt x="113212" y="49058"/>
                </a:cubicBezTo>
                <a:cubicBezTo>
                  <a:pt x="109438" y="49058"/>
                  <a:pt x="105664" y="50002"/>
                  <a:pt x="101890" y="50945"/>
                </a:cubicBezTo>
                <a:cubicBezTo>
                  <a:pt x="107551" y="46228"/>
                  <a:pt x="111325" y="39624"/>
                  <a:pt x="113212" y="32077"/>
                </a:cubicBezTo>
                <a:cubicBezTo>
                  <a:pt x="115098" y="39624"/>
                  <a:pt x="118872" y="46228"/>
                  <a:pt x="124533" y="50945"/>
                </a:cubicBezTo>
                <a:lnTo>
                  <a:pt x="124533" y="50945"/>
                </a:lnTo>
                <a:close/>
                <a:moveTo>
                  <a:pt x="58493" y="32077"/>
                </a:moveTo>
                <a:cubicBezTo>
                  <a:pt x="59436" y="39624"/>
                  <a:pt x="64153" y="46228"/>
                  <a:pt x="69814" y="50945"/>
                </a:cubicBezTo>
                <a:cubicBezTo>
                  <a:pt x="66040" y="49058"/>
                  <a:pt x="62266" y="49058"/>
                  <a:pt x="58493" y="49058"/>
                </a:cubicBezTo>
                <a:cubicBezTo>
                  <a:pt x="54719" y="49058"/>
                  <a:pt x="50945" y="50002"/>
                  <a:pt x="47172" y="50945"/>
                </a:cubicBezTo>
                <a:cubicBezTo>
                  <a:pt x="52832" y="46228"/>
                  <a:pt x="56606" y="39624"/>
                  <a:pt x="58493" y="32077"/>
                </a:cubicBezTo>
                <a:lnTo>
                  <a:pt x="58493" y="32077"/>
                </a:lnTo>
                <a:close/>
                <a:moveTo>
                  <a:pt x="85852" y="81135"/>
                </a:moveTo>
                <a:cubicBezTo>
                  <a:pt x="86796" y="88682"/>
                  <a:pt x="91513" y="95286"/>
                  <a:pt x="97173" y="100003"/>
                </a:cubicBezTo>
                <a:cubicBezTo>
                  <a:pt x="93400" y="98117"/>
                  <a:pt x="89626" y="98117"/>
                  <a:pt x="85852" y="98117"/>
                </a:cubicBezTo>
                <a:cubicBezTo>
                  <a:pt x="82078" y="98117"/>
                  <a:pt x="78305" y="99060"/>
                  <a:pt x="74531" y="100003"/>
                </a:cubicBezTo>
                <a:cubicBezTo>
                  <a:pt x="81135" y="95286"/>
                  <a:pt x="84909" y="88682"/>
                  <a:pt x="85852" y="81135"/>
                </a:cubicBezTo>
                <a:lnTo>
                  <a:pt x="85852" y="81135"/>
                </a:lnTo>
                <a:close/>
                <a:moveTo>
                  <a:pt x="114155" y="146231"/>
                </a:moveTo>
                <a:cubicBezTo>
                  <a:pt x="110381" y="146231"/>
                  <a:pt x="106608" y="147175"/>
                  <a:pt x="102834" y="148118"/>
                </a:cubicBezTo>
                <a:cubicBezTo>
                  <a:pt x="108494" y="143401"/>
                  <a:pt x="112268" y="136797"/>
                  <a:pt x="114155" y="129250"/>
                </a:cubicBezTo>
                <a:cubicBezTo>
                  <a:pt x="115098" y="136797"/>
                  <a:pt x="119816" y="143401"/>
                  <a:pt x="125476" y="148118"/>
                </a:cubicBezTo>
                <a:cubicBezTo>
                  <a:pt x="121702" y="146231"/>
                  <a:pt x="117929" y="146231"/>
                  <a:pt x="114155" y="146231"/>
                </a:cubicBezTo>
                <a:lnTo>
                  <a:pt x="114155" y="146231"/>
                </a:lnTo>
                <a:close/>
                <a:moveTo>
                  <a:pt x="141514" y="97173"/>
                </a:moveTo>
                <a:cubicBezTo>
                  <a:pt x="137741" y="97173"/>
                  <a:pt x="133967" y="98117"/>
                  <a:pt x="130193" y="99060"/>
                </a:cubicBezTo>
                <a:cubicBezTo>
                  <a:pt x="135854" y="94343"/>
                  <a:pt x="139628" y="87739"/>
                  <a:pt x="141514" y="80191"/>
                </a:cubicBezTo>
                <a:cubicBezTo>
                  <a:pt x="142458" y="87739"/>
                  <a:pt x="147175" y="94343"/>
                  <a:pt x="152836" y="99060"/>
                </a:cubicBezTo>
                <a:cubicBezTo>
                  <a:pt x="150005" y="98117"/>
                  <a:pt x="146232" y="97173"/>
                  <a:pt x="141514" y="97173"/>
                </a:cubicBezTo>
                <a:lnTo>
                  <a:pt x="141514" y="97173"/>
                </a:lnTo>
                <a:close/>
                <a:moveTo>
                  <a:pt x="169817" y="49058"/>
                </a:moveTo>
                <a:cubicBezTo>
                  <a:pt x="166043" y="49058"/>
                  <a:pt x="162270" y="50002"/>
                  <a:pt x="158496" y="50945"/>
                </a:cubicBezTo>
                <a:cubicBezTo>
                  <a:pt x="164157" y="46228"/>
                  <a:pt x="167930" y="39624"/>
                  <a:pt x="169817" y="32077"/>
                </a:cubicBezTo>
                <a:cubicBezTo>
                  <a:pt x="170761" y="39624"/>
                  <a:pt x="175478" y="46228"/>
                  <a:pt x="181138" y="50945"/>
                </a:cubicBezTo>
                <a:cubicBezTo>
                  <a:pt x="177365" y="49058"/>
                  <a:pt x="173591" y="49058"/>
                  <a:pt x="169817" y="49058"/>
                </a:cubicBezTo>
                <a:lnTo>
                  <a:pt x="169817"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39" name="Google Shape;739;p36"/>
          <p:cNvGrpSpPr/>
          <p:nvPr/>
        </p:nvGrpSpPr>
        <p:grpSpPr>
          <a:xfrm>
            <a:off x="4419787" y="3184524"/>
            <a:ext cx="304493" cy="268669"/>
            <a:chOff x="4209142" y="-222068"/>
            <a:chExt cx="224536" cy="198119"/>
          </a:xfrm>
        </p:grpSpPr>
        <p:sp>
          <p:nvSpPr>
            <p:cNvPr id="740" name="Google Shape;740;p36"/>
            <p:cNvSpPr/>
            <p:nvPr/>
          </p:nvSpPr>
          <p:spPr>
            <a:xfrm>
              <a:off x="4242162" y="-113574"/>
              <a:ext cx="28302" cy="19812"/>
            </a:xfrm>
            <a:custGeom>
              <a:avLst/>
              <a:gdLst/>
              <a:ahLst/>
              <a:cxnLst/>
              <a:rect l="l" t="t" r="r" b="b"/>
              <a:pathLst>
                <a:path w="28302" h="19812" extrusionOk="0">
                  <a:moveTo>
                    <a:pt x="0" y="19812"/>
                  </a:moveTo>
                  <a:lnTo>
                    <a:pt x="28303" y="19812"/>
                  </a:lnTo>
                  <a:cubicBezTo>
                    <a:pt x="27359"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1" name="Google Shape;741;p36"/>
            <p:cNvSpPr/>
            <p:nvPr/>
          </p:nvSpPr>
          <p:spPr>
            <a:xfrm>
              <a:off x="4209142" y="-86214"/>
              <a:ext cx="224536" cy="31133"/>
            </a:xfrm>
            <a:custGeom>
              <a:avLst/>
              <a:gdLst/>
              <a:ahLst/>
              <a:cxnLst/>
              <a:rect l="l" t="t" r="r" b="b"/>
              <a:pathLst>
                <a:path w="224536" h="31133" extrusionOk="0">
                  <a:moveTo>
                    <a:pt x="210385" y="0"/>
                  </a:moveTo>
                  <a:lnTo>
                    <a:pt x="14151" y="0"/>
                  </a:lnTo>
                  <a:cubicBezTo>
                    <a:pt x="6604" y="0"/>
                    <a:pt x="0" y="6604"/>
                    <a:pt x="0" y="14151"/>
                  </a:cubicBezTo>
                  <a:lnTo>
                    <a:pt x="0" y="16982"/>
                  </a:lnTo>
                  <a:cubicBezTo>
                    <a:pt x="0" y="24529"/>
                    <a:pt x="6604" y="31133"/>
                    <a:pt x="14151" y="31133"/>
                  </a:cubicBezTo>
                  <a:lnTo>
                    <a:pt x="210385" y="31133"/>
                  </a:lnTo>
                  <a:cubicBezTo>
                    <a:pt x="217932" y="31133"/>
                    <a:pt x="224536" y="24529"/>
                    <a:pt x="224536" y="16982"/>
                  </a:cubicBezTo>
                  <a:lnTo>
                    <a:pt x="224536" y="14151"/>
                  </a:lnTo>
                  <a:cubicBezTo>
                    <a:pt x="224536" y="6604"/>
                    <a:pt x="217932" y="0"/>
                    <a:pt x="210385" y="0"/>
                  </a:cubicBezTo>
                  <a:lnTo>
                    <a:pt x="21038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2" name="Google Shape;742;p36"/>
            <p:cNvSpPr/>
            <p:nvPr/>
          </p:nvSpPr>
          <p:spPr>
            <a:xfrm>
              <a:off x="4316693"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3" name="Google Shape;743;p36"/>
            <p:cNvSpPr/>
            <p:nvPr/>
          </p:nvSpPr>
          <p:spPr>
            <a:xfrm>
              <a:off x="4311033"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6038" y="22642"/>
                    <a:pt x="16982"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4" name="Google Shape;744;p36"/>
            <p:cNvSpPr/>
            <p:nvPr/>
          </p:nvSpPr>
          <p:spPr>
            <a:xfrm>
              <a:off x="4252540"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5" name="Google Shape;745;p36"/>
            <p:cNvSpPr/>
            <p:nvPr/>
          </p:nvSpPr>
          <p:spPr>
            <a:xfrm>
              <a:off x="4307259" y="-113574"/>
              <a:ext cx="28302" cy="19812"/>
            </a:xfrm>
            <a:custGeom>
              <a:avLst/>
              <a:gdLst/>
              <a:ahLst/>
              <a:cxnLst/>
              <a:rect l="l" t="t" r="r" b="b"/>
              <a:pathLst>
                <a:path w="28302" h="19812" extrusionOk="0">
                  <a:moveTo>
                    <a:pt x="0" y="19812"/>
                  </a:moveTo>
                  <a:lnTo>
                    <a:pt x="28303" y="19812"/>
                  </a:lnTo>
                  <a:cubicBezTo>
                    <a:pt x="27360"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6" name="Google Shape;746;p36"/>
            <p:cNvSpPr/>
            <p:nvPr/>
          </p:nvSpPr>
          <p:spPr>
            <a:xfrm>
              <a:off x="4246880"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6038" y="22642"/>
                    <a:pt x="16038"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7" name="Google Shape;747;p36"/>
            <p:cNvSpPr/>
            <p:nvPr/>
          </p:nvSpPr>
          <p:spPr>
            <a:xfrm>
              <a:off x="4300655"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4717"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8" name="Google Shape;748;p36"/>
            <p:cNvSpPr/>
            <p:nvPr/>
          </p:nvSpPr>
          <p:spPr>
            <a:xfrm>
              <a:off x="4364808"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4717"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9" name="Google Shape;749;p36"/>
            <p:cNvSpPr/>
            <p:nvPr/>
          </p:nvSpPr>
          <p:spPr>
            <a:xfrm>
              <a:off x="4236502"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3774"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0" name="Google Shape;750;p36"/>
            <p:cNvSpPr/>
            <p:nvPr/>
          </p:nvSpPr>
          <p:spPr>
            <a:xfrm>
              <a:off x="4225181" y="-222068"/>
              <a:ext cx="198120" cy="128306"/>
            </a:xfrm>
            <a:custGeom>
              <a:avLst/>
              <a:gdLst/>
              <a:ahLst/>
              <a:cxnLst/>
              <a:rect l="l" t="t" r="r" b="b"/>
              <a:pathLst>
                <a:path w="198120" h="128306" extrusionOk="0">
                  <a:moveTo>
                    <a:pt x="14151" y="119816"/>
                  </a:moveTo>
                  <a:cubicBezTo>
                    <a:pt x="22642" y="109438"/>
                    <a:pt x="19812" y="89626"/>
                    <a:pt x="17925" y="83965"/>
                  </a:cubicBezTo>
                  <a:cubicBezTo>
                    <a:pt x="15095" y="77361"/>
                    <a:pt x="15095" y="76418"/>
                    <a:pt x="15095" y="73587"/>
                  </a:cubicBezTo>
                  <a:cubicBezTo>
                    <a:pt x="15095" y="73587"/>
                    <a:pt x="15095" y="72644"/>
                    <a:pt x="15095" y="72644"/>
                  </a:cubicBezTo>
                  <a:cubicBezTo>
                    <a:pt x="15095" y="64153"/>
                    <a:pt x="21699" y="54719"/>
                    <a:pt x="32077" y="54719"/>
                  </a:cubicBezTo>
                  <a:cubicBezTo>
                    <a:pt x="42454" y="54719"/>
                    <a:pt x="49058" y="64153"/>
                    <a:pt x="49058" y="72644"/>
                  </a:cubicBezTo>
                  <a:cubicBezTo>
                    <a:pt x="49058" y="72644"/>
                    <a:pt x="49058" y="73587"/>
                    <a:pt x="49058" y="73587"/>
                  </a:cubicBezTo>
                  <a:cubicBezTo>
                    <a:pt x="49058" y="76418"/>
                    <a:pt x="49058" y="78304"/>
                    <a:pt x="46228" y="83965"/>
                  </a:cubicBezTo>
                  <a:cubicBezTo>
                    <a:pt x="43398" y="89626"/>
                    <a:pt x="41511" y="109438"/>
                    <a:pt x="50002" y="119816"/>
                  </a:cubicBezTo>
                  <a:cubicBezTo>
                    <a:pt x="51889" y="122646"/>
                    <a:pt x="53775" y="125476"/>
                    <a:pt x="55662" y="128306"/>
                  </a:cubicBezTo>
                  <a:lnTo>
                    <a:pt x="73587" y="128306"/>
                  </a:lnTo>
                  <a:cubicBezTo>
                    <a:pt x="75474" y="125476"/>
                    <a:pt x="77361" y="122646"/>
                    <a:pt x="79248" y="119816"/>
                  </a:cubicBezTo>
                  <a:cubicBezTo>
                    <a:pt x="87739" y="109438"/>
                    <a:pt x="84909" y="89626"/>
                    <a:pt x="83022" y="83965"/>
                  </a:cubicBezTo>
                  <a:cubicBezTo>
                    <a:pt x="80191" y="77361"/>
                    <a:pt x="80191" y="76418"/>
                    <a:pt x="80191" y="73587"/>
                  </a:cubicBezTo>
                  <a:cubicBezTo>
                    <a:pt x="80191" y="73587"/>
                    <a:pt x="80191" y="72644"/>
                    <a:pt x="80191" y="72644"/>
                  </a:cubicBezTo>
                  <a:cubicBezTo>
                    <a:pt x="80191" y="64153"/>
                    <a:pt x="86795" y="54719"/>
                    <a:pt x="97173" y="54719"/>
                  </a:cubicBezTo>
                  <a:cubicBezTo>
                    <a:pt x="107551" y="54719"/>
                    <a:pt x="114155" y="64153"/>
                    <a:pt x="114155" y="72644"/>
                  </a:cubicBezTo>
                  <a:cubicBezTo>
                    <a:pt x="114155" y="72644"/>
                    <a:pt x="114155" y="73587"/>
                    <a:pt x="114155" y="73587"/>
                  </a:cubicBezTo>
                  <a:cubicBezTo>
                    <a:pt x="114155" y="76418"/>
                    <a:pt x="114155" y="78304"/>
                    <a:pt x="111325" y="83965"/>
                  </a:cubicBezTo>
                  <a:cubicBezTo>
                    <a:pt x="108494" y="89626"/>
                    <a:pt x="106607" y="109438"/>
                    <a:pt x="115098" y="119816"/>
                  </a:cubicBezTo>
                  <a:cubicBezTo>
                    <a:pt x="116985" y="122646"/>
                    <a:pt x="118872" y="125476"/>
                    <a:pt x="120759" y="128306"/>
                  </a:cubicBezTo>
                  <a:lnTo>
                    <a:pt x="138684" y="128306"/>
                  </a:lnTo>
                  <a:cubicBezTo>
                    <a:pt x="140571" y="125476"/>
                    <a:pt x="142458" y="122646"/>
                    <a:pt x="144345" y="119816"/>
                  </a:cubicBezTo>
                  <a:cubicBezTo>
                    <a:pt x="152835" y="109438"/>
                    <a:pt x="150005" y="89626"/>
                    <a:pt x="148118" y="83965"/>
                  </a:cubicBezTo>
                  <a:cubicBezTo>
                    <a:pt x="145288" y="77361"/>
                    <a:pt x="145288" y="76418"/>
                    <a:pt x="145288" y="73587"/>
                  </a:cubicBezTo>
                  <a:cubicBezTo>
                    <a:pt x="145288" y="73587"/>
                    <a:pt x="145288" y="72644"/>
                    <a:pt x="145288" y="72644"/>
                  </a:cubicBezTo>
                  <a:cubicBezTo>
                    <a:pt x="145288" y="64153"/>
                    <a:pt x="151892" y="54719"/>
                    <a:pt x="162270" y="54719"/>
                  </a:cubicBezTo>
                  <a:cubicBezTo>
                    <a:pt x="172647" y="54719"/>
                    <a:pt x="179251" y="64153"/>
                    <a:pt x="179251" y="72644"/>
                  </a:cubicBezTo>
                  <a:cubicBezTo>
                    <a:pt x="179251" y="72644"/>
                    <a:pt x="179251" y="73587"/>
                    <a:pt x="179251" y="73587"/>
                  </a:cubicBezTo>
                  <a:cubicBezTo>
                    <a:pt x="179251" y="76418"/>
                    <a:pt x="179251" y="78304"/>
                    <a:pt x="176421" y="83965"/>
                  </a:cubicBezTo>
                  <a:cubicBezTo>
                    <a:pt x="173591" y="89626"/>
                    <a:pt x="171704" y="109438"/>
                    <a:pt x="180195" y="119816"/>
                  </a:cubicBezTo>
                  <a:cubicBezTo>
                    <a:pt x="182082" y="122646"/>
                    <a:pt x="183969" y="125476"/>
                    <a:pt x="185855" y="128306"/>
                  </a:cubicBezTo>
                  <a:lnTo>
                    <a:pt x="198120" y="128306"/>
                  </a:lnTo>
                  <a:lnTo>
                    <a:pt x="198120" y="8491"/>
                  </a:lnTo>
                  <a:cubicBezTo>
                    <a:pt x="198120" y="3774"/>
                    <a:pt x="194346" y="0"/>
                    <a:pt x="189629" y="0"/>
                  </a:cubicBezTo>
                  <a:lnTo>
                    <a:pt x="8491" y="0"/>
                  </a:lnTo>
                  <a:cubicBezTo>
                    <a:pt x="3774" y="0"/>
                    <a:pt x="0" y="3774"/>
                    <a:pt x="0" y="8491"/>
                  </a:cubicBezTo>
                  <a:lnTo>
                    <a:pt x="0" y="128306"/>
                  </a:lnTo>
                  <a:lnTo>
                    <a:pt x="12265" y="128306"/>
                  </a:lnTo>
                  <a:cubicBezTo>
                    <a:pt x="10378" y="125476"/>
                    <a:pt x="12265" y="122646"/>
                    <a:pt x="14151" y="119816"/>
                  </a:cubicBezTo>
                  <a:lnTo>
                    <a:pt x="14151" y="1198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1" name="Google Shape;751;p36"/>
            <p:cNvSpPr/>
            <p:nvPr/>
          </p:nvSpPr>
          <p:spPr>
            <a:xfrm>
              <a:off x="4376129"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5095" y="22642"/>
                    <a:pt x="16038"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2" name="Google Shape;752;p36"/>
            <p:cNvSpPr/>
            <p:nvPr/>
          </p:nvSpPr>
          <p:spPr>
            <a:xfrm>
              <a:off x="4371412" y="-113574"/>
              <a:ext cx="28302" cy="19812"/>
            </a:xfrm>
            <a:custGeom>
              <a:avLst/>
              <a:gdLst/>
              <a:ahLst/>
              <a:cxnLst/>
              <a:rect l="l" t="t" r="r" b="b"/>
              <a:pathLst>
                <a:path w="28302" h="19812" extrusionOk="0">
                  <a:moveTo>
                    <a:pt x="0" y="19812"/>
                  </a:moveTo>
                  <a:lnTo>
                    <a:pt x="28303" y="19812"/>
                  </a:lnTo>
                  <a:cubicBezTo>
                    <a:pt x="27360"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3" name="Google Shape;753;p36"/>
            <p:cNvSpPr/>
            <p:nvPr/>
          </p:nvSpPr>
          <p:spPr>
            <a:xfrm>
              <a:off x="4380846"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54" name="Google Shape;754;p36"/>
          <p:cNvGrpSpPr/>
          <p:nvPr/>
        </p:nvGrpSpPr>
        <p:grpSpPr>
          <a:xfrm>
            <a:off x="1857814" y="3180281"/>
            <a:ext cx="181673" cy="304492"/>
            <a:chOff x="4255370" y="3315788"/>
            <a:chExt cx="133967" cy="224535"/>
          </a:xfrm>
        </p:grpSpPr>
        <p:sp>
          <p:nvSpPr>
            <p:cNvPr id="755" name="Google Shape;755;p36"/>
            <p:cNvSpPr/>
            <p:nvPr/>
          </p:nvSpPr>
          <p:spPr>
            <a:xfrm>
              <a:off x="4280843" y="3514851"/>
              <a:ext cx="83021" cy="25472"/>
            </a:xfrm>
            <a:custGeom>
              <a:avLst/>
              <a:gdLst/>
              <a:ahLst/>
              <a:cxnLst/>
              <a:rect l="l" t="t" r="r" b="b"/>
              <a:pathLst>
                <a:path w="83021" h="25472" extrusionOk="0">
                  <a:moveTo>
                    <a:pt x="30190" y="12265"/>
                  </a:moveTo>
                  <a:cubicBezTo>
                    <a:pt x="20755" y="12265"/>
                    <a:pt x="11321" y="7547"/>
                    <a:pt x="6604" y="0"/>
                  </a:cubicBezTo>
                  <a:lnTo>
                    <a:pt x="0" y="0"/>
                  </a:lnTo>
                  <a:lnTo>
                    <a:pt x="0" y="25473"/>
                  </a:lnTo>
                  <a:lnTo>
                    <a:pt x="83022" y="25473"/>
                  </a:lnTo>
                  <a:lnTo>
                    <a:pt x="83022" y="12265"/>
                  </a:lnTo>
                  <a:lnTo>
                    <a:pt x="30190" y="1226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56" name="Google Shape;756;p36"/>
            <p:cNvGrpSpPr/>
            <p:nvPr/>
          </p:nvGrpSpPr>
          <p:grpSpPr>
            <a:xfrm>
              <a:off x="4255370" y="3315788"/>
              <a:ext cx="133967" cy="200006"/>
              <a:chOff x="4255370" y="3315788"/>
              <a:chExt cx="133967" cy="200006"/>
            </a:xfrm>
          </p:grpSpPr>
          <p:sp>
            <p:nvSpPr>
              <p:cNvPr id="757" name="Google Shape;757;p36"/>
              <p:cNvSpPr/>
              <p:nvPr/>
            </p:nvSpPr>
            <p:spPr>
              <a:xfrm>
                <a:off x="4291221" y="3479001"/>
                <a:ext cx="98116" cy="36793"/>
              </a:xfrm>
              <a:custGeom>
                <a:avLst/>
                <a:gdLst/>
                <a:ahLst/>
                <a:cxnLst/>
                <a:rect l="l" t="t" r="r" b="b"/>
                <a:pathLst>
                  <a:path w="98116" h="36793" extrusionOk="0">
                    <a:moveTo>
                      <a:pt x="19812" y="36794"/>
                    </a:moveTo>
                    <a:lnTo>
                      <a:pt x="83022" y="36794"/>
                    </a:lnTo>
                    <a:cubicBezTo>
                      <a:pt x="91513" y="36794"/>
                      <a:pt x="98117" y="30190"/>
                      <a:pt x="98117" y="21699"/>
                    </a:cubicBezTo>
                    <a:lnTo>
                      <a:pt x="98117" y="0"/>
                    </a:lnTo>
                    <a:lnTo>
                      <a:pt x="18869" y="0"/>
                    </a:lnTo>
                    <a:cubicBezTo>
                      <a:pt x="8491" y="0"/>
                      <a:pt x="0" y="8491"/>
                      <a:pt x="0" y="18869"/>
                    </a:cubicBezTo>
                    <a:cubicBezTo>
                      <a:pt x="943" y="28303"/>
                      <a:pt x="9434" y="36794"/>
                      <a:pt x="19812" y="36794"/>
                    </a:cubicBezTo>
                    <a:lnTo>
                      <a:pt x="19812" y="3679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8" name="Google Shape;758;p36"/>
              <p:cNvSpPr/>
              <p:nvPr/>
            </p:nvSpPr>
            <p:spPr>
              <a:xfrm>
                <a:off x="4255370" y="3315788"/>
                <a:ext cx="133023" cy="187742"/>
              </a:xfrm>
              <a:custGeom>
                <a:avLst/>
                <a:gdLst/>
                <a:ahLst/>
                <a:cxnLst/>
                <a:rect l="l" t="t" r="r" b="b"/>
                <a:pathLst>
                  <a:path w="133023" h="187742" extrusionOk="0">
                    <a:moveTo>
                      <a:pt x="93400" y="60379"/>
                    </a:moveTo>
                    <a:lnTo>
                      <a:pt x="79248" y="60379"/>
                    </a:lnTo>
                    <a:cubicBezTo>
                      <a:pt x="76418" y="60379"/>
                      <a:pt x="73587" y="63210"/>
                      <a:pt x="73587" y="66040"/>
                    </a:cubicBezTo>
                    <a:lnTo>
                      <a:pt x="73587" y="108494"/>
                    </a:lnTo>
                    <a:cubicBezTo>
                      <a:pt x="73587" y="111325"/>
                      <a:pt x="71701" y="114155"/>
                      <a:pt x="67927" y="114155"/>
                    </a:cubicBezTo>
                    <a:cubicBezTo>
                      <a:pt x="65097" y="114155"/>
                      <a:pt x="62266" y="111325"/>
                      <a:pt x="62266" y="108494"/>
                    </a:cubicBezTo>
                    <a:lnTo>
                      <a:pt x="62266" y="66040"/>
                    </a:lnTo>
                    <a:cubicBezTo>
                      <a:pt x="62266" y="63210"/>
                      <a:pt x="59436" y="60379"/>
                      <a:pt x="56606" y="60379"/>
                    </a:cubicBezTo>
                    <a:lnTo>
                      <a:pt x="42454" y="60379"/>
                    </a:lnTo>
                    <a:cubicBezTo>
                      <a:pt x="39624" y="60379"/>
                      <a:pt x="36794" y="63210"/>
                      <a:pt x="36794" y="66040"/>
                    </a:cubicBezTo>
                    <a:lnTo>
                      <a:pt x="36794" y="109438"/>
                    </a:lnTo>
                    <a:cubicBezTo>
                      <a:pt x="36794" y="112268"/>
                      <a:pt x="33963" y="115098"/>
                      <a:pt x="31133" y="115098"/>
                    </a:cubicBezTo>
                    <a:cubicBezTo>
                      <a:pt x="28303" y="115098"/>
                      <a:pt x="25473" y="112268"/>
                      <a:pt x="25473" y="109438"/>
                    </a:cubicBezTo>
                    <a:lnTo>
                      <a:pt x="25473" y="13208"/>
                    </a:lnTo>
                    <a:cubicBezTo>
                      <a:pt x="25473" y="6604"/>
                      <a:pt x="19812" y="943"/>
                      <a:pt x="13208" y="0"/>
                    </a:cubicBezTo>
                    <a:cubicBezTo>
                      <a:pt x="5661" y="0"/>
                      <a:pt x="0" y="5661"/>
                      <a:pt x="0" y="12265"/>
                    </a:cubicBezTo>
                    <a:lnTo>
                      <a:pt x="0" y="166987"/>
                    </a:lnTo>
                    <a:cubicBezTo>
                      <a:pt x="0" y="178308"/>
                      <a:pt x="9434" y="187742"/>
                      <a:pt x="20756" y="187742"/>
                    </a:cubicBezTo>
                    <a:lnTo>
                      <a:pt x="25473" y="187742"/>
                    </a:lnTo>
                    <a:cubicBezTo>
                      <a:pt x="24529" y="185855"/>
                      <a:pt x="24529" y="183025"/>
                      <a:pt x="24529" y="181138"/>
                    </a:cubicBezTo>
                    <a:cubicBezTo>
                      <a:pt x="24529" y="165100"/>
                      <a:pt x="37737" y="151892"/>
                      <a:pt x="53776" y="151892"/>
                    </a:cubicBezTo>
                    <a:lnTo>
                      <a:pt x="133023" y="151892"/>
                    </a:lnTo>
                    <a:lnTo>
                      <a:pt x="133023" y="36794"/>
                    </a:lnTo>
                    <a:cubicBezTo>
                      <a:pt x="133023" y="30190"/>
                      <a:pt x="127363" y="24529"/>
                      <a:pt x="120759" y="23586"/>
                    </a:cubicBezTo>
                    <a:cubicBezTo>
                      <a:pt x="113211" y="23586"/>
                      <a:pt x="107551" y="29246"/>
                      <a:pt x="107551" y="35850"/>
                    </a:cubicBezTo>
                    <a:lnTo>
                      <a:pt x="107551" y="107551"/>
                    </a:lnTo>
                    <a:cubicBezTo>
                      <a:pt x="107551" y="110381"/>
                      <a:pt x="105664" y="113211"/>
                      <a:pt x="101890" y="113211"/>
                    </a:cubicBezTo>
                    <a:cubicBezTo>
                      <a:pt x="99060" y="113211"/>
                      <a:pt x="96230" y="110381"/>
                      <a:pt x="96230" y="107551"/>
                    </a:cubicBezTo>
                    <a:lnTo>
                      <a:pt x="96230" y="66040"/>
                    </a:lnTo>
                    <a:cubicBezTo>
                      <a:pt x="98117" y="63210"/>
                      <a:pt x="96230" y="60379"/>
                      <a:pt x="93400" y="60379"/>
                    </a:cubicBezTo>
                    <a:lnTo>
                      <a:pt x="93400" y="6037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59" name="Google Shape;759;p36"/>
          <p:cNvGrpSpPr/>
          <p:nvPr/>
        </p:nvGrpSpPr>
        <p:grpSpPr>
          <a:xfrm>
            <a:off x="7043208" y="3151992"/>
            <a:ext cx="304492" cy="268671"/>
            <a:chOff x="5095965" y="674188"/>
            <a:chExt cx="224535" cy="198120"/>
          </a:xfrm>
        </p:grpSpPr>
        <p:sp>
          <p:nvSpPr>
            <p:cNvPr id="760" name="Google Shape;760;p36"/>
            <p:cNvSpPr/>
            <p:nvPr/>
          </p:nvSpPr>
          <p:spPr>
            <a:xfrm>
              <a:off x="516106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61" name="Google Shape;761;p36"/>
            <p:cNvSpPr/>
            <p:nvPr/>
          </p:nvSpPr>
          <p:spPr>
            <a:xfrm>
              <a:off x="5147854"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62" name="Google Shape;762;p36"/>
            <p:cNvSpPr/>
            <p:nvPr/>
          </p:nvSpPr>
          <p:spPr>
            <a:xfrm>
              <a:off x="5095965" y="674188"/>
              <a:ext cx="224535" cy="198120"/>
            </a:xfrm>
            <a:custGeom>
              <a:avLst/>
              <a:gdLst/>
              <a:ahLst/>
              <a:cxnLst/>
              <a:rect l="l" t="t" r="r" b="b"/>
              <a:pathLst>
                <a:path w="224535" h="198120" extrusionOk="0">
                  <a:moveTo>
                    <a:pt x="217932" y="0"/>
                  </a:moveTo>
                  <a:lnTo>
                    <a:pt x="6604" y="0"/>
                  </a:lnTo>
                  <a:cubicBezTo>
                    <a:pt x="2830" y="0"/>
                    <a:pt x="0" y="2830"/>
                    <a:pt x="0" y="6604"/>
                  </a:cubicBezTo>
                  <a:lnTo>
                    <a:pt x="0" y="191516"/>
                  </a:lnTo>
                  <a:cubicBezTo>
                    <a:pt x="0" y="195290"/>
                    <a:pt x="2830" y="198120"/>
                    <a:pt x="6604" y="198120"/>
                  </a:cubicBezTo>
                  <a:lnTo>
                    <a:pt x="217932" y="198120"/>
                  </a:lnTo>
                  <a:cubicBezTo>
                    <a:pt x="221706" y="198120"/>
                    <a:pt x="224536" y="195290"/>
                    <a:pt x="224536" y="191516"/>
                  </a:cubicBezTo>
                  <a:lnTo>
                    <a:pt x="224536" y="6604"/>
                  </a:lnTo>
                  <a:cubicBezTo>
                    <a:pt x="224536" y="2830"/>
                    <a:pt x="221706" y="0"/>
                    <a:pt x="217932" y="0"/>
                  </a:cubicBezTo>
                  <a:lnTo>
                    <a:pt x="217932" y="0"/>
                  </a:lnTo>
                  <a:close/>
                  <a:moveTo>
                    <a:pt x="93399" y="46228"/>
                  </a:moveTo>
                  <a:cubicBezTo>
                    <a:pt x="93399" y="43398"/>
                    <a:pt x="96230" y="40567"/>
                    <a:pt x="99060" y="40567"/>
                  </a:cubicBezTo>
                  <a:lnTo>
                    <a:pt x="125476" y="40567"/>
                  </a:lnTo>
                  <a:cubicBezTo>
                    <a:pt x="128306" y="40567"/>
                    <a:pt x="131137" y="43398"/>
                    <a:pt x="131137" y="46228"/>
                  </a:cubicBezTo>
                  <a:lnTo>
                    <a:pt x="131137" y="99060"/>
                  </a:lnTo>
                  <a:cubicBezTo>
                    <a:pt x="131137" y="101890"/>
                    <a:pt x="128306" y="104721"/>
                    <a:pt x="125476" y="104721"/>
                  </a:cubicBezTo>
                  <a:lnTo>
                    <a:pt x="99060" y="104721"/>
                  </a:lnTo>
                  <a:cubicBezTo>
                    <a:pt x="96230" y="104721"/>
                    <a:pt x="93399" y="101890"/>
                    <a:pt x="93399" y="99060"/>
                  </a:cubicBezTo>
                  <a:lnTo>
                    <a:pt x="93399" y="46228"/>
                  </a:lnTo>
                  <a:close/>
                  <a:moveTo>
                    <a:pt x="16982" y="190573"/>
                  </a:moveTo>
                  <a:cubicBezTo>
                    <a:pt x="16038" y="191516"/>
                    <a:pt x="14151" y="192459"/>
                    <a:pt x="12265" y="192459"/>
                  </a:cubicBezTo>
                  <a:cubicBezTo>
                    <a:pt x="10378" y="192459"/>
                    <a:pt x="8491" y="191516"/>
                    <a:pt x="7547" y="190573"/>
                  </a:cubicBezTo>
                  <a:cubicBezTo>
                    <a:pt x="6604" y="189629"/>
                    <a:pt x="5661" y="187742"/>
                    <a:pt x="5661" y="185855"/>
                  </a:cubicBezTo>
                  <a:cubicBezTo>
                    <a:pt x="5661" y="183969"/>
                    <a:pt x="6604" y="182082"/>
                    <a:pt x="7547" y="181138"/>
                  </a:cubicBezTo>
                  <a:cubicBezTo>
                    <a:pt x="8491" y="180195"/>
                    <a:pt x="10378" y="179251"/>
                    <a:pt x="12265" y="179251"/>
                  </a:cubicBezTo>
                  <a:cubicBezTo>
                    <a:pt x="14151" y="179251"/>
                    <a:pt x="16038" y="180195"/>
                    <a:pt x="16982" y="181138"/>
                  </a:cubicBezTo>
                  <a:cubicBezTo>
                    <a:pt x="17925" y="182082"/>
                    <a:pt x="18869" y="183969"/>
                    <a:pt x="18869" y="185855"/>
                  </a:cubicBezTo>
                  <a:cubicBezTo>
                    <a:pt x="18869" y="187742"/>
                    <a:pt x="17925" y="189629"/>
                    <a:pt x="16982" y="190573"/>
                  </a:cubicBezTo>
                  <a:lnTo>
                    <a:pt x="16982" y="190573"/>
                  </a:lnTo>
                  <a:close/>
                  <a:moveTo>
                    <a:pt x="16982" y="16038"/>
                  </a:moveTo>
                  <a:cubicBezTo>
                    <a:pt x="16038" y="16982"/>
                    <a:pt x="14151" y="17925"/>
                    <a:pt x="12265" y="17925"/>
                  </a:cubicBezTo>
                  <a:cubicBezTo>
                    <a:pt x="10378" y="17925"/>
                    <a:pt x="8491" y="16982"/>
                    <a:pt x="7547" y="16038"/>
                  </a:cubicBezTo>
                  <a:cubicBezTo>
                    <a:pt x="6604" y="15095"/>
                    <a:pt x="5661" y="13208"/>
                    <a:pt x="5661" y="11321"/>
                  </a:cubicBezTo>
                  <a:cubicBezTo>
                    <a:pt x="5661" y="9434"/>
                    <a:pt x="6604" y="7547"/>
                    <a:pt x="7547" y="6604"/>
                  </a:cubicBezTo>
                  <a:cubicBezTo>
                    <a:pt x="8491" y="5661"/>
                    <a:pt x="10378" y="4717"/>
                    <a:pt x="12265" y="4717"/>
                  </a:cubicBezTo>
                  <a:cubicBezTo>
                    <a:pt x="14151" y="4717"/>
                    <a:pt x="16038" y="5661"/>
                    <a:pt x="16982" y="6604"/>
                  </a:cubicBezTo>
                  <a:cubicBezTo>
                    <a:pt x="17925" y="7547"/>
                    <a:pt x="18869" y="9434"/>
                    <a:pt x="18869" y="11321"/>
                  </a:cubicBezTo>
                  <a:cubicBezTo>
                    <a:pt x="18869" y="13208"/>
                    <a:pt x="17925" y="15095"/>
                    <a:pt x="16982" y="16038"/>
                  </a:cubicBezTo>
                  <a:lnTo>
                    <a:pt x="16982" y="16038"/>
                  </a:lnTo>
                  <a:close/>
                  <a:moveTo>
                    <a:pt x="40567" y="99060"/>
                  </a:moveTo>
                  <a:lnTo>
                    <a:pt x="40567" y="46228"/>
                  </a:lnTo>
                  <a:cubicBezTo>
                    <a:pt x="40567" y="43398"/>
                    <a:pt x="43398" y="40567"/>
                    <a:pt x="46228" y="40567"/>
                  </a:cubicBezTo>
                  <a:lnTo>
                    <a:pt x="72644" y="40567"/>
                  </a:lnTo>
                  <a:cubicBezTo>
                    <a:pt x="75474" y="40567"/>
                    <a:pt x="78305" y="43398"/>
                    <a:pt x="78305" y="46228"/>
                  </a:cubicBezTo>
                  <a:lnTo>
                    <a:pt x="78305" y="99060"/>
                  </a:lnTo>
                  <a:cubicBezTo>
                    <a:pt x="78305" y="101890"/>
                    <a:pt x="75474" y="104721"/>
                    <a:pt x="72644" y="104721"/>
                  </a:cubicBezTo>
                  <a:lnTo>
                    <a:pt x="46228" y="104721"/>
                  </a:lnTo>
                  <a:cubicBezTo>
                    <a:pt x="42454" y="104721"/>
                    <a:pt x="40567" y="101890"/>
                    <a:pt x="40567" y="99060"/>
                  </a:cubicBezTo>
                  <a:lnTo>
                    <a:pt x="40567" y="99060"/>
                  </a:lnTo>
                  <a:close/>
                  <a:moveTo>
                    <a:pt x="79248" y="170761"/>
                  </a:moveTo>
                  <a:cubicBezTo>
                    <a:pt x="65097" y="170761"/>
                    <a:pt x="53775" y="159439"/>
                    <a:pt x="53775" y="145288"/>
                  </a:cubicBezTo>
                  <a:cubicBezTo>
                    <a:pt x="53775" y="131137"/>
                    <a:pt x="65097" y="119815"/>
                    <a:pt x="79248" y="119815"/>
                  </a:cubicBezTo>
                  <a:cubicBezTo>
                    <a:pt x="93399" y="119815"/>
                    <a:pt x="104721" y="131137"/>
                    <a:pt x="104721" y="145288"/>
                  </a:cubicBezTo>
                  <a:cubicBezTo>
                    <a:pt x="104721" y="159439"/>
                    <a:pt x="93399" y="170761"/>
                    <a:pt x="79248" y="170761"/>
                  </a:cubicBezTo>
                  <a:lnTo>
                    <a:pt x="79248" y="170761"/>
                  </a:lnTo>
                  <a:close/>
                  <a:moveTo>
                    <a:pt x="145288" y="170761"/>
                  </a:moveTo>
                  <a:cubicBezTo>
                    <a:pt x="131137" y="170761"/>
                    <a:pt x="119815" y="159439"/>
                    <a:pt x="119815" y="145288"/>
                  </a:cubicBezTo>
                  <a:cubicBezTo>
                    <a:pt x="119815" y="131137"/>
                    <a:pt x="131137" y="119815"/>
                    <a:pt x="145288" y="119815"/>
                  </a:cubicBezTo>
                  <a:cubicBezTo>
                    <a:pt x="159439" y="119815"/>
                    <a:pt x="170761" y="131137"/>
                    <a:pt x="170761" y="145288"/>
                  </a:cubicBezTo>
                  <a:cubicBezTo>
                    <a:pt x="170761" y="159439"/>
                    <a:pt x="159439" y="170761"/>
                    <a:pt x="145288" y="170761"/>
                  </a:cubicBezTo>
                  <a:lnTo>
                    <a:pt x="145288" y="170761"/>
                  </a:lnTo>
                  <a:close/>
                  <a:moveTo>
                    <a:pt x="183969" y="99060"/>
                  </a:moveTo>
                  <a:cubicBezTo>
                    <a:pt x="183969" y="101890"/>
                    <a:pt x="181138" y="104721"/>
                    <a:pt x="178308" y="104721"/>
                  </a:cubicBezTo>
                  <a:lnTo>
                    <a:pt x="151892" y="104721"/>
                  </a:lnTo>
                  <a:cubicBezTo>
                    <a:pt x="149062" y="104721"/>
                    <a:pt x="146231" y="101890"/>
                    <a:pt x="146231" y="99060"/>
                  </a:cubicBezTo>
                  <a:cubicBezTo>
                    <a:pt x="146231" y="96230"/>
                    <a:pt x="149062" y="93399"/>
                    <a:pt x="151892" y="93399"/>
                  </a:cubicBezTo>
                  <a:lnTo>
                    <a:pt x="172647" y="93399"/>
                  </a:lnTo>
                  <a:lnTo>
                    <a:pt x="172647" y="78305"/>
                  </a:lnTo>
                  <a:lnTo>
                    <a:pt x="151892" y="78305"/>
                  </a:lnTo>
                  <a:cubicBezTo>
                    <a:pt x="149062" y="78305"/>
                    <a:pt x="146231" y="75474"/>
                    <a:pt x="146231" y="72644"/>
                  </a:cubicBezTo>
                  <a:cubicBezTo>
                    <a:pt x="146231" y="69814"/>
                    <a:pt x="149062" y="66983"/>
                    <a:pt x="151892" y="66983"/>
                  </a:cubicBezTo>
                  <a:lnTo>
                    <a:pt x="172647" y="66983"/>
                  </a:lnTo>
                  <a:lnTo>
                    <a:pt x="172647" y="51889"/>
                  </a:lnTo>
                  <a:lnTo>
                    <a:pt x="151892" y="51889"/>
                  </a:lnTo>
                  <a:cubicBezTo>
                    <a:pt x="149062" y="51889"/>
                    <a:pt x="146231" y="49058"/>
                    <a:pt x="146231" y="46228"/>
                  </a:cubicBezTo>
                  <a:cubicBezTo>
                    <a:pt x="146231" y="43398"/>
                    <a:pt x="149062" y="40567"/>
                    <a:pt x="151892" y="40567"/>
                  </a:cubicBezTo>
                  <a:lnTo>
                    <a:pt x="178308" y="40567"/>
                  </a:lnTo>
                  <a:cubicBezTo>
                    <a:pt x="181138" y="40567"/>
                    <a:pt x="183969" y="43398"/>
                    <a:pt x="183969" y="46228"/>
                  </a:cubicBezTo>
                  <a:lnTo>
                    <a:pt x="183969" y="99060"/>
                  </a:lnTo>
                  <a:close/>
                  <a:moveTo>
                    <a:pt x="216045" y="190573"/>
                  </a:moveTo>
                  <a:cubicBezTo>
                    <a:pt x="215102" y="191516"/>
                    <a:pt x="213215" y="192459"/>
                    <a:pt x="211328" y="192459"/>
                  </a:cubicBezTo>
                  <a:cubicBezTo>
                    <a:pt x="209441" y="192459"/>
                    <a:pt x="207554" y="191516"/>
                    <a:pt x="206611" y="190573"/>
                  </a:cubicBezTo>
                  <a:cubicBezTo>
                    <a:pt x="205667" y="189629"/>
                    <a:pt x="204724" y="187742"/>
                    <a:pt x="204724" y="185855"/>
                  </a:cubicBezTo>
                  <a:cubicBezTo>
                    <a:pt x="204724" y="183969"/>
                    <a:pt x="205667" y="182082"/>
                    <a:pt x="206611" y="181138"/>
                  </a:cubicBezTo>
                  <a:cubicBezTo>
                    <a:pt x="207554" y="180195"/>
                    <a:pt x="209441" y="179251"/>
                    <a:pt x="211328" y="179251"/>
                  </a:cubicBezTo>
                  <a:cubicBezTo>
                    <a:pt x="213215" y="179251"/>
                    <a:pt x="215102" y="180195"/>
                    <a:pt x="216045" y="181138"/>
                  </a:cubicBezTo>
                  <a:cubicBezTo>
                    <a:pt x="216989" y="182082"/>
                    <a:pt x="217932" y="183969"/>
                    <a:pt x="217932" y="185855"/>
                  </a:cubicBezTo>
                  <a:cubicBezTo>
                    <a:pt x="217932" y="187742"/>
                    <a:pt x="216989" y="189629"/>
                    <a:pt x="216045" y="190573"/>
                  </a:cubicBezTo>
                  <a:lnTo>
                    <a:pt x="216045" y="190573"/>
                  </a:lnTo>
                  <a:close/>
                  <a:moveTo>
                    <a:pt x="216045" y="16038"/>
                  </a:moveTo>
                  <a:cubicBezTo>
                    <a:pt x="215102" y="16982"/>
                    <a:pt x="213215" y="17925"/>
                    <a:pt x="211328" y="17925"/>
                  </a:cubicBezTo>
                  <a:cubicBezTo>
                    <a:pt x="209441" y="17925"/>
                    <a:pt x="207554" y="16982"/>
                    <a:pt x="206611" y="16038"/>
                  </a:cubicBezTo>
                  <a:cubicBezTo>
                    <a:pt x="205667" y="15095"/>
                    <a:pt x="204724" y="13208"/>
                    <a:pt x="204724" y="11321"/>
                  </a:cubicBezTo>
                  <a:cubicBezTo>
                    <a:pt x="204724" y="9434"/>
                    <a:pt x="205667" y="7547"/>
                    <a:pt x="206611" y="6604"/>
                  </a:cubicBezTo>
                  <a:cubicBezTo>
                    <a:pt x="207554" y="5661"/>
                    <a:pt x="209441" y="4717"/>
                    <a:pt x="211328" y="4717"/>
                  </a:cubicBezTo>
                  <a:cubicBezTo>
                    <a:pt x="213215" y="4717"/>
                    <a:pt x="215102" y="5661"/>
                    <a:pt x="216045" y="6604"/>
                  </a:cubicBezTo>
                  <a:cubicBezTo>
                    <a:pt x="216989" y="7547"/>
                    <a:pt x="217932" y="9434"/>
                    <a:pt x="217932" y="11321"/>
                  </a:cubicBezTo>
                  <a:cubicBezTo>
                    <a:pt x="217932" y="13208"/>
                    <a:pt x="216989" y="15095"/>
                    <a:pt x="216045" y="16038"/>
                  </a:cubicBezTo>
                  <a:lnTo>
                    <a:pt x="216045"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63" name="Google Shape;763;p36"/>
            <p:cNvSpPr/>
            <p:nvPr/>
          </p:nvSpPr>
          <p:spPr>
            <a:xfrm>
              <a:off x="5200686"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64" name="Google Shape;764;p36"/>
            <p:cNvSpPr/>
            <p:nvPr/>
          </p:nvSpPr>
          <p:spPr>
            <a:xfrm>
              <a:off x="522710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65" name="Google Shape;765;p36"/>
          <p:cNvSpPr/>
          <p:nvPr/>
        </p:nvSpPr>
        <p:spPr>
          <a:xfrm>
            <a:off x="790750" y="123185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766" name="Google Shape;766;p36"/>
          <p:cNvSpPr/>
          <p:nvPr/>
        </p:nvSpPr>
        <p:spPr>
          <a:xfrm>
            <a:off x="8230750" y="3077663"/>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770"/>
        <p:cNvGrpSpPr/>
        <p:nvPr/>
      </p:nvGrpSpPr>
      <p:grpSpPr>
        <a:xfrm>
          <a:off x="0" y="0"/>
          <a:ext cx="0" cy="0"/>
          <a:chOff x="0" y="0"/>
          <a:chExt cx="0" cy="0"/>
        </a:xfrm>
      </p:grpSpPr>
      <p:sp>
        <p:nvSpPr>
          <p:cNvPr id="771" name="Google Shape;771;p37"/>
          <p:cNvSpPr txBox="1">
            <a:spLocks noGrp="1"/>
          </p:cNvSpPr>
          <p:nvPr>
            <p:ph type="title"/>
          </p:nvPr>
        </p:nvSpPr>
        <p:spPr>
          <a:xfrm>
            <a:off x="1843520" y="562300"/>
            <a:ext cx="5457000" cy="736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333,000</a:t>
            </a:r>
            <a:endParaRPr/>
          </a:p>
        </p:txBody>
      </p:sp>
      <p:sp>
        <p:nvSpPr>
          <p:cNvPr id="772" name="Google Shape;772;p37"/>
          <p:cNvSpPr txBox="1">
            <a:spLocks noGrp="1"/>
          </p:cNvSpPr>
          <p:nvPr>
            <p:ph type="subTitle" idx="1"/>
          </p:nvPr>
        </p:nvSpPr>
        <p:spPr>
          <a:xfrm>
            <a:off x="1843475" y="1298500"/>
            <a:ext cx="5457000" cy="445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New Instagram followers</a:t>
            </a:r>
            <a:endParaRPr/>
          </a:p>
        </p:txBody>
      </p:sp>
      <p:sp>
        <p:nvSpPr>
          <p:cNvPr id="773" name="Google Shape;773;p37"/>
          <p:cNvSpPr txBox="1">
            <a:spLocks noGrp="1"/>
          </p:cNvSpPr>
          <p:nvPr>
            <p:ph type="subTitle" idx="3"/>
          </p:nvPr>
        </p:nvSpPr>
        <p:spPr>
          <a:xfrm>
            <a:off x="1843520" y="2717250"/>
            <a:ext cx="5457000" cy="445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Average reading time on our posts</a:t>
            </a:r>
            <a:endParaRPr/>
          </a:p>
        </p:txBody>
      </p:sp>
      <p:sp>
        <p:nvSpPr>
          <p:cNvPr id="774" name="Google Shape;774;p37"/>
          <p:cNvSpPr txBox="1">
            <a:spLocks noGrp="1"/>
          </p:cNvSpPr>
          <p:nvPr>
            <p:ph type="subTitle" idx="5"/>
          </p:nvPr>
        </p:nvSpPr>
        <p:spPr>
          <a:xfrm>
            <a:off x="1843475" y="4136000"/>
            <a:ext cx="5457000" cy="445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We publish our content in different languages for more reach</a:t>
            </a:r>
            <a:endParaRPr/>
          </a:p>
        </p:txBody>
      </p:sp>
      <p:sp>
        <p:nvSpPr>
          <p:cNvPr id="775" name="Google Shape;775;p37"/>
          <p:cNvSpPr txBox="1">
            <a:spLocks noGrp="1"/>
          </p:cNvSpPr>
          <p:nvPr>
            <p:ph type="title" idx="2"/>
          </p:nvPr>
        </p:nvSpPr>
        <p:spPr>
          <a:xfrm>
            <a:off x="1843520" y="1996650"/>
            <a:ext cx="5457000" cy="720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5m 23s</a:t>
            </a:r>
            <a:endParaRPr/>
          </a:p>
        </p:txBody>
      </p:sp>
      <p:sp>
        <p:nvSpPr>
          <p:cNvPr id="776" name="Google Shape;776;p37"/>
          <p:cNvSpPr txBox="1">
            <a:spLocks noGrp="1"/>
          </p:cNvSpPr>
          <p:nvPr>
            <p:ph type="title" idx="4"/>
          </p:nvPr>
        </p:nvSpPr>
        <p:spPr>
          <a:xfrm>
            <a:off x="1843520" y="3415401"/>
            <a:ext cx="5457000" cy="720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3 languages</a:t>
            </a:r>
            <a:endParaRPr/>
          </a:p>
        </p:txBody>
      </p:sp>
      <p:grpSp>
        <p:nvGrpSpPr>
          <p:cNvPr id="777" name="Google Shape;777;p37"/>
          <p:cNvGrpSpPr/>
          <p:nvPr/>
        </p:nvGrpSpPr>
        <p:grpSpPr>
          <a:xfrm>
            <a:off x="448517" y="3557122"/>
            <a:ext cx="533166" cy="1586282"/>
            <a:chOff x="4158618" y="3532330"/>
            <a:chExt cx="294811" cy="877126"/>
          </a:xfrm>
        </p:grpSpPr>
        <p:sp>
          <p:nvSpPr>
            <p:cNvPr id="778" name="Google Shape;778;p37"/>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79" name="Google Shape;779;p37"/>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80" name="Google Shape;780;p37"/>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81" name="Google Shape;781;p37"/>
          <p:cNvGrpSpPr/>
          <p:nvPr/>
        </p:nvGrpSpPr>
        <p:grpSpPr>
          <a:xfrm>
            <a:off x="8098288" y="2815050"/>
            <a:ext cx="597260" cy="2328354"/>
            <a:chOff x="8098288" y="2815050"/>
            <a:chExt cx="597260" cy="2328354"/>
          </a:xfrm>
        </p:grpSpPr>
        <p:sp>
          <p:nvSpPr>
            <p:cNvPr id="782" name="Google Shape;782;p37"/>
            <p:cNvSpPr/>
            <p:nvPr/>
          </p:nvSpPr>
          <p:spPr>
            <a:xfrm>
              <a:off x="8098288" y="28150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783" name="Google Shape;783;p37"/>
            <p:cNvGrpSpPr/>
            <p:nvPr/>
          </p:nvGrpSpPr>
          <p:grpSpPr>
            <a:xfrm>
              <a:off x="8162381" y="3557122"/>
              <a:ext cx="533166" cy="1586282"/>
              <a:chOff x="4158618" y="3532330"/>
              <a:chExt cx="294811" cy="877126"/>
            </a:xfrm>
          </p:grpSpPr>
          <p:sp>
            <p:nvSpPr>
              <p:cNvPr id="784" name="Google Shape;784;p37"/>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85" name="Google Shape;785;p37"/>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86" name="Google Shape;786;p37"/>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87" name="Google Shape;787;p37"/>
          <p:cNvGrpSpPr/>
          <p:nvPr/>
        </p:nvGrpSpPr>
        <p:grpSpPr>
          <a:xfrm>
            <a:off x="933310" y="399893"/>
            <a:ext cx="627008" cy="627008"/>
            <a:chOff x="6118535" y="-1026182"/>
            <a:chExt cx="627008" cy="627008"/>
          </a:xfrm>
        </p:grpSpPr>
        <p:sp>
          <p:nvSpPr>
            <p:cNvPr id="788" name="Google Shape;788;p37"/>
            <p:cNvSpPr/>
            <p:nvPr/>
          </p:nvSpPr>
          <p:spPr>
            <a:xfrm>
              <a:off x="6118535" y="-1026182"/>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89" name="Google Shape;789;p37"/>
            <p:cNvSpPr/>
            <p:nvPr/>
          </p:nvSpPr>
          <p:spPr>
            <a:xfrm>
              <a:off x="6149433" y="-988909"/>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0" name="Google Shape;790;p37"/>
            <p:cNvSpPr/>
            <p:nvPr/>
          </p:nvSpPr>
          <p:spPr>
            <a:xfrm>
              <a:off x="6198968" y="-950654"/>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1" name="Google Shape;791;p37"/>
            <p:cNvSpPr/>
            <p:nvPr/>
          </p:nvSpPr>
          <p:spPr>
            <a:xfrm>
              <a:off x="6182510" y="-75321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2" name="Google Shape;792;p37"/>
            <p:cNvSpPr/>
            <p:nvPr/>
          </p:nvSpPr>
          <p:spPr>
            <a:xfrm>
              <a:off x="6279155" y="-761834"/>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3" name="Google Shape;793;p37"/>
            <p:cNvSpPr/>
            <p:nvPr/>
          </p:nvSpPr>
          <p:spPr>
            <a:xfrm>
              <a:off x="6416478" y="-761589"/>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4" name="Google Shape;794;p37"/>
            <p:cNvSpPr/>
            <p:nvPr/>
          </p:nvSpPr>
          <p:spPr>
            <a:xfrm>
              <a:off x="6344383" y="-676007"/>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798"/>
        <p:cNvGrpSpPr/>
        <p:nvPr/>
      </p:nvGrpSpPr>
      <p:grpSpPr>
        <a:xfrm>
          <a:off x="0" y="0"/>
          <a:ext cx="0" cy="0"/>
          <a:chOff x="0" y="0"/>
          <a:chExt cx="0" cy="0"/>
        </a:xfrm>
      </p:grpSpPr>
      <p:sp>
        <p:nvSpPr>
          <p:cNvPr id="799" name="Google Shape;799;p38"/>
          <p:cNvSpPr txBox="1">
            <a:spLocks noGrp="1"/>
          </p:cNvSpPr>
          <p:nvPr>
            <p:ph type="title"/>
          </p:nvPr>
        </p:nvSpPr>
        <p:spPr>
          <a:xfrm>
            <a:off x="5423975" y="709025"/>
            <a:ext cx="2751300" cy="1203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123,123</a:t>
            </a:r>
            <a:endParaRPr/>
          </a:p>
        </p:txBody>
      </p:sp>
      <p:sp>
        <p:nvSpPr>
          <p:cNvPr id="800" name="Google Shape;800;p38"/>
          <p:cNvSpPr txBox="1">
            <a:spLocks noGrp="1"/>
          </p:cNvSpPr>
          <p:nvPr>
            <p:ph type="subTitle" idx="1"/>
          </p:nvPr>
        </p:nvSpPr>
        <p:spPr>
          <a:xfrm>
            <a:off x="5423975" y="2099150"/>
            <a:ext cx="2751300" cy="728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New leads during </a:t>
            </a:r>
            <a:br>
              <a:rPr lang="en"/>
            </a:br>
            <a:r>
              <a:rPr lang="en"/>
              <a:t>the last month</a:t>
            </a:r>
            <a:endParaRPr/>
          </a:p>
        </p:txBody>
      </p:sp>
      <p:grpSp>
        <p:nvGrpSpPr>
          <p:cNvPr id="801" name="Google Shape;801;p38"/>
          <p:cNvGrpSpPr/>
          <p:nvPr/>
        </p:nvGrpSpPr>
        <p:grpSpPr>
          <a:xfrm>
            <a:off x="373620" y="2204299"/>
            <a:ext cx="4788731" cy="3359900"/>
            <a:chOff x="1315648" y="303675"/>
            <a:chExt cx="2047166" cy="1568068"/>
          </a:xfrm>
        </p:grpSpPr>
        <p:sp>
          <p:nvSpPr>
            <p:cNvPr id="802" name="Google Shape;802;p38"/>
            <p:cNvSpPr/>
            <p:nvPr/>
          </p:nvSpPr>
          <p:spPr>
            <a:xfrm>
              <a:off x="3136123" y="1361301"/>
              <a:ext cx="219773" cy="125033"/>
            </a:xfrm>
            <a:custGeom>
              <a:avLst/>
              <a:gdLst/>
              <a:ahLst/>
              <a:cxnLst/>
              <a:rect l="l" t="t" r="r" b="b"/>
              <a:pathLst>
                <a:path w="198441" h="112897" extrusionOk="0">
                  <a:moveTo>
                    <a:pt x="198442" y="799"/>
                  </a:moveTo>
                  <a:cubicBezTo>
                    <a:pt x="198442" y="799"/>
                    <a:pt x="112141" y="136046"/>
                    <a:pt x="21976" y="109427"/>
                  </a:cubicBezTo>
                  <a:cubicBezTo>
                    <a:pt x="-68189" y="82806"/>
                    <a:pt x="144772" y="-9506"/>
                    <a:pt x="198442" y="79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3" name="Google Shape;803;p38"/>
            <p:cNvSpPr/>
            <p:nvPr/>
          </p:nvSpPr>
          <p:spPr>
            <a:xfrm>
              <a:off x="3166235" y="1253048"/>
              <a:ext cx="196386" cy="306225"/>
            </a:xfrm>
            <a:custGeom>
              <a:avLst/>
              <a:gdLst/>
              <a:ahLst/>
              <a:cxnLst/>
              <a:rect l="l" t="t" r="r" b="b"/>
              <a:pathLst>
                <a:path w="177324" h="276501" extrusionOk="0">
                  <a:moveTo>
                    <a:pt x="0" y="79002"/>
                  </a:moveTo>
                  <a:lnTo>
                    <a:pt x="80719" y="271354"/>
                  </a:lnTo>
                  <a:cubicBezTo>
                    <a:pt x="80719" y="271354"/>
                    <a:pt x="144694" y="297974"/>
                    <a:pt x="177325" y="230136"/>
                  </a:cubicBezTo>
                  <a:cubicBezTo>
                    <a:pt x="177325" y="230136"/>
                    <a:pt x="170884" y="94029"/>
                    <a:pt x="13739" y="0"/>
                  </a:cubicBezTo>
                  <a:lnTo>
                    <a:pt x="0" y="79002"/>
                  </a:ln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4" name="Google Shape;804;p38"/>
            <p:cNvSpPr/>
            <p:nvPr/>
          </p:nvSpPr>
          <p:spPr>
            <a:xfrm>
              <a:off x="2551437" y="1361301"/>
              <a:ext cx="219773" cy="125033"/>
            </a:xfrm>
            <a:custGeom>
              <a:avLst/>
              <a:gdLst/>
              <a:ahLst/>
              <a:cxnLst/>
              <a:rect l="l" t="t" r="r" b="b"/>
              <a:pathLst>
                <a:path w="198441" h="112897" extrusionOk="0">
                  <a:moveTo>
                    <a:pt x="0" y="799"/>
                  </a:moveTo>
                  <a:cubicBezTo>
                    <a:pt x="0" y="799"/>
                    <a:pt x="86301" y="136046"/>
                    <a:pt x="176466" y="109427"/>
                  </a:cubicBezTo>
                  <a:cubicBezTo>
                    <a:pt x="266631" y="82806"/>
                    <a:pt x="53670" y="-9506"/>
                    <a:pt x="0" y="79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5" name="Google Shape;805;p38"/>
            <p:cNvSpPr/>
            <p:nvPr/>
          </p:nvSpPr>
          <p:spPr>
            <a:xfrm>
              <a:off x="2545719" y="1253048"/>
              <a:ext cx="196386" cy="306225"/>
            </a:xfrm>
            <a:custGeom>
              <a:avLst/>
              <a:gdLst/>
              <a:ahLst/>
              <a:cxnLst/>
              <a:rect l="l" t="t" r="r" b="b"/>
              <a:pathLst>
                <a:path w="177324" h="276501" extrusionOk="0">
                  <a:moveTo>
                    <a:pt x="177325" y="79002"/>
                  </a:moveTo>
                  <a:lnTo>
                    <a:pt x="96605" y="271354"/>
                  </a:lnTo>
                  <a:cubicBezTo>
                    <a:pt x="96605" y="271354"/>
                    <a:pt x="32631" y="297974"/>
                    <a:pt x="0" y="230136"/>
                  </a:cubicBezTo>
                  <a:cubicBezTo>
                    <a:pt x="0" y="230136"/>
                    <a:pt x="6440" y="94029"/>
                    <a:pt x="163585" y="0"/>
                  </a:cubicBezTo>
                  <a:lnTo>
                    <a:pt x="177325" y="79002"/>
                  </a:ln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6" name="Google Shape;806;p38"/>
            <p:cNvSpPr/>
            <p:nvPr/>
          </p:nvSpPr>
          <p:spPr>
            <a:xfrm>
              <a:off x="2838820" y="1082428"/>
              <a:ext cx="229672" cy="181176"/>
            </a:xfrm>
            <a:custGeom>
              <a:avLst/>
              <a:gdLst/>
              <a:ahLst/>
              <a:cxnLst/>
              <a:rect l="l" t="t" r="r" b="b"/>
              <a:pathLst>
                <a:path w="207379" h="163590" extrusionOk="0">
                  <a:moveTo>
                    <a:pt x="0" y="82866"/>
                  </a:moveTo>
                  <a:cubicBezTo>
                    <a:pt x="0" y="82866"/>
                    <a:pt x="41218" y="87160"/>
                    <a:pt x="49806" y="68697"/>
                  </a:cubicBezTo>
                  <a:cubicBezTo>
                    <a:pt x="57963" y="50235"/>
                    <a:pt x="39930" y="0"/>
                    <a:pt x="39930" y="0"/>
                  </a:cubicBezTo>
                  <a:lnTo>
                    <a:pt x="164015" y="0"/>
                  </a:lnTo>
                  <a:lnTo>
                    <a:pt x="164015" y="68697"/>
                  </a:lnTo>
                  <a:lnTo>
                    <a:pt x="207380" y="82866"/>
                  </a:lnTo>
                  <a:cubicBezTo>
                    <a:pt x="207380" y="82866"/>
                    <a:pt x="168738" y="179042"/>
                    <a:pt x="91024" y="161438"/>
                  </a:cubicBezTo>
                  <a:cubicBezTo>
                    <a:pt x="13310" y="144264"/>
                    <a:pt x="0" y="82866"/>
                    <a:pt x="0" y="82866"/>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7" name="Google Shape;807;p38"/>
            <p:cNvSpPr/>
            <p:nvPr/>
          </p:nvSpPr>
          <p:spPr>
            <a:xfrm>
              <a:off x="2716560" y="876054"/>
              <a:ext cx="98162" cy="126232"/>
            </a:xfrm>
            <a:custGeom>
              <a:avLst/>
              <a:gdLst/>
              <a:ahLst/>
              <a:cxnLst/>
              <a:rect l="l" t="t" r="r" b="b"/>
              <a:pathLst>
                <a:path w="88634" h="113979" extrusionOk="0">
                  <a:moveTo>
                    <a:pt x="86959" y="35216"/>
                  </a:moveTo>
                  <a:cubicBezTo>
                    <a:pt x="82236" y="26629"/>
                    <a:pt x="76225" y="19330"/>
                    <a:pt x="68926" y="12889"/>
                  </a:cubicBezTo>
                  <a:cubicBezTo>
                    <a:pt x="60768" y="6020"/>
                    <a:pt x="50893" y="438"/>
                    <a:pt x="40159" y="9"/>
                  </a:cubicBezTo>
                  <a:cubicBezTo>
                    <a:pt x="21696" y="-421"/>
                    <a:pt x="4952" y="15466"/>
                    <a:pt x="1087" y="33499"/>
                  </a:cubicBezTo>
                  <a:cubicBezTo>
                    <a:pt x="-2777" y="51531"/>
                    <a:pt x="4093" y="70853"/>
                    <a:pt x="14827" y="85880"/>
                  </a:cubicBezTo>
                  <a:cubicBezTo>
                    <a:pt x="21696" y="95326"/>
                    <a:pt x="30713" y="103484"/>
                    <a:pt x="41018" y="108636"/>
                  </a:cubicBezTo>
                  <a:cubicBezTo>
                    <a:pt x="51322" y="113788"/>
                    <a:pt x="63773" y="115506"/>
                    <a:pt x="74937" y="112500"/>
                  </a:cubicBezTo>
                  <a:cubicBezTo>
                    <a:pt x="75366" y="112500"/>
                    <a:pt x="94258" y="48097"/>
                    <a:pt x="86959" y="35216"/>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8" name="Google Shape;808;p38"/>
            <p:cNvSpPr/>
            <p:nvPr/>
          </p:nvSpPr>
          <p:spPr>
            <a:xfrm>
              <a:off x="2753034" y="900634"/>
              <a:ext cx="36139" cy="83080"/>
            </a:xfrm>
            <a:custGeom>
              <a:avLst/>
              <a:gdLst/>
              <a:ahLst/>
              <a:cxnLst/>
              <a:rect l="l" t="t" r="r" b="b"/>
              <a:pathLst>
                <a:path w="32631" h="75016" extrusionOk="0">
                  <a:moveTo>
                    <a:pt x="0" y="191"/>
                  </a:moveTo>
                  <a:cubicBezTo>
                    <a:pt x="3005" y="5343"/>
                    <a:pt x="7299" y="8778"/>
                    <a:pt x="10734" y="13501"/>
                  </a:cubicBezTo>
                  <a:cubicBezTo>
                    <a:pt x="14598" y="18224"/>
                    <a:pt x="17174" y="23805"/>
                    <a:pt x="19321" y="29387"/>
                  </a:cubicBezTo>
                  <a:cubicBezTo>
                    <a:pt x="21897" y="36257"/>
                    <a:pt x="23185" y="43127"/>
                    <a:pt x="24044" y="50426"/>
                  </a:cubicBezTo>
                  <a:cubicBezTo>
                    <a:pt x="24473" y="54290"/>
                    <a:pt x="24473" y="58154"/>
                    <a:pt x="24903" y="62448"/>
                  </a:cubicBezTo>
                  <a:cubicBezTo>
                    <a:pt x="25332" y="66741"/>
                    <a:pt x="26620" y="70176"/>
                    <a:pt x="27479" y="74040"/>
                  </a:cubicBezTo>
                  <a:cubicBezTo>
                    <a:pt x="27479" y="74470"/>
                    <a:pt x="28767" y="75328"/>
                    <a:pt x="29196" y="74899"/>
                  </a:cubicBezTo>
                  <a:cubicBezTo>
                    <a:pt x="31343" y="71464"/>
                    <a:pt x="32631" y="68888"/>
                    <a:pt x="32631" y="64594"/>
                  </a:cubicBezTo>
                  <a:cubicBezTo>
                    <a:pt x="32631" y="60301"/>
                    <a:pt x="32631" y="56007"/>
                    <a:pt x="32202" y="52143"/>
                  </a:cubicBezTo>
                  <a:cubicBezTo>
                    <a:pt x="31343" y="43556"/>
                    <a:pt x="29626" y="35398"/>
                    <a:pt x="26191" y="27670"/>
                  </a:cubicBezTo>
                  <a:cubicBezTo>
                    <a:pt x="23185" y="20800"/>
                    <a:pt x="19750" y="14360"/>
                    <a:pt x="14598" y="9207"/>
                  </a:cubicBezTo>
                  <a:cubicBezTo>
                    <a:pt x="11163" y="4914"/>
                    <a:pt x="6011" y="-1097"/>
                    <a:pt x="0" y="191"/>
                  </a:cubicBezTo>
                  <a:cubicBezTo>
                    <a:pt x="0" y="-238"/>
                    <a:pt x="0" y="191"/>
                    <a:pt x="0" y="191"/>
                  </a:cubicBezTo>
                  <a:lnTo>
                    <a:pt x="0" y="19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9" name="Google Shape;809;p38"/>
            <p:cNvSpPr/>
            <p:nvPr/>
          </p:nvSpPr>
          <p:spPr>
            <a:xfrm>
              <a:off x="2746269" y="932302"/>
              <a:ext cx="37062" cy="30673"/>
            </a:xfrm>
            <a:custGeom>
              <a:avLst/>
              <a:gdLst/>
              <a:ahLst/>
              <a:cxnLst/>
              <a:rect l="l" t="t" r="r" b="b"/>
              <a:pathLst>
                <a:path w="33465" h="27696" extrusionOk="0">
                  <a:moveTo>
                    <a:pt x="30568" y="1288"/>
                  </a:moveTo>
                  <a:cubicBezTo>
                    <a:pt x="33144" y="4723"/>
                    <a:pt x="34002" y="5582"/>
                    <a:pt x="33144" y="3864"/>
                  </a:cubicBezTo>
                  <a:cubicBezTo>
                    <a:pt x="33144" y="3435"/>
                    <a:pt x="32714" y="3005"/>
                    <a:pt x="32285" y="2576"/>
                  </a:cubicBezTo>
                  <a:cubicBezTo>
                    <a:pt x="31426" y="1717"/>
                    <a:pt x="30568" y="1288"/>
                    <a:pt x="30568" y="1288"/>
                  </a:cubicBezTo>
                  <a:cubicBezTo>
                    <a:pt x="28850" y="429"/>
                    <a:pt x="27991" y="429"/>
                    <a:pt x="26703" y="0"/>
                  </a:cubicBezTo>
                  <a:cubicBezTo>
                    <a:pt x="24986" y="0"/>
                    <a:pt x="23269" y="0"/>
                    <a:pt x="21551" y="429"/>
                  </a:cubicBezTo>
                  <a:cubicBezTo>
                    <a:pt x="18116" y="1288"/>
                    <a:pt x="15111" y="3005"/>
                    <a:pt x="12105" y="4723"/>
                  </a:cubicBezTo>
                  <a:cubicBezTo>
                    <a:pt x="9529" y="6440"/>
                    <a:pt x="7382" y="9016"/>
                    <a:pt x="5235" y="11592"/>
                  </a:cubicBezTo>
                  <a:cubicBezTo>
                    <a:pt x="3089" y="14598"/>
                    <a:pt x="942" y="17604"/>
                    <a:pt x="83" y="21038"/>
                  </a:cubicBezTo>
                  <a:cubicBezTo>
                    <a:pt x="-776" y="24473"/>
                    <a:pt x="5235" y="30055"/>
                    <a:pt x="7812" y="26620"/>
                  </a:cubicBezTo>
                  <a:cubicBezTo>
                    <a:pt x="9529" y="24473"/>
                    <a:pt x="10388" y="21897"/>
                    <a:pt x="12105" y="19321"/>
                  </a:cubicBezTo>
                  <a:cubicBezTo>
                    <a:pt x="13393" y="17174"/>
                    <a:pt x="15540" y="15028"/>
                    <a:pt x="17687" y="13310"/>
                  </a:cubicBezTo>
                  <a:cubicBezTo>
                    <a:pt x="19834" y="11592"/>
                    <a:pt x="21980" y="10304"/>
                    <a:pt x="24557" y="9016"/>
                  </a:cubicBezTo>
                  <a:cubicBezTo>
                    <a:pt x="25845" y="8587"/>
                    <a:pt x="27133" y="8158"/>
                    <a:pt x="28850" y="7728"/>
                  </a:cubicBezTo>
                  <a:cubicBezTo>
                    <a:pt x="30138" y="7299"/>
                    <a:pt x="31856" y="7299"/>
                    <a:pt x="32714" y="6440"/>
                  </a:cubicBezTo>
                  <a:cubicBezTo>
                    <a:pt x="34432" y="5152"/>
                    <a:pt x="32285" y="2147"/>
                    <a:pt x="30568" y="1288"/>
                  </a:cubicBezTo>
                  <a:lnTo>
                    <a:pt x="30568" y="128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0" name="Google Shape;810;p38"/>
            <p:cNvSpPr/>
            <p:nvPr/>
          </p:nvSpPr>
          <p:spPr>
            <a:xfrm>
              <a:off x="3083309" y="888822"/>
              <a:ext cx="115822" cy="127700"/>
            </a:xfrm>
            <a:custGeom>
              <a:avLst/>
              <a:gdLst/>
              <a:ahLst/>
              <a:cxnLst/>
              <a:rect l="l" t="t" r="r" b="b"/>
              <a:pathLst>
                <a:path w="104580" h="115305" extrusionOk="0">
                  <a:moveTo>
                    <a:pt x="14169" y="22855"/>
                  </a:moveTo>
                  <a:cubicBezTo>
                    <a:pt x="21897" y="15556"/>
                    <a:pt x="30484" y="9545"/>
                    <a:pt x="40360" y="5251"/>
                  </a:cubicBezTo>
                  <a:cubicBezTo>
                    <a:pt x="51094" y="528"/>
                    <a:pt x="63545" y="-1618"/>
                    <a:pt x="74708" y="1387"/>
                  </a:cubicBezTo>
                  <a:cubicBezTo>
                    <a:pt x="94459" y="6969"/>
                    <a:pt x="106481" y="29295"/>
                    <a:pt x="104334" y="49475"/>
                  </a:cubicBezTo>
                  <a:cubicBezTo>
                    <a:pt x="102187" y="70084"/>
                    <a:pt x="88877" y="87688"/>
                    <a:pt x="72132" y="99710"/>
                  </a:cubicBezTo>
                  <a:cubicBezTo>
                    <a:pt x="61828" y="107009"/>
                    <a:pt x="49806" y="113020"/>
                    <a:pt x="36925" y="114737"/>
                  </a:cubicBezTo>
                  <a:cubicBezTo>
                    <a:pt x="24044" y="116455"/>
                    <a:pt x="10734" y="114308"/>
                    <a:pt x="0" y="107868"/>
                  </a:cubicBezTo>
                  <a:cubicBezTo>
                    <a:pt x="429" y="108297"/>
                    <a:pt x="2576" y="34448"/>
                    <a:pt x="14169" y="22855"/>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1" name="Google Shape;811;p38"/>
            <p:cNvSpPr/>
            <p:nvPr/>
          </p:nvSpPr>
          <p:spPr>
            <a:xfrm>
              <a:off x="3115643" y="919745"/>
              <a:ext cx="56183" cy="71587"/>
            </a:xfrm>
            <a:custGeom>
              <a:avLst/>
              <a:gdLst/>
              <a:ahLst/>
              <a:cxnLst/>
              <a:rect l="l" t="t" r="r" b="b"/>
              <a:pathLst>
                <a:path w="50730" h="64638" extrusionOk="0">
                  <a:moveTo>
                    <a:pt x="50301" y="1007"/>
                  </a:moveTo>
                  <a:cubicBezTo>
                    <a:pt x="36562" y="-3716"/>
                    <a:pt x="23252" y="9165"/>
                    <a:pt x="15523" y="19040"/>
                  </a:cubicBezTo>
                  <a:cubicBezTo>
                    <a:pt x="10800" y="25051"/>
                    <a:pt x="7365" y="31921"/>
                    <a:pt x="4360" y="39220"/>
                  </a:cubicBezTo>
                  <a:cubicBezTo>
                    <a:pt x="3072" y="43084"/>
                    <a:pt x="1784" y="46948"/>
                    <a:pt x="496" y="50812"/>
                  </a:cubicBezTo>
                  <a:cubicBezTo>
                    <a:pt x="-363" y="55106"/>
                    <a:pt x="66" y="58970"/>
                    <a:pt x="496" y="63264"/>
                  </a:cubicBezTo>
                  <a:cubicBezTo>
                    <a:pt x="496" y="63693"/>
                    <a:pt x="1354" y="64981"/>
                    <a:pt x="2213" y="64552"/>
                  </a:cubicBezTo>
                  <a:cubicBezTo>
                    <a:pt x="4360" y="62405"/>
                    <a:pt x="6507" y="60258"/>
                    <a:pt x="7795" y="57253"/>
                  </a:cubicBezTo>
                  <a:cubicBezTo>
                    <a:pt x="9083" y="53818"/>
                    <a:pt x="10371" y="50383"/>
                    <a:pt x="12088" y="46519"/>
                  </a:cubicBezTo>
                  <a:cubicBezTo>
                    <a:pt x="15094" y="39649"/>
                    <a:pt x="18529" y="33209"/>
                    <a:pt x="22822" y="27198"/>
                  </a:cubicBezTo>
                  <a:cubicBezTo>
                    <a:pt x="26687" y="22046"/>
                    <a:pt x="31410" y="17323"/>
                    <a:pt x="36562" y="13459"/>
                  </a:cubicBezTo>
                  <a:cubicBezTo>
                    <a:pt x="41285" y="9594"/>
                    <a:pt x="47296" y="7018"/>
                    <a:pt x="50731" y="1866"/>
                  </a:cubicBezTo>
                  <a:cubicBezTo>
                    <a:pt x="50731" y="1007"/>
                    <a:pt x="50301" y="1007"/>
                    <a:pt x="50301" y="1007"/>
                  </a:cubicBezTo>
                  <a:lnTo>
                    <a:pt x="50301" y="10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2" name="Google Shape;812;p38"/>
            <p:cNvSpPr/>
            <p:nvPr/>
          </p:nvSpPr>
          <p:spPr>
            <a:xfrm>
              <a:off x="2765729" y="708393"/>
              <a:ext cx="374877" cy="428472"/>
            </a:xfrm>
            <a:custGeom>
              <a:avLst/>
              <a:gdLst/>
              <a:ahLst/>
              <a:cxnLst/>
              <a:rect l="l" t="t" r="r" b="b"/>
              <a:pathLst>
                <a:path w="338489" h="386882" extrusionOk="0">
                  <a:moveTo>
                    <a:pt x="7884" y="47147"/>
                  </a:moveTo>
                  <a:cubicBezTo>
                    <a:pt x="56831" y="8076"/>
                    <a:pt x="120376" y="-5664"/>
                    <a:pt x="181345" y="2065"/>
                  </a:cubicBezTo>
                  <a:lnTo>
                    <a:pt x="331620" y="75055"/>
                  </a:lnTo>
                  <a:cubicBezTo>
                    <a:pt x="333767" y="77632"/>
                    <a:pt x="336343" y="79778"/>
                    <a:pt x="338490" y="82355"/>
                  </a:cubicBezTo>
                  <a:cubicBezTo>
                    <a:pt x="333767" y="114556"/>
                    <a:pt x="329044" y="146329"/>
                    <a:pt x="323462" y="178531"/>
                  </a:cubicBezTo>
                  <a:cubicBezTo>
                    <a:pt x="317451" y="215026"/>
                    <a:pt x="311011" y="251522"/>
                    <a:pt x="296842" y="285441"/>
                  </a:cubicBezTo>
                  <a:cubicBezTo>
                    <a:pt x="283103" y="319360"/>
                    <a:pt x="261205" y="350703"/>
                    <a:pt x="230721" y="369166"/>
                  </a:cubicBezTo>
                  <a:cubicBezTo>
                    <a:pt x="190361" y="393639"/>
                    <a:pt x="137550" y="391922"/>
                    <a:pt x="95903" y="369166"/>
                  </a:cubicBezTo>
                  <a:cubicBezTo>
                    <a:pt x="54684" y="345980"/>
                    <a:pt x="24629" y="303903"/>
                    <a:pt x="10890" y="256674"/>
                  </a:cubicBezTo>
                  <a:cubicBezTo>
                    <a:pt x="-2420" y="211162"/>
                    <a:pt x="-1132" y="162215"/>
                    <a:pt x="2302" y="114556"/>
                  </a:cubicBezTo>
                  <a:cubicBezTo>
                    <a:pt x="3591" y="91800"/>
                    <a:pt x="5737" y="69474"/>
                    <a:pt x="7884" y="47147"/>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3" name="Google Shape;813;p38"/>
            <p:cNvSpPr/>
            <p:nvPr/>
          </p:nvSpPr>
          <p:spPr>
            <a:xfrm>
              <a:off x="3133351" y="791706"/>
              <a:ext cx="8559" cy="8084"/>
            </a:xfrm>
            <a:custGeom>
              <a:avLst/>
              <a:gdLst/>
              <a:ahLst/>
              <a:cxnLst/>
              <a:rect l="l" t="t" r="r" b="b"/>
              <a:pathLst>
                <a:path w="7728" h="7299" extrusionOk="0">
                  <a:moveTo>
                    <a:pt x="0" y="0"/>
                  </a:moveTo>
                  <a:lnTo>
                    <a:pt x="7728" y="3435"/>
                  </a:lnTo>
                  <a:cubicBezTo>
                    <a:pt x="7728" y="4723"/>
                    <a:pt x="7299" y="6011"/>
                    <a:pt x="7299" y="7299"/>
                  </a:cubicBezTo>
                  <a:cubicBezTo>
                    <a:pt x="4723" y="4723"/>
                    <a:pt x="2147" y="2576"/>
                    <a:pt x="0" y="0"/>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4" name="Google Shape;814;p38"/>
            <p:cNvSpPr/>
            <p:nvPr/>
          </p:nvSpPr>
          <p:spPr>
            <a:xfrm>
              <a:off x="2808124" y="828621"/>
              <a:ext cx="61163" cy="31842"/>
            </a:xfrm>
            <a:custGeom>
              <a:avLst/>
              <a:gdLst/>
              <a:ahLst/>
              <a:cxnLst/>
              <a:rect l="l" t="t" r="r" b="b"/>
              <a:pathLst>
                <a:path w="55226" h="28751" extrusionOk="0">
                  <a:moveTo>
                    <a:pt x="174" y="21702"/>
                  </a:moveTo>
                  <a:cubicBezTo>
                    <a:pt x="1892" y="30718"/>
                    <a:pt x="13914" y="29430"/>
                    <a:pt x="29371" y="26854"/>
                  </a:cubicBezTo>
                  <a:cubicBezTo>
                    <a:pt x="44398" y="24278"/>
                    <a:pt x="56420" y="21272"/>
                    <a:pt x="55132" y="12256"/>
                  </a:cubicBezTo>
                  <a:cubicBezTo>
                    <a:pt x="53415" y="3239"/>
                    <a:pt x="40105" y="-1913"/>
                    <a:pt x="25077" y="663"/>
                  </a:cubicBezTo>
                  <a:cubicBezTo>
                    <a:pt x="9620" y="3239"/>
                    <a:pt x="-1543" y="12685"/>
                    <a:pt x="174" y="2170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5" name="Google Shape;815;p38"/>
            <p:cNvSpPr/>
            <p:nvPr/>
          </p:nvSpPr>
          <p:spPr>
            <a:xfrm>
              <a:off x="2960244" y="836444"/>
              <a:ext cx="60607" cy="31477"/>
            </a:xfrm>
            <a:custGeom>
              <a:avLst/>
              <a:gdLst/>
              <a:ahLst/>
              <a:cxnLst/>
              <a:rect l="l" t="t" r="r" b="b"/>
              <a:pathLst>
                <a:path w="54724" h="28422" extrusionOk="0">
                  <a:moveTo>
                    <a:pt x="54623" y="21094"/>
                  </a:moveTo>
                  <a:cubicBezTo>
                    <a:pt x="53335" y="30111"/>
                    <a:pt x="40884" y="29252"/>
                    <a:pt x="25856" y="26676"/>
                  </a:cubicBezTo>
                  <a:cubicBezTo>
                    <a:pt x="10829" y="24100"/>
                    <a:pt x="-1193" y="21094"/>
                    <a:pt x="95" y="12507"/>
                  </a:cubicBezTo>
                  <a:cubicBezTo>
                    <a:pt x="1383" y="3491"/>
                    <a:pt x="14693" y="-1662"/>
                    <a:pt x="30150" y="485"/>
                  </a:cubicBezTo>
                  <a:cubicBezTo>
                    <a:pt x="44748" y="3061"/>
                    <a:pt x="55911" y="12078"/>
                    <a:pt x="54623" y="2109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6" name="Google Shape;816;p38"/>
            <p:cNvSpPr/>
            <p:nvPr/>
          </p:nvSpPr>
          <p:spPr>
            <a:xfrm>
              <a:off x="2891720" y="848898"/>
              <a:ext cx="42413" cy="137802"/>
            </a:xfrm>
            <a:custGeom>
              <a:avLst/>
              <a:gdLst/>
              <a:ahLst/>
              <a:cxnLst/>
              <a:rect l="l" t="t" r="r" b="b"/>
              <a:pathLst>
                <a:path w="38296" h="124426" extrusionOk="0">
                  <a:moveTo>
                    <a:pt x="16316" y="0"/>
                  </a:moveTo>
                  <a:cubicBezTo>
                    <a:pt x="10734" y="17174"/>
                    <a:pt x="9446" y="36495"/>
                    <a:pt x="7299" y="54528"/>
                  </a:cubicBezTo>
                  <a:cubicBezTo>
                    <a:pt x="4723" y="73849"/>
                    <a:pt x="2147" y="93600"/>
                    <a:pt x="0" y="112921"/>
                  </a:cubicBezTo>
                  <a:cubicBezTo>
                    <a:pt x="0" y="114638"/>
                    <a:pt x="1288" y="115927"/>
                    <a:pt x="2576" y="116785"/>
                  </a:cubicBezTo>
                  <a:cubicBezTo>
                    <a:pt x="12022" y="122796"/>
                    <a:pt x="27049" y="127519"/>
                    <a:pt x="37783" y="121937"/>
                  </a:cubicBezTo>
                  <a:cubicBezTo>
                    <a:pt x="39501" y="121079"/>
                    <a:pt x="36495" y="117215"/>
                    <a:pt x="34778" y="117215"/>
                  </a:cubicBezTo>
                  <a:cubicBezTo>
                    <a:pt x="29626" y="117644"/>
                    <a:pt x="24473" y="118932"/>
                    <a:pt x="19321" y="118073"/>
                  </a:cubicBezTo>
                  <a:cubicBezTo>
                    <a:pt x="13310" y="117644"/>
                    <a:pt x="7728" y="115068"/>
                    <a:pt x="3005" y="112062"/>
                  </a:cubicBezTo>
                  <a:cubicBezTo>
                    <a:pt x="3864" y="113350"/>
                    <a:pt x="4723" y="114638"/>
                    <a:pt x="5582" y="115927"/>
                  </a:cubicBezTo>
                  <a:cubicBezTo>
                    <a:pt x="8587" y="97035"/>
                    <a:pt x="10734" y="77714"/>
                    <a:pt x="13310" y="58822"/>
                  </a:cubicBezTo>
                  <a:cubicBezTo>
                    <a:pt x="15028" y="39930"/>
                    <a:pt x="17604" y="19750"/>
                    <a:pt x="16316" y="0"/>
                  </a:cubicBezTo>
                  <a:cubicBezTo>
                    <a:pt x="16316" y="429"/>
                    <a:pt x="16316" y="0"/>
                    <a:pt x="16316" y="0"/>
                  </a:cubicBezTo>
                  <a:lnTo>
                    <a:pt x="16316"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7" name="Google Shape;817;p38"/>
            <p:cNvSpPr/>
            <p:nvPr/>
          </p:nvSpPr>
          <p:spPr>
            <a:xfrm>
              <a:off x="2886862" y="1002629"/>
              <a:ext cx="82562" cy="56638"/>
            </a:xfrm>
            <a:custGeom>
              <a:avLst/>
              <a:gdLst/>
              <a:ahLst/>
              <a:cxnLst/>
              <a:rect l="l" t="t" r="r" b="b"/>
              <a:pathLst>
                <a:path w="74548" h="51140" extrusionOk="0">
                  <a:moveTo>
                    <a:pt x="4378" y="9204"/>
                  </a:moveTo>
                  <a:cubicBezTo>
                    <a:pt x="9530" y="5340"/>
                    <a:pt x="15970" y="6199"/>
                    <a:pt x="21552" y="8345"/>
                  </a:cubicBezTo>
                  <a:cubicBezTo>
                    <a:pt x="26275" y="10063"/>
                    <a:pt x="31427" y="10922"/>
                    <a:pt x="36150" y="10492"/>
                  </a:cubicBezTo>
                  <a:cubicBezTo>
                    <a:pt x="40873" y="9204"/>
                    <a:pt x="45596" y="7487"/>
                    <a:pt x="49460" y="4481"/>
                  </a:cubicBezTo>
                  <a:cubicBezTo>
                    <a:pt x="54612" y="1047"/>
                    <a:pt x="60623" y="-1530"/>
                    <a:pt x="66634" y="1047"/>
                  </a:cubicBezTo>
                  <a:cubicBezTo>
                    <a:pt x="79944" y="6628"/>
                    <a:pt x="79515" y="43982"/>
                    <a:pt x="41302" y="50852"/>
                  </a:cubicBezTo>
                  <a:lnTo>
                    <a:pt x="41302" y="50852"/>
                  </a:lnTo>
                  <a:cubicBezTo>
                    <a:pt x="2660" y="54716"/>
                    <a:pt x="-6786" y="18650"/>
                    <a:pt x="4378" y="9204"/>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8" name="Google Shape;818;p38"/>
            <p:cNvSpPr/>
            <p:nvPr/>
          </p:nvSpPr>
          <p:spPr>
            <a:xfrm>
              <a:off x="2997046" y="924199"/>
              <a:ext cx="16167" cy="44698"/>
            </a:xfrm>
            <a:custGeom>
              <a:avLst/>
              <a:gdLst/>
              <a:ahLst/>
              <a:cxnLst/>
              <a:rect l="l" t="t" r="r" b="b"/>
              <a:pathLst>
                <a:path w="14598" h="40359" extrusionOk="0">
                  <a:moveTo>
                    <a:pt x="14598" y="20180"/>
                  </a:moveTo>
                  <a:cubicBezTo>
                    <a:pt x="14598" y="31343"/>
                    <a:pt x="11163" y="40359"/>
                    <a:pt x="7299" y="40359"/>
                  </a:cubicBezTo>
                  <a:cubicBezTo>
                    <a:pt x="3435" y="40359"/>
                    <a:pt x="0" y="31343"/>
                    <a:pt x="0" y="20180"/>
                  </a:cubicBezTo>
                  <a:cubicBezTo>
                    <a:pt x="0" y="9016"/>
                    <a:pt x="3435" y="0"/>
                    <a:pt x="7299" y="0"/>
                  </a:cubicBezTo>
                  <a:cubicBezTo>
                    <a:pt x="11163" y="0"/>
                    <a:pt x="14598" y="9016"/>
                    <a:pt x="14598"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9" name="Google Shape;819;p38"/>
            <p:cNvSpPr/>
            <p:nvPr/>
          </p:nvSpPr>
          <p:spPr>
            <a:xfrm>
              <a:off x="2860743" y="924183"/>
              <a:ext cx="16167" cy="44713"/>
            </a:xfrm>
            <a:custGeom>
              <a:avLst/>
              <a:gdLst/>
              <a:ahLst/>
              <a:cxnLst/>
              <a:rect l="l" t="t" r="r" b="b"/>
              <a:pathLst>
                <a:path w="14598" h="40373" extrusionOk="0">
                  <a:moveTo>
                    <a:pt x="14598" y="20194"/>
                  </a:moveTo>
                  <a:cubicBezTo>
                    <a:pt x="14598" y="31357"/>
                    <a:pt x="11163" y="40374"/>
                    <a:pt x="7299" y="40374"/>
                  </a:cubicBezTo>
                  <a:cubicBezTo>
                    <a:pt x="3005" y="40374"/>
                    <a:pt x="0" y="31357"/>
                    <a:pt x="0" y="20194"/>
                  </a:cubicBezTo>
                  <a:cubicBezTo>
                    <a:pt x="0" y="9031"/>
                    <a:pt x="3435" y="14"/>
                    <a:pt x="7299" y="14"/>
                  </a:cubicBezTo>
                  <a:cubicBezTo>
                    <a:pt x="11593" y="-415"/>
                    <a:pt x="14598" y="9031"/>
                    <a:pt x="14598" y="2019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0" name="Google Shape;820;p38"/>
            <p:cNvSpPr/>
            <p:nvPr/>
          </p:nvSpPr>
          <p:spPr>
            <a:xfrm>
              <a:off x="2799739" y="883762"/>
              <a:ext cx="93884" cy="126279"/>
            </a:xfrm>
            <a:custGeom>
              <a:avLst/>
              <a:gdLst/>
              <a:ahLst/>
              <a:cxnLst/>
              <a:rect l="l" t="t" r="r" b="b"/>
              <a:pathLst>
                <a:path w="84771" h="114022" extrusionOk="0">
                  <a:moveTo>
                    <a:pt x="0" y="58757"/>
                  </a:moveTo>
                  <a:cubicBezTo>
                    <a:pt x="429" y="79366"/>
                    <a:pt x="8587" y="102980"/>
                    <a:pt x="28767" y="111567"/>
                  </a:cubicBezTo>
                  <a:cubicBezTo>
                    <a:pt x="47229" y="119296"/>
                    <a:pt x="65692" y="107703"/>
                    <a:pt x="75138" y="91817"/>
                  </a:cubicBezTo>
                  <a:cubicBezTo>
                    <a:pt x="86730" y="72496"/>
                    <a:pt x="88018" y="46305"/>
                    <a:pt x="78143" y="25696"/>
                  </a:cubicBezTo>
                  <a:cubicBezTo>
                    <a:pt x="69985" y="8522"/>
                    <a:pt x="52382" y="-4789"/>
                    <a:pt x="33061" y="1652"/>
                  </a:cubicBezTo>
                  <a:cubicBezTo>
                    <a:pt x="10305" y="9810"/>
                    <a:pt x="429" y="36859"/>
                    <a:pt x="0" y="58757"/>
                  </a:cubicBezTo>
                  <a:cubicBezTo>
                    <a:pt x="0" y="61762"/>
                    <a:pt x="4723" y="57898"/>
                    <a:pt x="4723" y="55751"/>
                  </a:cubicBezTo>
                  <a:cubicBezTo>
                    <a:pt x="4723" y="37289"/>
                    <a:pt x="12451" y="14532"/>
                    <a:pt x="31343" y="7234"/>
                  </a:cubicBezTo>
                  <a:cubicBezTo>
                    <a:pt x="48088" y="793"/>
                    <a:pt x="64404" y="11956"/>
                    <a:pt x="72561" y="26555"/>
                  </a:cubicBezTo>
                  <a:cubicBezTo>
                    <a:pt x="82007" y="44158"/>
                    <a:pt x="82866" y="66914"/>
                    <a:pt x="75138" y="85377"/>
                  </a:cubicBezTo>
                  <a:cubicBezTo>
                    <a:pt x="68268" y="101263"/>
                    <a:pt x="51952" y="113714"/>
                    <a:pt x="34349" y="107274"/>
                  </a:cubicBezTo>
                  <a:cubicBezTo>
                    <a:pt x="13739" y="99975"/>
                    <a:pt x="5582" y="75501"/>
                    <a:pt x="5582" y="55751"/>
                  </a:cubicBezTo>
                  <a:cubicBezTo>
                    <a:pt x="4723" y="52745"/>
                    <a:pt x="0" y="56610"/>
                    <a:pt x="0" y="5875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1" name="Google Shape;821;p38"/>
            <p:cNvSpPr/>
            <p:nvPr/>
          </p:nvSpPr>
          <p:spPr>
            <a:xfrm>
              <a:off x="2946052" y="883762"/>
              <a:ext cx="93884" cy="126279"/>
            </a:xfrm>
            <a:custGeom>
              <a:avLst/>
              <a:gdLst/>
              <a:ahLst/>
              <a:cxnLst/>
              <a:rect l="l" t="t" r="r" b="b"/>
              <a:pathLst>
                <a:path w="84771" h="114022" extrusionOk="0">
                  <a:moveTo>
                    <a:pt x="0" y="58757"/>
                  </a:moveTo>
                  <a:cubicBezTo>
                    <a:pt x="429" y="79366"/>
                    <a:pt x="8587" y="102980"/>
                    <a:pt x="28767" y="111567"/>
                  </a:cubicBezTo>
                  <a:cubicBezTo>
                    <a:pt x="47229" y="119296"/>
                    <a:pt x="65692" y="107703"/>
                    <a:pt x="75138" y="91817"/>
                  </a:cubicBezTo>
                  <a:cubicBezTo>
                    <a:pt x="86730" y="72496"/>
                    <a:pt x="88018" y="46305"/>
                    <a:pt x="78143" y="25696"/>
                  </a:cubicBezTo>
                  <a:cubicBezTo>
                    <a:pt x="69985" y="8522"/>
                    <a:pt x="52382" y="-4789"/>
                    <a:pt x="33060" y="1652"/>
                  </a:cubicBezTo>
                  <a:cubicBezTo>
                    <a:pt x="10305" y="9810"/>
                    <a:pt x="0" y="36859"/>
                    <a:pt x="0" y="58757"/>
                  </a:cubicBezTo>
                  <a:cubicBezTo>
                    <a:pt x="0" y="61762"/>
                    <a:pt x="4723" y="57898"/>
                    <a:pt x="4723" y="55751"/>
                  </a:cubicBezTo>
                  <a:cubicBezTo>
                    <a:pt x="4723" y="37289"/>
                    <a:pt x="12451" y="14532"/>
                    <a:pt x="31343" y="7234"/>
                  </a:cubicBezTo>
                  <a:cubicBezTo>
                    <a:pt x="48088" y="793"/>
                    <a:pt x="64404" y="11956"/>
                    <a:pt x="72561" y="26555"/>
                  </a:cubicBezTo>
                  <a:cubicBezTo>
                    <a:pt x="82007" y="44158"/>
                    <a:pt x="82866" y="66914"/>
                    <a:pt x="75138" y="85377"/>
                  </a:cubicBezTo>
                  <a:cubicBezTo>
                    <a:pt x="68268" y="101263"/>
                    <a:pt x="51952" y="113714"/>
                    <a:pt x="34349" y="107274"/>
                  </a:cubicBezTo>
                  <a:cubicBezTo>
                    <a:pt x="13739" y="99975"/>
                    <a:pt x="5582" y="75501"/>
                    <a:pt x="5582" y="55751"/>
                  </a:cubicBezTo>
                  <a:cubicBezTo>
                    <a:pt x="4723" y="52745"/>
                    <a:pt x="0" y="56610"/>
                    <a:pt x="0" y="5875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2" name="Google Shape;822;p38"/>
            <p:cNvSpPr/>
            <p:nvPr/>
          </p:nvSpPr>
          <p:spPr>
            <a:xfrm>
              <a:off x="2890039" y="932750"/>
              <a:ext cx="61159" cy="17390"/>
            </a:xfrm>
            <a:custGeom>
              <a:avLst/>
              <a:gdLst/>
              <a:ahLst/>
              <a:cxnLst/>
              <a:rect l="l" t="t" r="r" b="b"/>
              <a:pathLst>
                <a:path w="55223" h="15702" extrusionOk="0">
                  <a:moveTo>
                    <a:pt x="54756" y="10759"/>
                  </a:moveTo>
                  <a:cubicBezTo>
                    <a:pt x="39299" y="1743"/>
                    <a:pt x="15255" y="-6844"/>
                    <a:pt x="1086" y="8183"/>
                  </a:cubicBezTo>
                  <a:cubicBezTo>
                    <a:pt x="227" y="9042"/>
                    <a:pt x="-631" y="10759"/>
                    <a:pt x="657" y="11618"/>
                  </a:cubicBezTo>
                  <a:cubicBezTo>
                    <a:pt x="1945" y="12477"/>
                    <a:pt x="3233" y="11188"/>
                    <a:pt x="4092" y="10330"/>
                  </a:cubicBezTo>
                  <a:cubicBezTo>
                    <a:pt x="11391" y="2601"/>
                    <a:pt x="24271" y="4748"/>
                    <a:pt x="33288" y="7754"/>
                  </a:cubicBezTo>
                  <a:cubicBezTo>
                    <a:pt x="39299" y="9471"/>
                    <a:pt x="45739" y="12047"/>
                    <a:pt x="51321" y="15482"/>
                  </a:cubicBezTo>
                  <a:cubicBezTo>
                    <a:pt x="53039" y="16770"/>
                    <a:pt x="56473" y="12047"/>
                    <a:pt x="54756" y="10759"/>
                  </a:cubicBezTo>
                  <a:lnTo>
                    <a:pt x="54756" y="10759"/>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3" name="Google Shape;823;p38"/>
            <p:cNvSpPr/>
            <p:nvPr/>
          </p:nvSpPr>
          <p:spPr>
            <a:xfrm>
              <a:off x="3038143" y="727477"/>
              <a:ext cx="145241" cy="240974"/>
            </a:xfrm>
            <a:custGeom>
              <a:avLst/>
              <a:gdLst/>
              <a:ahLst/>
              <a:cxnLst/>
              <a:rect l="l" t="t" r="r" b="b"/>
              <a:pathLst>
                <a:path w="131143" h="217584" extrusionOk="0">
                  <a:moveTo>
                    <a:pt x="72033" y="163915"/>
                  </a:moveTo>
                  <a:cubicBezTo>
                    <a:pt x="63875" y="176796"/>
                    <a:pt x="53570" y="196975"/>
                    <a:pt x="52712" y="217585"/>
                  </a:cubicBezTo>
                  <a:cubicBezTo>
                    <a:pt x="52712" y="217585"/>
                    <a:pt x="-40459" y="115397"/>
                    <a:pt x="20939" y="19651"/>
                  </a:cubicBezTo>
                  <a:cubicBezTo>
                    <a:pt x="54859" y="-33160"/>
                    <a:pt x="152323" y="23515"/>
                    <a:pt x="126991" y="153181"/>
                  </a:cubicBezTo>
                  <a:cubicBezTo>
                    <a:pt x="126991" y="153181"/>
                    <a:pt x="120550" y="145452"/>
                    <a:pt x="105952" y="145023"/>
                  </a:cubicBezTo>
                  <a:cubicBezTo>
                    <a:pt x="92213" y="144594"/>
                    <a:pt x="79332" y="152322"/>
                    <a:pt x="72033" y="16391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4" name="Google Shape;824;p38"/>
            <p:cNvSpPr/>
            <p:nvPr/>
          </p:nvSpPr>
          <p:spPr>
            <a:xfrm>
              <a:off x="2705978" y="622708"/>
              <a:ext cx="445913" cy="265621"/>
            </a:xfrm>
            <a:custGeom>
              <a:avLst/>
              <a:gdLst/>
              <a:ahLst/>
              <a:cxnLst/>
              <a:rect l="l" t="t" r="r" b="b"/>
              <a:pathLst>
                <a:path w="402630" h="239838" extrusionOk="0">
                  <a:moveTo>
                    <a:pt x="53985" y="228675"/>
                  </a:moveTo>
                  <a:cubicBezTo>
                    <a:pt x="53985" y="228675"/>
                    <a:pt x="42821" y="90422"/>
                    <a:pt x="186227" y="107167"/>
                  </a:cubicBezTo>
                  <a:cubicBezTo>
                    <a:pt x="300436" y="120477"/>
                    <a:pt x="315464" y="173717"/>
                    <a:pt x="315464" y="173717"/>
                  </a:cubicBezTo>
                  <a:lnTo>
                    <a:pt x="400047" y="119189"/>
                  </a:lnTo>
                  <a:cubicBezTo>
                    <a:pt x="400047" y="119189"/>
                    <a:pt x="431820" y="56932"/>
                    <a:pt x="272528" y="14425"/>
                  </a:cubicBezTo>
                  <a:cubicBezTo>
                    <a:pt x="30799" y="-49978"/>
                    <a:pt x="-43050" y="114895"/>
                    <a:pt x="23071" y="239838"/>
                  </a:cubicBezTo>
                  <a:cubicBezTo>
                    <a:pt x="23071" y="239838"/>
                    <a:pt x="45398" y="226528"/>
                    <a:pt x="53985" y="22867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5" name="Google Shape;825;p38"/>
            <p:cNvSpPr/>
            <p:nvPr/>
          </p:nvSpPr>
          <p:spPr>
            <a:xfrm>
              <a:off x="2551437" y="1173032"/>
              <a:ext cx="802666" cy="515405"/>
            </a:xfrm>
            <a:custGeom>
              <a:avLst/>
              <a:gdLst/>
              <a:ahLst/>
              <a:cxnLst/>
              <a:rect l="l" t="t" r="r" b="b"/>
              <a:pathLst>
                <a:path w="724755" h="465377" extrusionOk="0">
                  <a:moveTo>
                    <a:pt x="724756" y="170409"/>
                  </a:moveTo>
                  <a:cubicBezTo>
                    <a:pt x="724756" y="170409"/>
                    <a:pt x="680532" y="136060"/>
                    <a:pt x="625574" y="85396"/>
                  </a:cubicBezTo>
                  <a:cubicBezTo>
                    <a:pt x="552583" y="18416"/>
                    <a:pt x="513512" y="-6057"/>
                    <a:pt x="465853" y="1242"/>
                  </a:cubicBezTo>
                  <a:cubicBezTo>
                    <a:pt x="465853" y="1242"/>
                    <a:pt x="419053" y="75950"/>
                    <a:pt x="362378" y="75950"/>
                  </a:cubicBezTo>
                  <a:cubicBezTo>
                    <a:pt x="305703" y="75950"/>
                    <a:pt x="258903" y="1242"/>
                    <a:pt x="258903" y="1242"/>
                  </a:cubicBezTo>
                  <a:cubicBezTo>
                    <a:pt x="211244" y="-5628"/>
                    <a:pt x="172172" y="18416"/>
                    <a:pt x="99182" y="85396"/>
                  </a:cubicBezTo>
                  <a:cubicBezTo>
                    <a:pt x="44224" y="136060"/>
                    <a:pt x="0" y="170409"/>
                    <a:pt x="0" y="170409"/>
                  </a:cubicBezTo>
                  <a:cubicBezTo>
                    <a:pt x="92741" y="185007"/>
                    <a:pt x="151993" y="280754"/>
                    <a:pt x="151993" y="280754"/>
                  </a:cubicBezTo>
                  <a:lnTo>
                    <a:pt x="141688" y="465377"/>
                  </a:lnTo>
                  <a:lnTo>
                    <a:pt x="362378" y="465377"/>
                  </a:lnTo>
                  <a:lnTo>
                    <a:pt x="362378" y="465377"/>
                  </a:lnTo>
                  <a:lnTo>
                    <a:pt x="583068" y="465377"/>
                  </a:lnTo>
                  <a:lnTo>
                    <a:pt x="572763" y="280754"/>
                  </a:lnTo>
                  <a:cubicBezTo>
                    <a:pt x="572763" y="280754"/>
                    <a:pt x="632444" y="185436"/>
                    <a:pt x="724756" y="170409"/>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6" name="Google Shape;826;p38"/>
            <p:cNvSpPr/>
            <p:nvPr/>
          </p:nvSpPr>
          <p:spPr>
            <a:xfrm>
              <a:off x="2855977" y="1231602"/>
              <a:ext cx="194009" cy="456968"/>
            </a:xfrm>
            <a:custGeom>
              <a:avLst/>
              <a:gdLst/>
              <a:ahLst/>
              <a:cxnLst/>
              <a:rect l="l" t="t" r="r" b="b"/>
              <a:pathLst>
                <a:path w="175177" h="412612" extrusionOk="0">
                  <a:moveTo>
                    <a:pt x="141688" y="2576"/>
                  </a:moveTo>
                  <a:cubicBezTo>
                    <a:pt x="126231" y="14169"/>
                    <a:pt x="107769" y="22756"/>
                    <a:pt x="88448" y="22756"/>
                  </a:cubicBezTo>
                  <a:cubicBezTo>
                    <a:pt x="67838" y="22756"/>
                    <a:pt x="48088" y="12451"/>
                    <a:pt x="31772" y="0"/>
                  </a:cubicBezTo>
                  <a:cubicBezTo>
                    <a:pt x="10305" y="135677"/>
                    <a:pt x="6440" y="274359"/>
                    <a:pt x="0" y="412613"/>
                  </a:cubicBezTo>
                  <a:lnTo>
                    <a:pt x="88448" y="412613"/>
                  </a:lnTo>
                  <a:lnTo>
                    <a:pt x="88448" y="412613"/>
                  </a:lnTo>
                  <a:lnTo>
                    <a:pt x="175178" y="412613"/>
                  </a:lnTo>
                  <a:cubicBezTo>
                    <a:pt x="173460" y="276077"/>
                    <a:pt x="158433" y="139112"/>
                    <a:pt x="141688" y="2576"/>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7" name="Google Shape;827;p38"/>
            <p:cNvSpPr/>
            <p:nvPr/>
          </p:nvSpPr>
          <p:spPr>
            <a:xfrm>
              <a:off x="2760659" y="1227313"/>
              <a:ext cx="371851" cy="371851"/>
            </a:xfrm>
            <a:custGeom>
              <a:avLst/>
              <a:gdLst/>
              <a:ahLst/>
              <a:cxnLst/>
              <a:rect l="l" t="t" r="r" b="b"/>
              <a:pathLst>
                <a:path w="335757" h="335757" extrusionOk="0">
                  <a:moveTo>
                    <a:pt x="335758" y="167879"/>
                  </a:moveTo>
                  <a:cubicBezTo>
                    <a:pt x="335758" y="260596"/>
                    <a:pt x="260596" y="335758"/>
                    <a:pt x="167879" y="335758"/>
                  </a:cubicBezTo>
                  <a:cubicBezTo>
                    <a:pt x="75162" y="335758"/>
                    <a:pt x="0" y="260596"/>
                    <a:pt x="0" y="167879"/>
                  </a:cubicBezTo>
                  <a:cubicBezTo>
                    <a:pt x="0" y="75162"/>
                    <a:pt x="75162" y="0"/>
                    <a:pt x="167879" y="0"/>
                  </a:cubicBezTo>
                  <a:cubicBezTo>
                    <a:pt x="260596" y="0"/>
                    <a:pt x="335758" y="75162"/>
                    <a:pt x="335758" y="167879"/>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8" name="Google Shape;828;p38"/>
            <p:cNvSpPr/>
            <p:nvPr/>
          </p:nvSpPr>
          <p:spPr>
            <a:xfrm>
              <a:off x="2779246" y="1249713"/>
              <a:ext cx="320496" cy="320496"/>
            </a:xfrm>
            <a:custGeom>
              <a:avLst/>
              <a:gdLst/>
              <a:ahLst/>
              <a:cxnLst/>
              <a:rect l="l" t="t" r="r" b="b"/>
              <a:pathLst>
                <a:path w="289387" h="289387" extrusionOk="0">
                  <a:moveTo>
                    <a:pt x="289387" y="144694"/>
                  </a:moveTo>
                  <a:cubicBezTo>
                    <a:pt x="289387" y="224606"/>
                    <a:pt x="224606" y="289387"/>
                    <a:pt x="144693" y="289387"/>
                  </a:cubicBezTo>
                  <a:cubicBezTo>
                    <a:pt x="64781" y="289387"/>
                    <a:pt x="0" y="224606"/>
                    <a:pt x="0" y="144694"/>
                  </a:cubicBezTo>
                  <a:cubicBezTo>
                    <a:pt x="0" y="64782"/>
                    <a:pt x="64781" y="0"/>
                    <a:pt x="144693" y="0"/>
                  </a:cubicBezTo>
                  <a:cubicBezTo>
                    <a:pt x="224606" y="0"/>
                    <a:pt x="289387" y="64782"/>
                    <a:pt x="289387" y="144694"/>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29" name="Google Shape;829;p38"/>
            <p:cNvSpPr/>
            <p:nvPr/>
          </p:nvSpPr>
          <p:spPr>
            <a:xfrm>
              <a:off x="2808794" y="1272113"/>
              <a:ext cx="97837" cy="107910"/>
            </a:xfrm>
            <a:custGeom>
              <a:avLst/>
              <a:gdLst/>
              <a:ahLst/>
              <a:cxnLst/>
              <a:rect l="l" t="t" r="r" b="b"/>
              <a:pathLst>
                <a:path w="88340" h="97436" extrusionOk="0">
                  <a:moveTo>
                    <a:pt x="88018" y="0"/>
                  </a:moveTo>
                  <a:cubicBezTo>
                    <a:pt x="82007" y="1717"/>
                    <a:pt x="75567" y="2147"/>
                    <a:pt x="69556" y="4294"/>
                  </a:cubicBezTo>
                  <a:cubicBezTo>
                    <a:pt x="64404" y="6011"/>
                    <a:pt x="59681" y="8587"/>
                    <a:pt x="54958" y="11163"/>
                  </a:cubicBezTo>
                  <a:cubicBezTo>
                    <a:pt x="44653" y="16745"/>
                    <a:pt x="35637" y="24473"/>
                    <a:pt x="27908" y="32631"/>
                  </a:cubicBezTo>
                  <a:cubicBezTo>
                    <a:pt x="20180" y="41218"/>
                    <a:pt x="13310" y="50235"/>
                    <a:pt x="8158" y="60539"/>
                  </a:cubicBezTo>
                  <a:cubicBezTo>
                    <a:pt x="5582" y="65262"/>
                    <a:pt x="3435" y="70415"/>
                    <a:pt x="2147" y="75996"/>
                  </a:cubicBezTo>
                  <a:cubicBezTo>
                    <a:pt x="1718" y="79002"/>
                    <a:pt x="859" y="81578"/>
                    <a:pt x="429" y="84584"/>
                  </a:cubicBezTo>
                  <a:cubicBezTo>
                    <a:pt x="0" y="88018"/>
                    <a:pt x="0" y="91882"/>
                    <a:pt x="0" y="95317"/>
                  </a:cubicBezTo>
                  <a:cubicBezTo>
                    <a:pt x="0" y="96176"/>
                    <a:pt x="1718" y="98323"/>
                    <a:pt x="2147" y="97035"/>
                  </a:cubicBezTo>
                  <a:cubicBezTo>
                    <a:pt x="3435" y="94459"/>
                    <a:pt x="4723" y="92741"/>
                    <a:pt x="6011" y="90594"/>
                  </a:cubicBezTo>
                  <a:cubicBezTo>
                    <a:pt x="7299" y="88448"/>
                    <a:pt x="8158" y="85872"/>
                    <a:pt x="9446" y="83295"/>
                  </a:cubicBezTo>
                  <a:cubicBezTo>
                    <a:pt x="12022" y="78572"/>
                    <a:pt x="14598" y="73850"/>
                    <a:pt x="17174" y="68697"/>
                  </a:cubicBezTo>
                  <a:cubicBezTo>
                    <a:pt x="22327" y="58822"/>
                    <a:pt x="28767" y="49805"/>
                    <a:pt x="36066" y="41648"/>
                  </a:cubicBezTo>
                  <a:cubicBezTo>
                    <a:pt x="43365" y="33490"/>
                    <a:pt x="51523" y="26191"/>
                    <a:pt x="60110" y="19321"/>
                  </a:cubicBezTo>
                  <a:cubicBezTo>
                    <a:pt x="64404" y="15886"/>
                    <a:pt x="68697" y="12881"/>
                    <a:pt x="73420" y="9875"/>
                  </a:cubicBezTo>
                  <a:cubicBezTo>
                    <a:pt x="78143" y="6440"/>
                    <a:pt x="82866" y="2147"/>
                    <a:pt x="88018" y="0"/>
                  </a:cubicBezTo>
                  <a:cubicBezTo>
                    <a:pt x="88448" y="429"/>
                    <a:pt x="88448" y="0"/>
                    <a:pt x="88018" y="0"/>
                  </a:cubicBezTo>
                  <a:lnTo>
                    <a:pt x="88018"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0" name="Google Shape;830;p38"/>
            <p:cNvSpPr/>
            <p:nvPr/>
          </p:nvSpPr>
          <p:spPr>
            <a:xfrm>
              <a:off x="2798787" y="1389355"/>
              <a:ext cx="9127" cy="27579"/>
            </a:xfrm>
            <a:custGeom>
              <a:avLst/>
              <a:gdLst/>
              <a:ahLst/>
              <a:cxnLst/>
              <a:rect l="l" t="t" r="r" b="b"/>
              <a:pathLst>
                <a:path w="8241" h="24902" extrusionOk="0">
                  <a:moveTo>
                    <a:pt x="3435" y="859"/>
                  </a:moveTo>
                  <a:cubicBezTo>
                    <a:pt x="2147" y="3864"/>
                    <a:pt x="1288" y="7299"/>
                    <a:pt x="429" y="10305"/>
                  </a:cubicBezTo>
                  <a:cubicBezTo>
                    <a:pt x="429" y="11163"/>
                    <a:pt x="0" y="12022"/>
                    <a:pt x="0" y="12451"/>
                  </a:cubicBezTo>
                  <a:cubicBezTo>
                    <a:pt x="0" y="13310"/>
                    <a:pt x="0" y="14169"/>
                    <a:pt x="0" y="15027"/>
                  </a:cubicBezTo>
                  <a:cubicBezTo>
                    <a:pt x="0" y="16745"/>
                    <a:pt x="0" y="18892"/>
                    <a:pt x="429" y="21039"/>
                  </a:cubicBezTo>
                  <a:cubicBezTo>
                    <a:pt x="859" y="22327"/>
                    <a:pt x="1717" y="23615"/>
                    <a:pt x="3005" y="24473"/>
                  </a:cubicBezTo>
                  <a:cubicBezTo>
                    <a:pt x="3864" y="24903"/>
                    <a:pt x="5582" y="25332"/>
                    <a:pt x="6011" y="24044"/>
                  </a:cubicBezTo>
                  <a:cubicBezTo>
                    <a:pt x="6440" y="22756"/>
                    <a:pt x="6870" y="21039"/>
                    <a:pt x="6870" y="19321"/>
                  </a:cubicBezTo>
                  <a:cubicBezTo>
                    <a:pt x="6870" y="18462"/>
                    <a:pt x="7299" y="17604"/>
                    <a:pt x="7299" y="16745"/>
                  </a:cubicBezTo>
                  <a:cubicBezTo>
                    <a:pt x="7299" y="15886"/>
                    <a:pt x="7299" y="15027"/>
                    <a:pt x="7299" y="14169"/>
                  </a:cubicBezTo>
                  <a:cubicBezTo>
                    <a:pt x="7728" y="10734"/>
                    <a:pt x="7728" y="7299"/>
                    <a:pt x="8158" y="3864"/>
                  </a:cubicBezTo>
                  <a:cubicBezTo>
                    <a:pt x="8587" y="2576"/>
                    <a:pt x="7299" y="859"/>
                    <a:pt x="6011" y="429"/>
                  </a:cubicBezTo>
                  <a:cubicBezTo>
                    <a:pt x="5582" y="0"/>
                    <a:pt x="3864" y="-429"/>
                    <a:pt x="3435" y="859"/>
                  </a:cubicBezTo>
                  <a:lnTo>
                    <a:pt x="3435" y="859"/>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1" name="Google Shape;831;p38"/>
            <p:cNvSpPr/>
            <p:nvPr/>
          </p:nvSpPr>
          <p:spPr>
            <a:xfrm>
              <a:off x="2855977" y="1384588"/>
              <a:ext cx="41845" cy="41845"/>
            </a:xfrm>
            <a:custGeom>
              <a:avLst/>
              <a:gdLst/>
              <a:ahLst/>
              <a:cxnLst/>
              <a:rect l="l" t="t" r="r" b="b"/>
              <a:pathLst>
                <a:path w="37783" h="37783" extrusionOk="0">
                  <a:moveTo>
                    <a:pt x="37783" y="18892"/>
                  </a:moveTo>
                  <a:cubicBezTo>
                    <a:pt x="37783" y="29325"/>
                    <a:pt x="29325" y="37784"/>
                    <a:pt x="18892" y="37784"/>
                  </a:cubicBezTo>
                  <a:cubicBezTo>
                    <a:pt x="8458" y="37784"/>
                    <a:pt x="0" y="29325"/>
                    <a:pt x="0" y="18892"/>
                  </a:cubicBezTo>
                  <a:cubicBezTo>
                    <a:pt x="0" y="8458"/>
                    <a:pt x="8458" y="0"/>
                    <a:pt x="18892" y="0"/>
                  </a:cubicBezTo>
                  <a:cubicBezTo>
                    <a:pt x="29325" y="0"/>
                    <a:pt x="37783" y="8458"/>
                    <a:pt x="37783"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2" name="Google Shape;832;p38"/>
            <p:cNvSpPr/>
            <p:nvPr/>
          </p:nvSpPr>
          <p:spPr>
            <a:xfrm>
              <a:off x="2937474" y="1384588"/>
              <a:ext cx="41845" cy="41845"/>
            </a:xfrm>
            <a:custGeom>
              <a:avLst/>
              <a:gdLst/>
              <a:ahLst/>
              <a:cxnLst/>
              <a:rect l="l" t="t" r="r" b="b"/>
              <a:pathLst>
                <a:path w="37783" h="37783" extrusionOk="0">
                  <a:moveTo>
                    <a:pt x="37784" y="18892"/>
                  </a:moveTo>
                  <a:cubicBezTo>
                    <a:pt x="37784" y="29325"/>
                    <a:pt x="29325" y="37784"/>
                    <a:pt x="18892" y="37784"/>
                  </a:cubicBezTo>
                  <a:cubicBezTo>
                    <a:pt x="8458" y="37784"/>
                    <a:pt x="0" y="29325"/>
                    <a:pt x="0" y="18892"/>
                  </a:cubicBezTo>
                  <a:cubicBezTo>
                    <a:pt x="0" y="8458"/>
                    <a:pt x="8458" y="0"/>
                    <a:pt x="18892" y="0"/>
                  </a:cubicBezTo>
                  <a:cubicBezTo>
                    <a:pt x="29325" y="0"/>
                    <a:pt x="37784" y="8458"/>
                    <a:pt x="37784"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3" name="Google Shape;833;p38"/>
            <p:cNvSpPr/>
            <p:nvPr/>
          </p:nvSpPr>
          <p:spPr>
            <a:xfrm>
              <a:off x="2894581" y="1435107"/>
              <a:ext cx="41845" cy="41845"/>
            </a:xfrm>
            <a:custGeom>
              <a:avLst/>
              <a:gdLst/>
              <a:ahLst/>
              <a:cxnLst/>
              <a:rect l="l" t="t" r="r" b="b"/>
              <a:pathLst>
                <a:path w="37783" h="37783" extrusionOk="0">
                  <a:moveTo>
                    <a:pt x="37784" y="18892"/>
                  </a:moveTo>
                  <a:cubicBezTo>
                    <a:pt x="37784" y="29325"/>
                    <a:pt x="29325" y="37784"/>
                    <a:pt x="18892" y="37784"/>
                  </a:cubicBezTo>
                  <a:cubicBezTo>
                    <a:pt x="8458" y="37784"/>
                    <a:pt x="0" y="29325"/>
                    <a:pt x="0" y="18892"/>
                  </a:cubicBezTo>
                  <a:cubicBezTo>
                    <a:pt x="0" y="8458"/>
                    <a:pt x="8458" y="0"/>
                    <a:pt x="18892" y="0"/>
                  </a:cubicBezTo>
                  <a:cubicBezTo>
                    <a:pt x="29325" y="0"/>
                    <a:pt x="37784" y="8458"/>
                    <a:pt x="37784"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4" name="Google Shape;834;p38"/>
            <p:cNvSpPr/>
            <p:nvPr/>
          </p:nvSpPr>
          <p:spPr>
            <a:xfrm>
              <a:off x="2718182" y="1356946"/>
              <a:ext cx="29067" cy="125667"/>
            </a:xfrm>
            <a:custGeom>
              <a:avLst/>
              <a:gdLst/>
              <a:ahLst/>
              <a:cxnLst/>
              <a:rect l="l" t="t" r="r" b="b"/>
              <a:pathLst>
                <a:path w="26246" h="113469" extrusionOk="0">
                  <a:moveTo>
                    <a:pt x="26246" y="0"/>
                  </a:moveTo>
                  <a:cubicBezTo>
                    <a:pt x="21953" y="18033"/>
                    <a:pt x="14654" y="35207"/>
                    <a:pt x="9931" y="53240"/>
                  </a:cubicBezTo>
                  <a:cubicBezTo>
                    <a:pt x="7784" y="61828"/>
                    <a:pt x="6066" y="70844"/>
                    <a:pt x="3920" y="79431"/>
                  </a:cubicBezTo>
                  <a:cubicBezTo>
                    <a:pt x="1773" y="89306"/>
                    <a:pt x="-374" y="99182"/>
                    <a:pt x="55" y="109057"/>
                  </a:cubicBezTo>
                  <a:cubicBezTo>
                    <a:pt x="55" y="110774"/>
                    <a:pt x="3490" y="115497"/>
                    <a:pt x="5208" y="112492"/>
                  </a:cubicBezTo>
                  <a:cubicBezTo>
                    <a:pt x="9501" y="104763"/>
                    <a:pt x="10360" y="94888"/>
                    <a:pt x="12077" y="86301"/>
                  </a:cubicBezTo>
                  <a:cubicBezTo>
                    <a:pt x="13795" y="77284"/>
                    <a:pt x="15512" y="68268"/>
                    <a:pt x="17230" y="59251"/>
                  </a:cubicBezTo>
                  <a:cubicBezTo>
                    <a:pt x="20664" y="39930"/>
                    <a:pt x="21523" y="19750"/>
                    <a:pt x="26246" y="0"/>
                  </a:cubicBezTo>
                  <a:lnTo>
                    <a:pt x="26246" y="0"/>
                  </a:lnTo>
                  <a:lnTo>
                    <a:pt x="26246"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5" name="Google Shape;835;p38"/>
            <p:cNvSpPr/>
            <p:nvPr/>
          </p:nvSpPr>
          <p:spPr>
            <a:xfrm>
              <a:off x="3160516" y="1356946"/>
              <a:ext cx="28720" cy="125646"/>
            </a:xfrm>
            <a:custGeom>
              <a:avLst/>
              <a:gdLst/>
              <a:ahLst/>
              <a:cxnLst/>
              <a:rect l="l" t="t" r="r" b="b"/>
              <a:pathLst>
                <a:path w="25932" h="113450" extrusionOk="0">
                  <a:moveTo>
                    <a:pt x="0" y="0"/>
                  </a:moveTo>
                  <a:cubicBezTo>
                    <a:pt x="4294" y="18033"/>
                    <a:pt x="6011" y="36495"/>
                    <a:pt x="9016" y="54958"/>
                  </a:cubicBezTo>
                  <a:cubicBezTo>
                    <a:pt x="10734" y="63974"/>
                    <a:pt x="12451" y="73420"/>
                    <a:pt x="14169" y="82437"/>
                  </a:cubicBezTo>
                  <a:cubicBezTo>
                    <a:pt x="15886" y="91883"/>
                    <a:pt x="17604" y="101758"/>
                    <a:pt x="21039" y="110345"/>
                  </a:cubicBezTo>
                  <a:cubicBezTo>
                    <a:pt x="21468" y="111633"/>
                    <a:pt x="25761" y="115497"/>
                    <a:pt x="25761" y="112062"/>
                  </a:cubicBezTo>
                  <a:cubicBezTo>
                    <a:pt x="26620" y="103046"/>
                    <a:pt x="24044" y="94029"/>
                    <a:pt x="22327" y="85013"/>
                  </a:cubicBezTo>
                  <a:cubicBezTo>
                    <a:pt x="20609" y="75567"/>
                    <a:pt x="18462" y="66550"/>
                    <a:pt x="16316" y="57105"/>
                  </a:cubicBezTo>
                  <a:cubicBezTo>
                    <a:pt x="11593" y="38213"/>
                    <a:pt x="4723" y="19750"/>
                    <a:pt x="0" y="0"/>
                  </a:cubicBez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6" name="Google Shape;836;p38"/>
            <p:cNvSpPr/>
            <p:nvPr/>
          </p:nvSpPr>
          <p:spPr>
            <a:xfrm>
              <a:off x="2545049" y="1459234"/>
              <a:ext cx="319736" cy="154713"/>
            </a:xfrm>
            <a:custGeom>
              <a:avLst/>
              <a:gdLst/>
              <a:ahLst/>
              <a:cxnLst/>
              <a:rect l="l" t="t" r="r" b="b"/>
              <a:pathLst>
                <a:path w="288701" h="139696" extrusionOk="0">
                  <a:moveTo>
                    <a:pt x="35810" y="1449"/>
                  </a:moveTo>
                  <a:cubicBezTo>
                    <a:pt x="35810" y="1449"/>
                    <a:pt x="39245" y="-19160"/>
                    <a:pt x="270669" y="95049"/>
                  </a:cubicBezTo>
                  <a:lnTo>
                    <a:pt x="288702" y="139273"/>
                  </a:lnTo>
                  <a:cubicBezTo>
                    <a:pt x="288702" y="139273"/>
                    <a:pt x="81751" y="145714"/>
                    <a:pt x="31087" y="108360"/>
                  </a:cubicBezTo>
                  <a:cubicBezTo>
                    <a:pt x="-20007" y="71005"/>
                    <a:pt x="-686" y="11754"/>
                    <a:pt x="35810" y="1449"/>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7" name="Google Shape;837;p38"/>
            <p:cNvSpPr/>
            <p:nvPr/>
          </p:nvSpPr>
          <p:spPr>
            <a:xfrm>
              <a:off x="3043276" y="1459234"/>
              <a:ext cx="319538" cy="154713"/>
            </a:xfrm>
            <a:custGeom>
              <a:avLst/>
              <a:gdLst/>
              <a:ahLst/>
              <a:cxnLst/>
              <a:rect l="l" t="t" r="r" b="b"/>
              <a:pathLst>
                <a:path w="288522" h="139696" extrusionOk="0">
                  <a:moveTo>
                    <a:pt x="252892" y="1449"/>
                  </a:moveTo>
                  <a:cubicBezTo>
                    <a:pt x="252892" y="1449"/>
                    <a:pt x="249457" y="-19160"/>
                    <a:pt x="18033" y="95049"/>
                  </a:cubicBezTo>
                  <a:lnTo>
                    <a:pt x="0" y="139273"/>
                  </a:lnTo>
                  <a:cubicBezTo>
                    <a:pt x="0" y="139273"/>
                    <a:pt x="206950" y="145714"/>
                    <a:pt x="257615" y="108360"/>
                  </a:cubicBezTo>
                  <a:cubicBezTo>
                    <a:pt x="308279" y="71005"/>
                    <a:pt x="289387" y="11754"/>
                    <a:pt x="252892" y="1449"/>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8" name="Google Shape;838;p38"/>
            <p:cNvSpPr/>
            <p:nvPr/>
          </p:nvSpPr>
          <p:spPr>
            <a:xfrm>
              <a:off x="2602847" y="1488009"/>
              <a:ext cx="75668" cy="41370"/>
            </a:xfrm>
            <a:custGeom>
              <a:avLst/>
              <a:gdLst/>
              <a:ahLst/>
              <a:cxnLst/>
              <a:rect l="l" t="t" r="r" b="b"/>
              <a:pathLst>
                <a:path w="68323" h="37354" extrusionOk="0">
                  <a:moveTo>
                    <a:pt x="68323" y="0"/>
                  </a:moveTo>
                  <a:cubicBezTo>
                    <a:pt x="60595" y="859"/>
                    <a:pt x="52867" y="859"/>
                    <a:pt x="45138" y="3006"/>
                  </a:cubicBezTo>
                  <a:cubicBezTo>
                    <a:pt x="38698" y="5152"/>
                    <a:pt x="32257" y="7299"/>
                    <a:pt x="26676" y="10734"/>
                  </a:cubicBezTo>
                  <a:cubicBezTo>
                    <a:pt x="20665" y="13739"/>
                    <a:pt x="15083" y="17604"/>
                    <a:pt x="10360" y="21897"/>
                  </a:cubicBezTo>
                  <a:cubicBezTo>
                    <a:pt x="7784" y="24044"/>
                    <a:pt x="5637" y="26620"/>
                    <a:pt x="3490" y="29196"/>
                  </a:cubicBezTo>
                  <a:cubicBezTo>
                    <a:pt x="1773" y="31343"/>
                    <a:pt x="-374" y="33490"/>
                    <a:pt x="56" y="36495"/>
                  </a:cubicBezTo>
                  <a:cubicBezTo>
                    <a:pt x="56" y="36925"/>
                    <a:pt x="485" y="37354"/>
                    <a:pt x="1344" y="37354"/>
                  </a:cubicBezTo>
                  <a:cubicBezTo>
                    <a:pt x="3920" y="36925"/>
                    <a:pt x="5637" y="33919"/>
                    <a:pt x="7355" y="31773"/>
                  </a:cubicBezTo>
                  <a:cubicBezTo>
                    <a:pt x="9501" y="29626"/>
                    <a:pt x="11648" y="27479"/>
                    <a:pt x="14224" y="25332"/>
                  </a:cubicBezTo>
                  <a:cubicBezTo>
                    <a:pt x="18947" y="21468"/>
                    <a:pt x="24100" y="17604"/>
                    <a:pt x="29681" y="14598"/>
                  </a:cubicBezTo>
                  <a:cubicBezTo>
                    <a:pt x="35263" y="11593"/>
                    <a:pt x="40845" y="9016"/>
                    <a:pt x="46856" y="6440"/>
                  </a:cubicBezTo>
                  <a:cubicBezTo>
                    <a:pt x="53725" y="4723"/>
                    <a:pt x="60595" y="0"/>
                    <a:pt x="68323" y="0"/>
                  </a:cubicBezTo>
                  <a:cubicBezTo>
                    <a:pt x="68323" y="429"/>
                    <a:pt x="68323" y="0"/>
                    <a:pt x="68323" y="0"/>
                  </a:cubicBezTo>
                  <a:lnTo>
                    <a:pt x="68323"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39" name="Google Shape;839;p38"/>
            <p:cNvSpPr/>
            <p:nvPr/>
          </p:nvSpPr>
          <p:spPr>
            <a:xfrm>
              <a:off x="3228788" y="1482767"/>
              <a:ext cx="92824" cy="29600"/>
            </a:xfrm>
            <a:custGeom>
              <a:avLst/>
              <a:gdLst/>
              <a:ahLst/>
              <a:cxnLst/>
              <a:rect l="l" t="t" r="r" b="b"/>
              <a:pathLst>
                <a:path w="83814" h="26727" extrusionOk="0">
                  <a:moveTo>
                    <a:pt x="322" y="6440"/>
                  </a:moveTo>
                  <a:cubicBezTo>
                    <a:pt x="4186" y="5582"/>
                    <a:pt x="5045" y="6870"/>
                    <a:pt x="8480" y="7728"/>
                  </a:cubicBezTo>
                  <a:cubicBezTo>
                    <a:pt x="10197" y="8158"/>
                    <a:pt x="11485" y="8158"/>
                    <a:pt x="13203" y="8158"/>
                  </a:cubicBezTo>
                  <a:cubicBezTo>
                    <a:pt x="16638" y="8587"/>
                    <a:pt x="20502" y="9016"/>
                    <a:pt x="23937" y="9446"/>
                  </a:cubicBezTo>
                  <a:cubicBezTo>
                    <a:pt x="30377" y="10734"/>
                    <a:pt x="37247" y="12022"/>
                    <a:pt x="43687" y="13739"/>
                  </a:cubicBezTo>
                  <a:cubicBezTo>
                    <a:pt x="49698" y="15028"/>
                    <a:pt x="55709" y="16745"/>
                    <a:pt x="61720" y="18462"/>
                  </a:cubicBezTo>
                  <a:cubicBezTo>
                    <a:pt x="67731" y="20609"/>
                    <a:pt x="72883" y="23615"/>
                    <a:pt x="78895" y="26191"/>
                  </a:cubicBezTo>
                  <a:cubicBezTo>
                    <a:pt x="80612" y="27049"/>
                    <a:pt x="82759" y="27049"/>
                    <a:pt x="83617" y="24903"/>
                  </a:cubicBezTo>
                  <a:cubicBezTo>
                    <a:pt x="84476" y="22756"/>
                    <a:pt x="82329" y="20180"/>
                    <a:pt x="81041" y="18892"/>
                  </a:cubicBezTo>
                  <a:cubicBezTo>
                    <a:pt x="70307" y="9446"/>
                    <a:pt x="54850" y="6011"/>
                    <a:pt x="41540" y="3005"/>
                  </a:cubicBezTo>
                  <a:cubicBezTo>
                    <a:pt x="34671" y="1717"/>
                    <a:pt x="27801" y="0"/>
                    <a:pt x="20931" y="0"/>
                  </a:cubicBezTo>
                  <a:cubicBezTo>
                    <a:pt x="17496" y="0"/>
                    <a:pt x="13632" y="0"/>
                    <a:pt x="10197" y="859"/>
                  </a:cubicBezTo>
                  <a:cubicBezTo>
                    <a:pt x="8909" y="1288"/>
                    <a:pt x="7192" y="1717"/>
                    <a:pt x="5904" y="2576"/>
                  </a:cubicBezTo>
                  <a:cubicBezTo>
                    <a:pt x="3328" y="3864"/>
                    <a:pt x="2469" y="5582"/>
                    <a:pt x="322" y="6440"/>
                  </a:cubicBezTo>
                  <a:cubicBezTo>
                    <a:pt x="-107" y="6440"/>
                    <a:pt x="-107" y="6440"/>
                    <a:pt x="322" y="6440"/>
                  </a:cubicBezTo>
                  <a:lnTo>
                    <a:pt x="322" y="644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0" name="Google Shape;840;p38"/>
            <p:cNvSpPr/>
            <p:nvPr/>
          </p:nvSpPr>
          <p:spPr>
            <a:xfrm>
              <a:off x="2825432" y="1526617"/>
              <a:ext cx="177956" cy="109009"/>
            </a:xfrm>
            <a:custGeom>
              <a:avLst/>
              <a:gdLst/>
              <a:ahLst/>
              <a:cxnLst/>
              <a:rect l="l" t="t" r="r" b="b"/>
              <a:pathLst>
                <a:path w="160683" h="98428" extrusionOk="0">
                  <a:moveTo>
                    <a:pt x="1327" y="39927"/>
                  </a:moveTo>
                  <a:cubicBezTo>
                    <a:pt x="-1679" y="36063"/>
                    <a:pt x="897" y="30052"/>
                    <a:pt x="4332" y="26617"/>
                  </a:cubicBezTo>
                  <a:cubicBezTo>
                    <a:pt x="9484" y="21465"/>
                    <a:pt x="15925" y="18030"/>
                    <a:pt x="23224" y="17601"/>
                  </a:cubicBezTo>
                  <a:cubicBezTo>
                    <a:pt x="30523" y="16742"/>
                    <a:pt x="37822" y="18459"/>
                    <a:pt x="45550" y="18459"/>
                  </a:cubicBezTo>
                  <a:cubicBezTo>
                    <a:pt x="57143" y="18889"/>
                    <a:pt x="68736" y="15454"/>
                    <a:pt x="78182" y="9014"/>
                  </a:cubicBezTo>
                  <a:cubicBezTo>
                    <a:pt x="84622" y="4720"/>
                    <a:pt x="91492" y="-1720"/>
                    <a:pt x="98791" y="426"/>
                  </a:cubicBezTo>
                  <a:cubicBezTo>
                    <a:pt x="103943" y="1714"/>
                    <a:pt x="107378" y="6437"/>
                    <a:pt x="107807" y="12019"/>
                  </a:cubicBezTo>
                  <a:cubicBezTo>
                    <a:pt x="108666" y="19318"/>
                    <a:pt x="104802" y="26188"/>
                    <a:pt x="99650" y="31340"/>
                  </a:cubicBezTo>
                  <a:cubicBezTo>
                    <a:pt x="94068" y="36922"/>
                    <a:pt x="86769" y="41215"/>
                    <a:pt x="79040" y="42933"/>
                  </a:cubicBezTo>
                  <a:lnTo>
                    <a:pt x="78611" y="42933"/>
                  </a:lnTo>
                  <a:cubicBezTo>
                    <a:pt x="69165" y="45938"/>
                    <a:pt x="69165" y="59248"/>
                    <a:pt x="78182" y="62683"/>
                  </a:cubicBezTo>
                  <a:cubicBezTo>
                    <a:pt x="86339" y="65689"/>
                    <a:pt x="94927" y="67836"/>
                    <a:pt x="100508" y="67836"/>
                  </a:cubicBezTo>
                  <a:cubicBezTo>
                    <a:pt x="116824" y="68265"/>
                    <a:pt x="132281" y="60107"/>
                    <a:pt x="148167" y="61825"/>
                  </a:cubicBezTo>
                  <a:cubicBezTo>
                    <a:pt x="150743" y="62254"/>
                    <a:pt x="153749" y="62683"/>
                    <a:pt x="155895" y="64401"/>
                  </a:cubicBezTo>
                  <a:cubicBezTo>
                    <a:pt x="159330" y="66977"/>
                    <a:pt x="161048" y="71700"/>
                    <a:pt x="160618" y="75993"/>
                  </a:cubicBezTo>
                  <a:cubicBezTo>
                    <a:pt x="160189" y="80287"/>
                    <a:pt x="128417" y="95744"/>
                    <a:pt x="115536" y="97891"/>
                  </a:cubicBezTo>
                  <a:cubicBezTo>
                    <a:pt x="93639" y="101755"/>
                    <a:pt x="27088" y="83722"/>
                    <a:pt x="13778" y="78570"/>
                  </a:cubicBezTo>
                  <a:lnTo>
                    <a:pt x="1327" y="39927"/>
                  </a:ln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1" name="Google Shape;841;p38"/>
            <p:cNvSpPr/>
            <p:nvPr/>
          </p:nvSpPr>
          <p:spPr>
            <a:xfrm>
              <a:off x="2904994" y="1526617"/>
              <a:ext cx="177956" cy="109009"/>
            </a:xfrm>
            <a:custGeom>
              <a:avLst/>
              <a:gdLst/>
              <a:ahLst/>
              <a:cxnLst/>
              <a:rect l="l" t="t" r="r" b="b"/>
              <a:pathLst>
                <a:path w="160683" h="98428" extrusionOk="0">
                  <a:moveTo>
                    <a:pt x="159357" y="39927"/>
                  </a:moveTo>
                  <a:cubicBezTo>
                    <a:pt x="162362" y="36063"/>
                    <a:pt x="159786" y="30052"/>
                    <a:pt x="156351" y="26617"/>
                  </a:cubicBezTo>
                  <a:cubicBezTo>
                    <a:pt x="151199" y="21465"/>
                    <a:pt x="144758" y="18030"/>
                    <a:pt x="137459" y="17601"/>
                  </a:cubicBezTo>
                  <a:cubicBezTo>
                    <a:pt x="130160" y="16742"/>
                    <a:pt x="122861" y="18459"/>
                    <a:pt x="115133" y="18459"/>
                  </a:cubicBezTo>
                  <a:cubicBezTo>
                    <a:pt x="103540" y="18889"/>
                    <a:pt x="91947" y="15454"/>
                    <a:pt x="82502" y="9014"/>
                  </a:cubicBezTo>
                  <a:cubicBezTo>
                    <a:pt x="76061" y="4720"/>
                    <a:pt x="69191" y="-1720"/>
                    <a:pt x="61892" y="426"/>
                  </a:cubicBezTo>
                  <a:cubicBezTo>
                    <a:pt x="56740" y="1714"/>
                    <a:pt x="53305" y="6437"/>
                    <a:pt x="52876" y="12019"/>
                  </a:cubicBezTo>
                  <a:cubicBezTo>
                    <a:pt x="52017" y="19318"/>
                    <a:pt x="55881" y="26188"/>
                    <a:pt x="61034" y="31340"/>
                  </a:cubicBezTo>
                  <a:cubicBezTo>
                    <a:pt x="66615" y="36922"/>
                    <a:pt x="73914" y="41215"/>
                    <a:pt x="81643" y="42933"/>
                  </a:cubicBezTo>
                  <a:lnTo>
                    <a:pt x="82072" y="42933"/>
                  </a:lnTo>
                  <a:cubicBezTo>
                    <a:pt x="91518" y="45938"/>
                    <a:pt x="91518" y="59248"/>
                    <a:pt x="82502" y="62683"/>
                  </a:cubicBezTo>
                  <a:cubicBezTo>
                    <a:pt x="74344" y="65689"/>
                    <a:pt x="65757" y="67836"/>
                    <a:pt x="60175" y="67836"/>
                  </a:cubicBezTo>
                  <a:cubicBezTo>
                    <a:pt x="43859" y="68265"/>
                    <a:pt x="28402" y="60107"/>
                    <a:pt x="12516" y="61825"/>
                  </a:cubicBezTo>
                  <a:cubicBezTo>
                    <a:pt x="9940" y="62254"/>
                    <a:pt x="6935" y="62683"/>
                    <a:pt x="4788" y="64401"/>
                  </a:cubicBezTo>
                  <a:cubicBezTo>
                    <a:pt x="1353" y="66977"/>
                    <a:pt x="-365" y="71700"/>
                    <a:pt x="65" y="75993"/>
                  </a:cubicBezTo>
                  <a:cubicBezTo>
                    <a:pt x="494" y="80287"/>
                    <a:pt x="32267" y="95744"/>
                    <a:pt x="45147" y="97891"/>
                  </a:cubicBezTo>
                  <a:cubicBezTo>
                    <a:pt x="67045" y="101755"/>
                    <a:pt x="133595" y="83722"/>
                    <a:pt x="146905" y="78570"/>
                  </a:cubicBezTo>
                  <a:lnTo>
                    <a:pt x="159357" y="39927"/>
                  </a:ln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2" name="Google Shape;842;p38"/>
            <p:cNvSpPr/>
            <p:nvPr/>
          </p:nvSpPr>
          <p:spPr>
            <a:xfrm>
              <a:off x="2901723" y="1596672"/>
              <a:ext cx="107255" cy="42373"/>
            </a:xfrm>
            <a:custGeom>
              <a:avLst/>
              <a:gdLst/>
              <a:ahLst/>
              <a:cxnLst/>
              <a:rect l="l" t="t" r="r" b="b"/>
              <a:pathLst>
                <a:path w="96844" h="38260" extrusionOk="0">
                  <a:moveTo>
                    <a:pt x="8163" y="0"/>
                  </a:moveTo>
                  <a:cubicBezTo>
                    <a:pt x="2152" y="4723"/>
                    <a:pt x="-3429" y="12451"/>
                    <a:pt x="2582" y="19751"/>
                  </a:cubicBezTo>
                  <a:cubicBezTo>
                    <a:pt x="5587" y="23615"/>
                    <a:pt x="11169" y="26620"/>
                    <a:pt x="15892" y="28767"/>
                  </a:cubicBezTo>
                  <a:cubicBezTo>
                    <a:pt x="21044" y="31343"/>
                    <a:pt x="26196" y="33490"/>
                    <a:pt x="31778" y="35207"/>
                  </a:cubicBezTo>
                  <a:cubicBezTo>
                    <a:pt x="43371" y="38642"/>
                    <a:pt x="54534" y="38642"/>
                    <a:pt x="66127" y="37783"/>
                  </a:cubicBezTo>
                  <a:cubicBezTo>
                    <a:pt x="76431" y="37354"/>
                    <a:pt x="88453" y="36066"/>
                    <a:pt x="96611" y="29196"/>
                  </a:cubicBezTo>
                  <a:cubicBezTo>
                    <a:pt x="97470" y="28338"/>
                    <a:pt x="95752" y="26620"/>
                    <a:pt x="94894" y="26620"/>
                  </a:cubicBezTo>
                  <a:cubicBezTo>
                    <a:pt x="85448" y="28338"/>
                    <a:pt x="76431" y="29626"/>
                    <a:pt x="66985" y="29626"/>
                  </a:cubicBezTo>
                  <a:cubicBezTo>
                    <a:pt x="57539" y="29626"/>
                    <a:pt x="48094" y="29196"/>
                    <a:pt x="38648" y="27908"/>
                  </a:cubicBezTo>
                  <a:cubicBezTo>
                    <a:pt x="29631" y="26620"/>
                    <a:pt x="21044" y="22756"/>
                    <a:pt x="12457" y="18892"/>
                  </a:cubicBezTo>
                  <a:cubicBezTo>
                    <a:pt x="9022" y="17174"/>
                    <a:pt x="3440" y="16316"/>
                    <a:pt x="3440" y="12022"/>
                  </a:cubicBezTo>
                  <a:cubicBezTo>
                    <a:pt x="3011" y="7728"/>
                    <a:pt x="6017" y="3435"/>
                    <a:pt x="8163" y="0"/>
                  </a:cubicBezTo>
                  <a:cubicBezTo>
                    <a:pt x="8593" y="0"/>
                    <a:pt x="8163" y="0"/>
                    <a:pt x="8163" y="0"/>
                  </a:cubicBezTo>
                  <a:lnTo>
                    <a:pt x="8163"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3" name="Google Shape;843;p38"/>
            <p:cNvSpPr/>
            <p:nvPr/>
          </p:nvSpPr>
          <p:spPr>
            <a:xfrm>
              <a:off x="2543335" y="1049543"/>
              <a:ext cx="126962" cy="143757"/>
            </a:xfrm>
            <a:custGeom>
              <a:avLst/>
              <a:gdLst/>
              <a:ahLst/>
              <a:cxnLst/>
              <a:rect l="l" t="t" r="r" b="b"/>
              <a:pathLst>
                <a:path w="114638" h="129803" extrusionOk="0">
                  <a:moveTo>
                    <a:pt x="0" y="0"/>
                  </a:moveTo>
                  <a:cubicBezTo>
                    <a:pt x="0" y="0"/>
                    <a:pt x="103475" y="56675"/>
                    <a:pt x="114638" y="129237"/>
                  </a:cubicBezTo>
                  <a:cubicBezTo>
                    <a:pt x="114638" y="129666"/>
                    <a:pt x="35637" y="143835"/>
                    <a:pt x="0"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4" name="Google Shape;844;p38"/>
            <p:cNvSpPr/>
            <p:nvPr/>
          </p:nvSpPr>
          <p:spPr>
            <a:xfrm>
              <a:off x="1997935" y="812384"/>
              <a:ext cx="616459" cy="554081"/>
            </a:xfrm>
            <a:custGeom>
              <a:avLst/>
              <a:gdLst/>
              <a:ahLst/>
              <a:cxnLst/>
              <a:rect l="l" t="t" r="r" b="b"/>
              <a:pathLst>
                <a:path w="556622" h="500299" extrusionOk="0">
                  <a:moveTo>
                    <a:pt x="399898" y="13144"/>
                  </a:moveTo>
                  <a:cubicBezTo>
                    <a:pt x="399898" y="13144"/>
                    <a:pt x="403333" y="126495"/>
                    <a:pt x="472030" y="161702"/>
                  </a:cubicBezTo>
                  <a:cubicBezTo>
                    <a:pt x="546309" y="199486"/>
                    <a:pt x="658801" y="412876"/>
                    <a:pt x="365549" y="488014"/>
                  </a:cubicBezTo>
                  <a:cubicBezTo>
                    <a:pt x="265080" y="513775"/>
                    <a:pt x="170621" y="497460"/>
                    <a:pt x="113516" y="453665"/>
                  </a:cubicBezTo>
                  <a:cubicBezTo>
                    <a:pt x="1454" y="367794"/>
                    <a:pt x="-31177" y="213654"/>
                    <a:pt x="31509" y="87423"/>
                  </a:cubicBezTo>
                  <a:cubicBezTo>
                    <a:pt x="41384" y="67673"/>
                    <a:pt x="51689" y="49640"/>
                    <a:pt x="62423" y="35471"/>
                  </a:cubicBezTo>
                  <a:cubicBezTo>
                    <a:pt x="109223" y="-28074"/>
                    <a:pt x="399898" y="13144"/>
                    <a:pt x="399898" y="1314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5" name="Google Shape;845;p38"/>
            <p:cNvSpPr/>
            <p:nvPr/>
          </p:nvSpPr>
          <p:spPr>
            <a:xfrm>
              <a:off x="2469464" y="634431"/>
              <a:ext cx="264861" cy="585357"/>
            </a:xfrm>
            <a:custGeom>
              <a:avLst/>
              <a:gdLst/>
              <a:ahLst/>
              <a:cxnLst/>
              <a:rect l="l" t="t" r="r" b="b"/>
              <a:pathLst>
                <a:path w="239152" h="528539" extrusionOk="0">
                  <a:moveTo>
                    <a:pt x="63116" y="379982"/>
                  </a:moveTo>
                  <a:lnTo>
                    <a:pt x="131813" y="264055"/>
                  </a:lnTo>
                  <a:cubicBezTo>
                    <a:pt x="131813" y="264055"/>
                    <a:pt x="54528" y="214249"/>
                    <a:pt x="0" y="18892"/>
                  </a:cubicBezTo>
                  <a:lnTo>
                    <a:pt x="49376" y="0"/>
                  </a:lnTo>
                  <a:cubicBezTo>
                    <a:pt x="49376" y="0"/>
                    <a:pt x="239152" y="246881"/>
                    <a:pt x="239152" y="290246"/>
                  </a:cubicBezTo>
                  <a:cubicBezTo>
                    <a:pt x="239152" y="333182"/>
                    <a:pt x="120220" y="528539"/>
                    <a:pt x="120220" y="528539"/>
                  </a:cubicBezTo>
                  <a:cubicBezTo>
                    <a:pt x="120220" y="528539"/>
                    <a:pt x="22756" y="470576"/>
                    <a:pt x="63116" y="379982"/>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6" name="Google Shape;846;p38"/>
            <p:cNvSpPr/>
            <p:nvPr/>
          </p:nvSpPr>
          <p:spPr>
            <a:xfrm>
              <a:off x="1878021" y="1055739"/>
              <a:ext cx="155017" cy="134073"/>
            </a:xfrm>
            <a:custGeom>
              <a:avLst/>
              <a:gdLst/>
              <a:ahLst/>
              <a:cxnLst/>
              <a:rect l="l" t="t" r="r" b="b"/>
              <a:pathLst>
                <a:path w="139970" h="121059" extrusionOk="0">
                  <a:moveTo>
                    <a:pt x="139971" y="0"/>
                  </a:moveTo>
                  <a:cubicBezTo>
                    <a:pt x="139971" y="0"/>
                    <a:pt x="11163" y="46800"/>
                    <a:pt x="0" y="119791"/>
                  </a:cubicBezTo>
                  <a:cubicBezTo>
                    <a:pt x="429" y="119361"/>
                    <a:pt x="104334" y="143406"/>
                    <a:pt x="139971" y="0"/>
                  </a:cubicBezTo>
                  <a:close/>
                </a:path>
              </a:pathLst>
            </a:custGeom>
            <a:solidFill>
              <a:srgbClr val="2F294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7" name="Google Shape;847;p38"/>
            <p:cNvSpPr/>
            <p:nvPr/>
          </p:nvSpPr>
          <p:spPr>
            <a:xfrm>
              <a:off x="1842277" y="644916"/>
              <a:ext cx="251546" cy="580601"/>
            </a:xfrm>
            <a:custGeom>
              <a:avLst/>
              <a:gdLst/>
              <a:ahLst/>
              <a:cxnLst/>
              <a:rect l="l" t="t" r="r" b="b"/>
              <a:pathLst>
                <a:path w="227130" h="524245" extrusionOk="0">
                  <a:moveTo>
                    <a:pt x="176037" y="375688"/>
                  </a:moveTo>
                  <a:lnTo>
                    <a:pt x="107339" y="259761"/>
                  </a:lnTo>
                  <a:cubicBezTo>
                    <a:pt x="107339" y="259761"/>
                    <a:pt x="218972" y="99182"/>
                    <a:pt x="227130" y="18892"/>
                  </a:cubicBezTo>
                  <a:lnTo>
                    <a:pt x="177754" y="0"/>
                  </a:lnTo>
                  <a:cubicBezTo>
                    <a:pt x="177754" y="0"/>
                    <a:pt x="0" y="243016"/>
                    <a:pt x="0" y="285952"/>
                  </a:cubicBezTo>
                  <a:cubicBezTo>
                    <a:pt x="0" y="328888"/>
                    <a:pt x="118932" y="524246"/>
                    <a:pt x="118932" y="524246"/>
                  </a:cubicBezTo>
                  <a:cubicBezTo>
                    <a:pt x="118932" y="524246"/>
                    <a:pt x="215967" y="466282"/>
                    <a:pt x="176037" y="375688"/>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8" name="Google Shape;848;p38"/>
            <p:cNvSpPr/>
            <p:nvPr/>
          </p:nvSpPr>
          <p:spPr>
            <a:xfrm>
              <a:off x="2187801" y="1167738"/>
              <a:ext cx="195911" cy="127772"/>
            </a:xfrm>
            <a:custGeom>
              <a:avLst/>
              <a:gdLst/>
              <a:ahLst/>
              <a:cxnLst/>
              <a:rect l="l" t="t" r="r" b="b"/>
              <a:pathLst>
                <a:path w="176895" h="115370" extrusionOk="0">
                  <a:moveTo>
                    <a:pt x="0" y="85013"/>
                  </a:moveTo>
                  <a:cubicBezTo>
                    <a:pt x="0" y="85013"/>
                    <a:pt x="43795" y="74279"/>
                    <a:pt x="41648" y="15457"/>
                  </a:cubicBezTo>
                  <a:lnTo>
                    <a:pt x="141259" y="0"/>
                  </a:lnTo>
                  <a:cubicBezTo>
                    <a:pt x="141259" y="0"/>
                    <a:pt x="129237" y="42507"/>
                    <a:pt x="176895" y="85442"/>
                  </a:cubicBezTo>
                  <a:cubicBezTo>
                    <a:pt x="176466" y="85013"/>
                    <a:pt x="80719" y="153281"/>
                    <a:pt x="0" y="85013"/>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9" name="Google Shape;849;p38"/>
            <p:cNvSpPr/>
            <p:nvPr/>
          </p:nvSpPr>
          <p:spPr>
            <a:xfrm>
              <a:off x="2398756" y="956597"/>
              <a:ext cx="91120" cy="117836"/>
            </a:xfrm>
            <a:custGeom>
              <a:avLst/>
              <a:gdLst/>
              <a:ahLst/>
              <a:cxnLst/>
              <a:rect l="l" t="t" r="r" b="b"/>
              <a:pathLst>
                <a:path w="82275" h="106398" extrusionOk="0">
                  <a:moveTo>
                    <a:pt x="1445" y="32640"/>
                  </a:moveTo>
                  <a:cubicBezTo>
                    <a:pt x="5739" y="24912"/>
                    <a:pt x="11320" y="17613"/>
                    <a:pt x="18190" y="12031"/>
                  </a:cubicBezTo>
                  <a:cubicBezTo>
                    <a:pt x="25918" y="5591"/>
                    <a:pt x="34935" y="438"/>
                    <a:pt x="45239" y="9"/>
                  </a:cubicBezTo>
                  <a:cubicBezTo>
                    <a:pt x="62414" y="-420"/>
                    <a:pt x="77871" y="14178"/>
                    <a:pt x="81306" y="31352"/>
                  </a:cubicBezTo>
                  <a:cubicBezTo>
                    <a:pt x="84740" y="48097"/>
                    <a:pt x="78729" y="66130"/>
                    <a:pt x="68425" y="80299"/>
                  </a:cubicBezTo>
                  <a:cubicBezTo>
                    <a:pt x="61985" y="88886"/>
                    <a:pt x="53827" y="96615"/>
                    <a:pt x="43951" y="101338"/>
                  </a:cubicBezTo>
                  <a:cubicBezTo>
                    <a:pt x="34076" y="106061"/>
                    <a:pt x="22913" y="107778"/>
                    <a:pt x="12179" y="105202"/>
                  </a:cubicBezTo>
                  <a:cubicBezTo>
                    <a:pt x="12179" y="105202"/>
                    <a:pt x="-4995" y="45092"/>
                    <a:pt x="1445" y="32640"/>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0" name="Google Shape;850;p38"/>
            <p:cNvSpPr/>
            <p:nvPr/>
          </p:nvSpPr>
          <p:spPr>
            <a:xfrm>
              <a:off x="2422878" y="979398"/>
              <a:ext cx="34118" cy="77723"/>
            </a:xfrm>
            <a:custGeom>
              <a:avLst/>
              <a:gdLst/>
              <a:ahLst/>
              <a:cxnLst/>
              <a:rect l="l" t="t" r="r" b="b"/>
              <a:pathLst>
                <a:path w="30806" h="70179" extrusionOk="0">
                  <a:moveTo>
                    <a:pt x="29948" y="78"/>
                  </a:moveTo>
                  <a:cubicBezTo>
                    <a:pt x="17067" y="-1210"/>
                    <a:pt x="8909" y="13817"/>
                    <a:pt x="5045" y="24122"/>
                  </a:cubicBezTo>
                  <a:cubicBezTo>
                    <a:pt x="2469" y="30991"/>
                    <a:pt x="1181" y="38291"/>
                    <a:pt x="322" y="45590"/>
                  </a:cubicBezTo>
                  <a:cubicBezTo>
                    <a:pt x="-107" y="49454"/>
                    <a:pt x="-107" y="53318"/>
                    <a:pt x="322" y="57182"/>
                  </a:cubicBezTo>
                  <a:cubicBezTo>
                    <a:pt x="322" y="61476"/>
                    <a:pt x="1610" y="65340"/>
                    <a:pt x="3328" y="69204"/>
                  </a:cubicBezTo>
                  <a:cubicBezTo>
                    <a:pt x="3328" y="69634"/>
                    <a:pt x="4616" y="70492"/>
                    <a:pt x="5045" y="70063"/>
                  </a:cubicBezTo>
                  <a:cubicBezTo>
                    <a:pt x="6333" y="67058"/>
                    <a:pt x="7192" y="64911"/>
                    <a:pt x="7621" y="61905"/>
                  </a:cubicBezTo>
                  <a:cubicBezTo>
                    <a:pt x="8051" y="58470"/>
                    <a:pt x="8051" y="55035"/>
                    <a:pt x="8480" y="51601"/>
                  </a:cubicBezTo>
                  <a:cubicBezTo>
                    <a:pt x="9339" y="44301"/>
                    <a:pt x="10627" y="37432"/>
                    <a:pt x="13203" y="30562"/>
                  </a:cubicBezTo>
                  <a:cubicBezTo>
                    <a:pt x="15350" y="24980"/>
                    <a:pt x="17926" y="19828"/>
                    <a:pt x="21361" y="15105"/>
                  </a:cubicBezTo>
                  <a:cubicBezTo>
                    <a:pt x="24795" y="10382"/>
                    <a:pt x="29089" y="6089"/>
                    <a:pt x="30806" y="507"/>
                  </a:cubicBezTo>
                  <a:cubicBezTo>
                    <a:pt x="30377" y="507"/>
                    <a:pt x="30377" y="78"/>
                    <a:pt x="29948" y="78"/>
                  </a:cubicBezTo>
                  <a:lnTo>
                    <a:pt x="29948" y="78"/>
                  </a:lnTo>
                  <a:close/>
                </a:path>
              </a:pathLst>
            </a:custGeom>
            <a:solidFill>
              <a:srgbClr val="2F294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1" name="Google Shape;851;p38"/>
            <p:cNvSpPr/>
            <p:nvPr/>
          </p:nvSpPr>
          <p:spPr>
            <a:xfrm>
              <a:off x="2427048" y="1008359"/>
              <a:ext cx="34358" cy="29203"/>
            </a:xfrm>
            <a:custGeom>
              <a:avLst/>
              <a:gdLst/>
              <a:ahLst/>
              <a:cxnLst/>
              <a:rect l="l" t="t" r="r" b="b"/>
              <a:pathLst>
                <a:path w="31023" h="26368" extrusionOk="0">
                  <a:moveTo>
                    <a:pt x="2576" y="6618"/>
                  </a:moveTo>
                  <a:cubicBezTo>
                    <a:pt x="3864" y="7906"/>
                    <a:pt x="5152" y="8336"/>
                    <a:pt x="6870" y="8336"/>
                  </a:cubicBezTo>
                  <a:cubicBezTo>
                    <a:pt x="8587" y="8765"/>
                    <a:pt x="9446" y="8765"/>
                    <a:pt x="10734" y="9194"/>
                  </a:cubicBezTo>
                  <a:cubicBezTo>
                    <a:pt x="11163" y="9194"/>
                    <a:pt x="12022" y="9624"/>
                    <a:pt x="12451" y="10053"/>
                  </a:cubicBezTo>
                  <a:cubicBezTo>
                    <a:pt x="12881" y="10053"/>
                    <a:pt x="12022" y="10053"/>
                    <a:pt x="12881" y="10053"/>
                  </a:cubicBezTo>
                  <a:cubicBezTo>
                    <a:pt x="13310" y="10053"/>
                    <a:pt x="13310" y="10482"/>
                    <a:pt x="13739" y="10482"/>
                  </a:cubicBezTo>
                  <a:cubicBezTo>
                    <a:pt x="14169" y="10912"/>
                    <a:pt x="15028" y="11341"/>
                    <a:pt x="15457" y="11341"/>
                  </a:cubicBezTo>
                  <a:cubicBezTo>
                    <a:pt x="15457" y="11341"/>
                    <a:pt x="16316" y="12200"/>
                    <a:pt x="15457" y="11341"/>
                  </a:cubicBezTo>
                  <a:cubicBezTo>
                    <a:pt x="15886" y="11341"/>
                    <a:pt x="15886" y="11770"/>
                    <a:pt x="16316" y="11770"/>
                  </a:cubicBezTo>
                  <a:cubicBezTo>
                    <a:pt x="16745" y="12200"/>
                    <a:pt x="17174" y="12629"/>
                    <a:pt x="17604" y="13059"/>
                  </a:cubicBezTo>
                  <a:cubicBezTo>
                    <a:pt x="17604" y="13059"/>
                    <a:pt x="18462" y="13917"/>
                    <a:pt x="18033" y="13488"/>
                  </a:cubicBezTo>
                  <a:cubicBezTo>
                    <a:pt x="17604" y="13059"/>
                    <a:pt x="18462" y="13917"/>
                    <a:pt x="18462" y="13917"/>
                  </a:cubicBezTo>
                  <a:cubicBezTo>
                    <a:pt x="18892" y="14347"/>
                    <a:pt x="19321" y="14776"/>
                    <a:pt x="19750" y="15635"/>
                  </a:cubicBezTo>
                  <a:cubicBezTo>
                    <a:pt x="19750" y="15635"/>
                    <a:pt x="20609" y="16493"/>
                    <a:pt x="20180" y="16064"/>
                  </a:cubicBezTo>
                  <a:cubicBezTo>
                    <a:pt x="19750" y="15635"/>
                    <a:pt x="20609" y="16493"/>
                    <a:pt x="20609" y="16493"/>
                  </a:cubicBezTo>
                  <a:cubicBezTo>
                    <a:pt x="21468" y="17781"/>
                    <a:pt x="21897" y="18640"/>
                    <a:pt x="22756" y="19928"/>
                  </a:cubicBezTo>
                  <a:cubicBezTo>
                    <a:pt x="22756" y="20358"/>
                    <a:pt x="23185" y="20358"/>
                    <a:pt x="23185" y="20787"/>
                  </a:cubicBezTo>
                  <a:cubicBezTo>
                    <a:pt x="22756" y="19928"/>
                    <a:pt x="23185" y="20787"/>
                    <a:pt x="23185" y="20787"/>
                  </a:cubicBezTo>
                  <a:cubicBezTo>
                    <a:pt x="23615" y="21646"/>
                    <a:pt x="24044" y="22504"/>
                    <a:pt x="24473" y="23363"/>
                  </a:cubicBezTo>
                  <a:cubicBezTo>
                    <a:pt x="25332" y="24651"/>
                    <a:pt x="27049" y="26369"/>
                    <a:pt x="28767" y="26369"/>
                  </a:cubicBezTo>
                  <a:cubicBezTo>
                    <a:pt x="30484" y="26369"/>
                    <a:pt x="31343" y="25081"/>
                    <a:pt x="30914" y="23363"/>
                  </a:cubicBezTo>
                  <a:cubicBezTo>
                    <a:pt x="30055" y="19499"/>
                    <a:pt x="27908" y="16064"/>
                    <a:pt x="25332" y="12629"/>
                  </a:cubicBezTo>
                  <a:cubicBezTo>
                    <a:pt x="23185" y="10053"/>
                    <a:pt x="20609" y="7048"/>
                    <a:pt x="18033" y="5330"/>
                  </a:cubicBezTo>
                  <a:cubicBezTo>
                    <a:pt x="15028" y="3183"/>
                    <a:pt x="11593" y="1466"/>
                    <a:pt x="7728" y="607"/>
                  </a:cubicBezTo>
                  <a:cubicBezTo>
                    <a:pt x="6011" y="178"/>
                    <a:pt x="3864" y="-252"/>
                    <a:pt x="2147" y="178"/>
                  </a:cubicBezTo>
                  <a:cubicBezTo>
                    <a:pt x="859" y="607"/>
                    <a:pt x="0" y="1036"/>
                    <a:pt x="0" y="2325"/>
                  </a:cubicBezTo>
                  <a:cubicBezTo>
                    <a:pt x="1288" y="4471"/>
                    <a:pt x="1717" y="5760"/>
                    <a:pt x="2576" y="6618"/>
                  </a:cubicBezTo>
                  <a:lnTo>
                    <a:pt x="2576" y="661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2" name="Google Shape;852;p38"/>
            <p:cNvSpPr/>
            <p:nvPr/>
          </p:nvSpPr>
          <p:spPr>
            <a:xfrm>
              <a:off x="2039867" y="968874"/>
              <a:ext cx="108133" cy="119637"/>
            </a:xfrm>
            <a:custGeom>
              <a:avLst/>
              <a:gdLst/>
              <a:ahLst/>
              <a:cxnLst/>
              <a:rect l="l" t="t" r="r" b="b"/>
              <a:pathLst>
                <a:path w="97637" h="108024" extrusionOk="0">
                  <a:moveTo>
                    <a:pt x="84757" y="21151"/>
                  </a:moveTo>
                  <a:cubicBezTo>
                    <a:pt x="77887" y="14282"/>
                    <a:pt x="69300" y="8700"/>
                    <a:pt x="60284" y="4836"/>
                  </a:cubicBezTo>
                  <a:cubicBezTo>
                    <a:pt x="49979" y="542"/>
                    <a:pt x="38816" y="-1604"/>
                    <a:pt x="28082" y="1401"/>
                  </a:cubicBezTo>
                  <a:cubicBezTo>
                    <a:pt x="9619" y="6553"/>
                    <a:pt x="-1544" y="27163"/>
                    <a:pt x="173" y="46484"/>
                  </a:cubicBezTo>
                  <a:cubicBezTo>
                    <a:pt x="1891" y="65375"/>
                    <a:pt x="14342" y="82120"/>
                    <a:pt x="30228" y="93283"/>
                  </a:cubicBezTo>
                  <a:cubicBezTo>
                    <a:pt x="40104" y="100153"/>
                    <a:pt x="51267" y="105735"/>
                    <a:pt x="62860" y="107452"/>
                  </a:cubicBezTo>
                  <a:cubicBezTo>
                    <a:pt x="74882" y="109170"/>
                    <a:pt x="87333" y="107023"/>
                    <a:pt x="97638" y="101012"/>
                  </a:cubicBezTo>
                  <a:cubicBezTo>
                    <a:pt x="97208" y="100583"/>
                    <a:pt x="95491" y="31885"/>
                    <a:pt x="84757" y="21151"/>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3" name="Google Shape;853;p38"/>
            <p:cNvSpPr/>
            <p:nvPr/>
          </p:nvSpPr>
          <p:spPr>
            <a:xfrm>
              <a:off x="2066059" y="997310"/>
              <a:ext cx="53231" cy="66312"/>
            </a:xfrm>
            <a:custGeom>
              <a:avLst/>
              <a:gdLst/>
              <a:ahLst/>
              <a:cxnLst/>
              <a:rect l="l" t="t" r="r" b="b"/>
              <a:pathLst>
                <a:path w="48064" h="59875" extrusionOk="0">
                  <a:moveTo>
                    <a:pt x="191" y="1545"/>
                  </a:moveTo>
                  <a:cubicBezTo>
                    <a:pt x="4914" y="5409"/>
                    <a:pt x="10066" y="7985"/>
                    <a:pt x="15218" y="11849"/>
                  </a:cubicBezTo>
                  <a:cubicBezTo>
                    <a:pt x="19941" y="15284"/>
                    <a:pt x="23806" y="19148"/>
                    <a:pt x="27240" y="23871"/>
                  </a:cubicBezTo>
                  <a:cubicBezTo>
                    <a:pt x="31105" y="29024"/>
                    <a:pt x="34110" y="34605"/>
                    <a:pt x="36686" y="40616"/>
                  </a:cubicBezTo>
                  <a:cubicBezTo>
                    <a:pt x="37974" y="43622"/>
                    <a:pt x="39262" y="47057"/>
                    <a:pt x="40550" y="50062"/>
                  </a:cubicBezTo>
                  <a:cubicBezTo>
                    <a:pt x="41839" y="53497"/>
                    <a:pt x="43556" y="56073"/>
                    <a:pt x="45703" y="59079"/>
                  </a:cubicBezTo>
                  <a:cubicBezTo>
                    <a:pt x="46132" y="59508"/>
                    <a:pt x="46991" y="60367"/>
                    <a:pt x="47420" y="59508"/>
                  </a:cubicBezTo>
                  <a:cubicBezTo>
                    <a:pt x="48279" y="56073"/>
                    <a:pt x="48279" y="53068"/>
                    <a:pt x="47420" y="49633"/>
                  </a:cubicBezTo>
                  <a:cubicBezTo>
                    <a:pt x="46561" y="46198"/>
                    <a:pt x="45273" y="42334"/>
                    <a:pt x="43985" y="38899"/>
                  </a:cubicBezTo>
                  <a:cubicBezTo>
                    <a:pt x="40980" y="31600"/>
                    <a:pt x="37116" y="24301"/>
                    <a:pt x="31963" y="18290"/>
                  </a:cubicBezTo>
                  <a:cubicBezTo>
                    <a:pt x="27670" y="13137"/>
                    <a:pt x="22517" y="7985"/>
                    <a:pt x="16936" y="4550"/>
                  </a:cubicBezTo>
                  <a:cubicBezTo>
                    <a:pt x="11784" y="1974"/>
                    <a:pt x="5343" y="-2320"/>
                    <a:pt x="191" y="1545"/>
                  </a:cubicBezTo>
                  <a:cubicBezTo>
                    <a:pt x="-239" y="1115"/>
                    <a:pt x="191" y="1115"/>
                    <a:pt x="191" y="1545"/>
                  </a:cubicBezTo>
                  <a:lnTo>
                    <a:pt x="191" y="154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4" name="Google Shape;854;p38"/>
            <p:cNvSpPr/>
            <p:nvPr/>
          </p:nvSpPr>
          <p:spPr>
            <a:xfrm>
              <a:off x="2094390" y="800016"/>
              <a:ext cx="349364" cy="399050"/>
            </a:xfrm>
            <a:custGeom>
              <a:avLst/>
              <a:gdLst/>
              <a:ahLst/>
              <a:cxnLst/>
              <a:rect l="l" t="t" r="r" b="b"/>
              <a:pathLst>
                <a:path w="315453" h="360316" extrusionOk="0">
                  <a:moveTo>
                    <a:pt x="308279" y="44037"/>
                  </a:moveTo>
                  <a:cubicBezTo>
                    <a:pt x="262338" y="7542"/>
                    <a:pt x="203516" y="-5339"/>
                    <a:pt x="146411" y="1960"/>
                  </a:cubicBezTo>
                  <a:lnTo>
                    <a:pt x="6440" y="69799"/>
                  </a:lnTo>
                  <a:cubicBezTo>
                    <a:pt x="4294" y="71946"/>
                    <a:pt x="2147" y="74092"/>
                    <a:pt x="0" y="76668"/>
                  </a:cubicBezTo>
                  <a:cubicBezTo>
                    <a:pt x="4294" y="106723"/>
                    <a:pt x="9017" y="136349"/>
                    <a:pt x="13739" y="165975"/>
                  </a:cubicBezTo>
                  <a:cubicBezTo>
                    <a:pt x="19321" y="199894"/>
                    <a:pt x="25332" y="233813"/>
                    <a:pt x="38642" y="265586"/>
                  </a:cubicBezTo>
                  <a:cubicBezTo>
                    <a:pt x="51523" y="297358"/>
                    <a:pt x="71703" y="326555"/>
                    <a:pt x="100470" y="343729"/>
                  </a:cubicBezTo>
                  <a:cubicBezTo>
                    <a:pt x="138253" y="366485"/>
                    <a:pt x="187629" y="365197"/>
                    <a:pt x="225842" y="343729"/>
                  </a:cubicBezTo>
                  <a:cubicBezTo>
                    <a:pt x="264484" y="322261"/>
                    <a:pt x="292393" y="282760"/>
                    <a:pt x="305273" y="238966"/>
                  </a:cubicBezTo>
                  <a:cubicBezTo>
                    <a:pt x="317725" y="196459"/>
                    <a:pt x="316437" y="150947"/>
                    <a:pt x="313431" y="106294"/>
                  </a:cubicBezTo>
                  <a:cubicBezTo>
                    <a:pt x="312143" y="86114"/>
                    <a:pt x="310426" y="65076"/>
                    <a:pt x="308279" y="44037"/>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5" name="Google Shape;855;p38"/>
            <p:cNvSpPr/>
            <p:nvPr/>
          </p:nvSpPr>
          <p:spPr>
            <a:xfrm>
              <a:off x="2093914" y="877970"/>
              <a:ext cx="8084" cy="7607"/>
            </a:xfrm>
            <a:custGeom>
              <a:avLst/>
              <a:gdLst/>
              <a:ahLst/>
              <a:cxnLst/>
              <a:rect l="l" t="t" r="r" b="b"/>
              <a:pathLst>
                <a:path w="7299" h="6869" extrusionOk="0">
                  <a:moveTo>
                    <a:pt x="7299" y="0"/>
                  </a:moveTo>
                  <a:lnTo>
                    <a:pt x="0" y="3435"/>
                  </a:lnTo>
                  <a:cubicBezTo>
                    <a:pt x="0" y="4723"/>
                    <a:pt x="429" y="5582"/>
                    <a:pt x="429" y="6870"/>
                  </a:cubicBezTo>
                  <a:cubicBezTo>
                    <a:pt x="2576" y="4723"/>
                    <a:pt x="5152" y="2147"/>
                    <a:pt x="7299" y="0"/>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6" name="Google Shape;856;p38"/>
            <p:cNvSpPr/>
            <p:nvPr/>
          </p:nvSpPr>
          <p:spPr>
            <a:xfrm>
              <a:off x="2334954" y="927271"/>
              <a:ext cx="56818" cy="29466"/>
            </a:xfrm>
            <a:custGeom>
              <a:avLst/>
              <a:gdLst/>
              <a:ahLst/>
              <a:cxnLst/>
              <a:rect l="l" t="t" r="r" b="b"/>
              <a:pathLst>
                <a:path w="51303" h="26606" extrusionOk="0">
                  <a:moveTo>
                    <a:pt x="51195" y="19989"/>
                  </a:moveTo>
                  <a:cubicBezTo>
                    <a:pt x="49907" y="28147"/>
                    <a:pt x="38314" y="27288"/>
                    <a:pt x="24145" y="25141"/>
                  </a:cubicBezTo>
                  <a:cubicBezTo>
                    <a:pt x="9977" y="22565"/>
                    <a:pt x="-1187" y="19989"/>
                    <a:pt x="101" y="11402"/>
                  </a:cubicBezTo>
                  <a:cubicBezTo>
                    <a:pt x="1389" y="3244"/>
                    <a:pt x="13841" y="-1908"/>
                    <a:pt x="28010" y="668"/>
                  </a:cubicBezTo>
                  <a:cubicBezTo>
                    <a:pt x="42178" y="3244"/>
                    <a:pt x="52483" y="11831"/>
                    <a:pt x="51195" y="1998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7" name="Google Shape;857;p38"/>
            <p:cNvSpPr/>
            <p:nvPr/>
          </p:nvSpPr>
          <p:spPr>
            <a:xfrm>
              <a:off x="2193400" y="927470"/>
              <a:ext cx="56818" cy="29268"/>
            </a:xfrm>
            <a:custGeom>
              <a:avLst/>
              <a:gdLst/>
              <a:ahLst/>
              <a:cxnLst/>
              <a:rect l="l" t="t" r="r" b="b"/>
              <a:pathLst>
                <a:path w="51303" h="26427" extrusionOk="0">
                  <a:moveTo>
                    <a:pt x="109" y="19809"/>
                  </a:moveTo>
                  <a:cubicBezTo>
                    <a:pt x="1397" y="27967"/>
                    <a:pt x="12989" y="27108"/>
                    <a:pt x="27158" y="24962"/>
                  </a:cubicBezTo>
                  <a:cubicBezTo>
                    <a:pt x="41327" y="22815"/>
                    <a:pt x="52490" y="19809"/>
                    <a:pt x="51202" y="11651"/>
                  </a:cubicBezTo>
                  <a:cubicBezTo>
                    <a:pt x="49914" y="3494"/>
                    <a:pt x="37463" y="-1659"/>
                    <a:pt x="23294" y="488"/>
                  </a:cubicBezTo>
                  <a:cubicBezTo>
                    <a:pt x="9125" y="2635"/>
                    <a:pt x="-1179" y="11222"/>
                    <a:pt x="109" y="1980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8" name="Google Shape;858;p38"/>
            <p:cNvSpPr/>
            <p:nvPr/>
          </p:nvSpPr>
          <p:spPr>
            <a:xfrm>
              <a:off x="2287971" y="931613"/>
              <a:ext cx="39380" cy="128460"/>
            </a:xfrm>
            <a:custGeom>
              <a:avLst/>
              <a:gdLst/>
              <a:ahLst/>
              <a:cxnLst/>
              <a:rect l="l" t="t" r="r" b="b"/>
              <a:pathLst>
                <a:path w="35558" h="115991" extrusionOk="0">
                  <a:moveTo>
                    <a:pt x="20102" y="191"/>
                  </a:moveTo>
                  <a:cubicBezTo>
                    <a:pt x="19243" y="11354"/>
                    <a:pt x="20531" y="22947"/>
                    <a:pt x="21819" y="34539"/>
                  </a:cubicBezTo>
                  <a:cubicBezTo>
                    <a:pt x="23107" y="45703"/>
                    <a:pt x="24395" y="57295"/>
                    <a:pt x="25683" y="68459"/>
                  </a:cubicBezTo>
                  <a:cubicBezTo>
                    <a:pt x="26542" y="74040"/>
                    <a:pt x="26971" y="79622"/>
                    <a:pt x="27830" y="85204"/>
                  </a:cubicBezTo>
                  <a:cubicBezTo>
                    <a:pt x="28689" y="90785"/>
                    <a:pt x="30406" y="97226"/>
                    <a:pt x="30406" y="103237"/>
                  </a:cubicBezTo>
                  <a:cubicBezTo>
                    <a:pt x="29977" y="107960"/>
                    <a:pt x="21819" y="109677"/>
                    <a:pt x="17526" y="110536"/>
                  </a:cubicBezTo>
                  <a:cubicBezTo>
                    <a:pt x="11944" y="111395"/>
                    <a:pt x="6792" y="110536"/>
                    <a:pt x="1210" y="109677"/>
                  </a:cubicBezTo>
                  <a:cubicBezTo>
                    <a:pt x="-1796" y="109248"/>
                    <a:pt x="1639" y="113541"/>
                    <a:pt x="2498" y="113971"/>
                  </a:cubicBezTo>
                  <a:cubicBezTo>
                    <a:pt x="12803" y="118264"/>
                    <a:pt x="25683" y="115259"/>
                    <a:pt x="35129" y="109248"/>
                  </a:cubicBezTo>
                  <a:cubicBezTo>
                    <a:pt x="35559" y="108818"/>
                    <a:pt x="35559" y="108389"/>
                    <a:pt x="35559" y="107960"/>
                  </a:cubicBezTo>
                  <a:cubicBezTo>
                    <a:pt x="33412" y="90356"/>
                    <a:pt x="30836" y="72323"/>
                    <a:pt x="28689" y="54719"/>
                  </a:cubicBezTo>
                  <a:cubicBezTo>
                    <a:pt x="26542" y="36257"/>
                    <a:pt x="24825" y="17795"/>
                    <a:pt x="20102" y="191"/>
                  </a:cubicBezTo>
                  <a:cubicBezTo>
                    <a:pt x="20102" y="191"/>
                    <a:pt x="20102" y="-238"/>
                    <a:pt x="20102" y="191"/>
                  </a:cubicBezTo>
                  <a:lnTo>
                    <a:pt x="20102" y="19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9" name="Google Shape;859;p38"/>
            <p:cNvSpPr/>
            <p:nvPr/>
          </p:nvSpPr>
          <p:spPr>
            <a:xfrm>
              <a:off x="2240374" y="1066233"/>
              <a:ext cx="84289" cy="56897"/>
            </a:xfrm>
            <a:custGeom>
              <a:avLst/>
              <a:gdLst/>
              <a:ahLst/>
              <a:cxnLst/>
              <a:rect l="l" t="t" r="r" b="b"/>
              <a:pathLst>
                <a:path w="76107" h="51374" extrusionOk="0">
                  <a:moveTo>
                    <a:pt x="71570" y="9438"/>
                  </a:moveTo>
                  <a:cubicBezTo>
                    <a:pt x="66417" y="5573"/>
                    <a:pt x="59977" y="6003"/>
                    <a:pt x="53966" y="8579"/>
                  </a:cubicBezTo>
                  <a:cubicBezTo>
                    <a:pt x="49243" y="10297"/>
                    <a:pt x="44091" y="11155"/>
                    <a:pt x="38938" y="10726"/>
                  </a:cubicBezTo>
                  <a:cubicBezTo>
                    <a:pt x="34215" y="9438"/>
                    <a:pt x="29493" y="7720"/>
                    <a:pt x="25199" y="4715"/>
                  </a:cubicBezTo>
                  <a:cubicBezTo>
                    <a:pt x="20047" y="851"/>
                    <a:pt x="14036" y="-1296"/>
                    <a:pt x="8025" y="851"/>
                  </a:cubicBezTo>
                  <a:cubicBezTo>
                    <a:pt x="-5285" y="6432"/>
                    <a:pt x="-5285" y="44216"/>
                    <a:pt x="33357" y="51086"/>
                  </a:cubicBezTo>
                  <a:lnTo>
                    <a:pt x="33357" y="51086"/>
                  </a:lnTo>
                  <a:cubicBezTo>
                    <a:pt x="73287" y="54950"/>
                    <a:pt x="83162" y="18884"/>
                    <a:pt x="71570" y="9438"/>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0" name="Google Shape;860;p38"/>
            <p:cNvSpPr/>
            <p:nvPr/>
          </p:nvSpPr>
          <p:spPr>
            <a:xfrm>
              <a:off x="1878497" y="1049543"/>
              <a:ext cx="790303" cy="640516"/>
            </a:xfrm>
            <a:custGeom>
              <a:avLst/>
              <a:gdLst/>
              <a:ahLst/>
              <a:cxnLst/>
              <a:rect l="l" t="t" r="r" b="b"/>
              <a:pathLst>
                <a:path w="713592" h="578344" extrusionOk="0">
                  <a:moveTo>
                    <a:pt x="139971" y="5152"/>
                  </a:moveTo>
                  <a:cubicBezTo>
                    <a:pt x="139971" y="5152"/>
                    <a:pt x="222407" y="148558"/>
                    <a:pt x="291534" y="185053"/>
                  </a:cubicBezTo>
                  <a:cubicBezTo>
                    <a:pt x="291534" y="185053"/>
                    <a:pt x="307850" y="212103"/>
                    <a:pt x="372253" y="212103"/>
                  </a:cubicBezTo>
                  <a:cubicBezTo>
                    <a:pt x="436657" y="212103"/>
                    <a:pt x="442668" y="178613"/>
                    <a:pt x="442668" y="178613"/>
                  </a:cubicBezTo>
                  <a:lnTo>
                    <a:pt x="598954" y="0"/>
                  </a:lnTo>
                  <a:cubicBezTo>
                    <a:pt x="598954" y="0"/>
                    <a:pt x="654341" y="99182"/>
                    <a:pt x="713593" y="129237"/>
                  </a:cubicBezTo>
                  <a:cubicBezTo>
                    <a:pt x="713593" y="129237"/>
                    <a:pt x="616128" y="255468"/>
                    <a:pt x="555160" y="294969"/>
                  </a:cubicBezTo>
                  <a:cubicBezTo>
                    <a:pt x="555160" y="294969"/>
                    <a:pt x="616558" y="370106"/>
                    <a:pt x="549149" y="427211"/>
                  </a:cubicBezTo>
                  <a:lnTo>
                    <a:pt x="575339" y="578345"/>
                  </a:lnTo>
                  <a:lnTo>
                    <a:pt x="167020" y="578345"/>
                  </a:lnTo>
                  <a:lnTo>
                    <a:pt x="173461" y="319871"/>
                  </a:lnTo>
                  <a:cubicBezTo>
                    <a:pt x="173461" y="319871"/>
                    <a:pt x="96606" y="278224"/>
                    <a:pt x="0" y="124514"/>
                  </a:cubicBezTo>
                  <a:cubicBezTo>
                    <a:pt x="0" y="124943"/>
                    <a:pt x="118503" y="81578"/>
                    <a:pt x="139971" y="515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1" name="Google Shape;861;p38"/>
            <p:cNvSpPr/>
            <p:nvPr/>
          </p:nvSpPr>
          <p:spPr>
            <a:xfrm>
              <a:off x="2239773" y="1277832"/>
              <a:ext cx="177342" cy="412745"/>
            </a:xfrm>
            <a:custGeom>
              <a:avLst/>
              <a:gdLst/>
              <a:ahLst/>
              <a:cxnLst/>
              <a:rect l="l" t="t" r="r" b="b"/>
              <a:pathLst>
                <a:path w="160128" h="372682" extrusionOk="0">
                  <a:moveTo>
                    <a:pt x="88425" y="0"/>
                  </a:moveTo>
                  <a:cubicBezTo>
                    <a:pt x="78550" y="3864"/>
                    <a:pt x="64811" y="6440"/>
                    <a:pt x="46778" y="6440"/>
                  </a:cubicBezTo>
                  <a:cubicBezTo>
                    <a:pt x="29174" y="6440"/>
                    <a:pt x="15005" y="4294"/>
                    <a:pt x="4271" y="1288"/>
                  </a:cubicBezTo>
                  <a:cubicBezTo>
                    <a:pt x="-3887" y="125372"/>
                    <a:pt x="2554" y="248598"/>
                    <a:pt x="407" y="372682"/>
                  </a:cubicBezTo>
                  <a:lnTo>
                    <a:pt x="160128" y="372682"/>
                  </a:lnTo>
                  <a:cubicBezTo>
                    <a:pt x="157552" y="245163"/>
                    <a:pt x="139948" y="114638"/>
                    <a:pt x="88425"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2" name="Google Shape;862;p38"/>
            <p:cNvSpPr/>
            <p:nvPr/>
          </p:nvSpPr>
          <p:spPr>
            <a:xfrm>
              <a:off x="2200669" y="1253482"/>
              <a:ext cx="167380" cy="37667"/>
            </a:xfrm>
            <a:custGeom>
              <a:avLst/>
              <a:gdLst/>
              <a:ahLst/>
              <a:cxnLst/>
              <a:rect l="l" t="t" r="r" b="b"/>
              <a:pathLst>
                <a:path w="151133" h="34011" extrusionOk="0">
                  <a:moveTo>
                    <a:pt x="0" y="897"/>
                  </a:moveTo>
                  <a:cubicBezTo>
                    <a:pt x="2576" y="6909"/>
                    <a:pt x="8158" y="11202"/>
                    <a:pt x="12881" y="14637"/>
                  </a:cubicBezTo>
                  <a:cubicBezTo>
                    <a:pt x="18462" y="18930"/>
                    <a:pt x="24903" y="22365"/>
                    <a:pt x="31343" y="24941"/>
                  </a:cubicBezTo>
                  <a:cubicBezTo>
                    <a:pt x="45941" y="30952"/>
                    <a:pt x="62257" y="33528"/>
                    <a:pt x="78143" y="33958"/>
                  </a:cubicBezTo>
                  <a:cubicBezTo>
                    <a:pt x="93600" y="34387"/>
                    <a:pt x="109057" y="32240"/>
                    <a:pt x="123655" y="27088"/>
                  </a:cubicBezTo>
                  <a:cubicBezTo>
                    <a:pt x="134818" y="23224"/>
                    <a:pt x="148987" y="15496"/>
                    <a:pt x="151134" y="2615"/>
                  </a:cubicBezTo>
                  <a:cubicBezTo>
                    <a:pt x="151134" y="2185"/>
                    <a:pt x="150275" y="897"/>
                    <a:pt x="149846" y="1327"/>
                  </a:cubicBezTo>
                  <a:cubicBezTo>
                    <a:pt x="144693" y="4332"/>
                    <a:pt x="140829" y="8626"/>
                    <a:pt x="135677" y="11631"/>
                  </a:cubicBezTo>
                  <a:cubicBezTo>
                    <a:pt x="130095" y="15066"/>
                    <a:pt x="124514" y="17642"/>
                    <a:pt x="118503" y="19360"/>
                  </a:cubicBezTo>
                  <a:cubicBezTo>
                    <a:pt x="105622" y="23653"/>
                    <a:pt x="92312" y="25800"/>
                    <a:pt x="78572" y="26230"/>
                  </a:cubicBezTo>
                  <a:cubicBezTo>
                    <a:pt x="63974" y="26659"/>
                    <a:pt x="49376" y="24512"/>
                    <a:pt x="35637" y="20218"/>
                  </a:cubicBezTo>
                  <a:cubicBezTo>
                    <a:pt x="27908" y="17642"/>
                    <a:pt x="20609" y="14637"/>
                    <a:pt x="14169" y="10343"/>
                  </a:cubicBezTo>
                  <a:cubicBezTo>
                    <a:pt x="9446" y="7338"/>
                    <a:pt x="5582" y="3044"/>
                    <a:pt x="429" y="468"/>
                  </a:cubicBezTo>
                  <a:cubicBezTo>
                    <a:pt x="0" y="-391"/>
                    <a:pt x="0" y="39"/>
                    <a:pt x="0" y="897"/>
                  </a:cubicBezTo>
                  <a:lnTo>
                    <a:pt x="0" y="89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3" name="Google Shape;863;p38"/>
            <p:cNvSpPr/>
            <p:nvPr/>
          </p:nvSpPr>
          <p:spPr>
            <a:xfrm>
              <a:off x="2264850" y="1326348"/>
              <a:ext cx="260893" cy="230244"/>
            </a:xfrm>
            <a:custGeom>
              <a:avLst/>
              <a:gdLst/>
              <a:ahLst/>
              <a:cxnLst/>
              <a:rect l="l" t="t" r="r" b="b"/>
              <a:pathLst>
                <a:path w="235569" h="207895" extrusionOk="0">
                  <a:moveTo>
                    <a:pt x="172744" y="1375"/>
                  </a:moveTo>
                  <a:cubicBezTo>
                    <a:pt x="188631" y="21554"/>
                    <a:pt x="203658" y="40875"/>
                    <a:pt x="213963" y="64490"/>
                  </a:cubicBezTo>
                  <a:cubicBezTo>
                    <a:pt x="223838" y="87675"/>
                    <a:pt x="233284" y="118160"/>
                    <a:pt x="223838" y="143063"/>
                  </a:cubicBezTo>
                  <a:cubicBezTo>
                    <a:pt x="214821" y="166677"/>
                    <a:pt x="192924" y="182134"/>
                    <a:pt x="169739" y="189863"/>
                  </a:cubicBezTo>
                  <a:cubicBezTo>
                    <a:pt x="146554" y="197591"/>
                    <a:pt x="121651" y="199308"/>
                    <a:pt x="97177" y="199738"/>
                  </a:cubicBezTo>
                  <a:cubicBezTo>
                    <a:pt x="64976" y="200167"/>
                    <a:pt x="32774" y="198450"/>
                    <a:pt x="572" y="201455"/>
                  </a:cubicBezTo>
                  <a:cubicBezTo>
                    <a:pt x="-1146" y="201455"/>
                    <a:pt x="1431" y="205320"/>
                    <a:pt x="2719" y="205320"/>
                  </a:cubicBezTo>
                  <a:cubicBezTo>
                    <a:pt x="34491" y="207896"/>
                    <a:pt x="66693" y="207896"/>
                    <a:pt x="98895" y="207896"/>
                  </a:cubicBezTo>
                  <a:cubicBezTo>
                    <a:pt x="125086" y="207896"/>
                    <a:pt x="152135" y="207466"/>
                    <a:pt x="177038" y="198450"/>
                  </a:cubicBezTo>
                  <a:cubicBezTo>
                    <a:pt x="200223" y="190292"/>
                    <a:pt x="222550" y="173976"/>
                    <a:pt x="231566" y="149932"/>
                  </a:cubicBezTo>
                  <a:cubicBezTo>
                    <a:pt x="241012" y="124600"/>
                    <a:pt x="231996" y="94116"/>
                    <a:pt x="222550" y="70072"/>
                  </a:cubicBezTo>
                  <a:cubicBezTo>
                    <a:pt x="212245" y="44310"/>
                    <a:pt x="195930" y="16831"/>
                    <a:pt x="173174" y="86"/>
                  </a:cubicBezTo>
                  <a:cubicBezTo>
                    <a:pt x="172315" y="-343"/>
                    <a:pt x="172315" y="945"/>
                    <a:pt x="172744" y="1375"/>
                  </a:cubicBezTo>
                  <a:lnTo>
                    <a:pt x="172744" y="137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4" name="Google Shape;864;p38"/>
            <p:cNvSpPr/>
            <p:nvPr/>
          </p:nvSpPr>
          <p:spPr>
            <a:xfrm>
              <a:off x="2214014" y="1001407"/>
              <a:ext cx="15216" cy="41845"/>
            </a:xfrm>
            <a:custGeom>
              <a:avLst/>
              <a:gdLst/>
              <a:ahLst/>
              <a:cxnLst/>
              <a:rect l="l" t="t" r="r" b="b"/>
              <a:pathLst>
                <a:path w="13739" h="37783" extrusionOk="0">
                  <a:moveTo>
                    <a:pt x="0" y="18892"/>
                  </a:moveTo>
                  <a:cubicBezTo>
                    <a:pt x="0" y="29196"/>
                    <a:pt x="3006" y="37783"/>
                    <a:pt x="6870" y="37783"/>
                  </a:cubicBezTo>
                  <a:cubicBezTo>
                    <a:pt x="10734" y="37783"/>
                    <a:pt x="13739" y="29196"/>
                    <a:pt x="13739" y="18892"/>
                  </a:cubicBezTo>
                  <a:cubicBezTo>
                    <a:pt x="13739" y="8587"/>
                    <a:pt x="10734" y="0"/>
                    <a:pt x="6870" y="0"/>
                  </a:cubicBezTo>
                  <a:cubicBezTo>
                    <a:pt x="3006" y="0"/>
                    <a:pt x="0" y="8587"/>
                    <a:pt x="0"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5" name="Google Shape;865;p38"/>
            <p:cNvSpPr/>
            <p:nvPr/>
          </p:nvSpPr>
          <p:spPr>
            <a:xfrm>
              <a:off x="2335067" y="997118"/>
              <a:ext cx="15216" cy="41845"/>
            </a:xfrm>
            <a:custGeom>
              <a:avLst/>
              <a:gdLst/>
              <a:ahLst/>
              <a:cxnLst/>
              <a:rect l="l" t="t" r="r" b="b"/>
              <a:pathLst>
                <a:path w="13739" h="37783" extrusionOk="0">
                  <a:moveTo>
                    <a:pt x="0" y="18892"/>
                  </a:moveTo>
                  <a:cubicBezTo>
                    <a:pt x="0" y="29196"/>
                    <a:pt x="3006" y="37783"/>
                    <a:pt x="6870" y="37783"/>
                  </a:cubicBezTo>
                  <a:cubicBezTo>
                    <a:pt x="10734" y="37783"/>
                    <a:pt x="13739" y="29196"/>
                    <a:pt x="13739" y="18892"/>
                  </a:cubicBezTo>
                  <a:cubicBezTo>
                    <a:pt x="13739" y="8587"/>
                    <a:pt x="10734" y="0"/>
                    <a:pt x="6870" y="0"/>
                  </a:cubicBezTo>
                  <a:cubicBezTo>
                    <a:pt x="3006" y="0"/>
                    <a:pt x="0" y="8587"/>
                    <a:pt x="0"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6" name="Google Shape;866;p38"/>
            <p:cNvSpPr/>
            <p:nvPr/>
          </p:nvSpPr>
          <p:spPr>
            <a:xfrm>
              <a:off x="2353998" y="779627"/>
              <a:ext cx="115375" cy="270731"/>
            </a:xfrm>
            <a:custGeom>
              <a:avLst/>
              <a:gdLst/>
              <a:ahLst/>
              <a:cxnLst/>
              <a:rect l="l" t="t" r="r" b="b"/>
              <a:pathLst>
                <a:path w="104176" h="244452" extrusionOk="0">
                  <a:moveTo>
                    <a:pt x="12570" y="29344"/>
                  </a:moveTo>
                  <a:cubicBezTo>
                    <a:pt x="12570" y="29344"/>
                    <a:pt x="74827" y="96754"/>
                    <a:pt x="75257" y="244452"/>
                  </a:cubicBezTo>
                  <a:cubicBezTo>
                    <a:pt x="75257" y="244452"/>
                    <a:pt x="150824" y="45660"/>
                    <a:pt x="57653" y="11741"/>
                  </a:cubicBezTo>
                  <a:cubicBezTo>
                    <a:pt x="-35947" y="-22608"/>
                    <a:pt x="12570" y="29344"/>
                    <a:pt x="12570" y="2934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7" name="Google Shape;867;p38"/>
            <p:cNvSpPr/>
            <p:nvPr/>
          </p:nvSpPr>
          <p:spPr>
            <a:xfrm>
              <a:off x="2053218" y="728547"/>
              <a:ext cx="433377" cy="333108"/>
            </a:xfrm>
            <a:custGeom>
              <a:avLst/>
              <a:gdLst/>
              <a:ahLst/>
              <a:cxnLst/>
              <a:rect l="l" t="t" r="r" b="b"/>
              <a:pathLst>
                <a:path w="391311" h="300775" extrusionOk="0">
                  <a:moveTo>
                    <a:pt x="16053" y="217480"/>
                  </a:moveTo>
                  <a:cubicBezTo>
                    <a:pt x="16053" y="217480"/>
                    <a:pt x="63712" y="228214"/>
                    <a:pt x="70582" y="300775"/>
                  </a:cubicBezTo>
                  <a:cubicBezTo>
                    <a:pt x="70582" y="300775"/>
                    <a:pt x="141855" y="204599"/>
                    <a:pt x="108795" y="130320"/>
                  </a:cubicBezTo>
                  <a:cubicBezTo>
                    <a:pt x="108795" y="130320"/>
                    <a:pt x="256923" y="2801"/>
                    <a:pt x="325191" y="154364"/>
                  </a:cubicBezTo>
                  <a:lnTo>
                    <a:pt x="372850" y="179267"/>
                  </a:lnTo>
                  <a:cubicBezTo>
                    <a:pt x="372850" y="179267"/>
                    <a:pt x="478901" y="-39276"/>
                    <a:pt x="182644" y="6236"/>
                  </a:cubicBezTo>
                  <a:cubicBezTo>
                    <a:pt x="95485" y="19546"/>
                    <a:pt x="36663" y="77938"/>
                    <a:pt x="11760" y="110570"/>
                  </a:cubicBezTo>
                  <a:cubicBezTo>
                    <a:pt x="-17007" y="148782"/>
                    <a:pt x="16053" y="217480"/>
                    <a:pt x="16053" y="2174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8" name="Google Shape;868;p38"/>
            <p:cNvSpPr/>
            <p:nvPr/>
          </p:nvSpPr>
          <p:spPr>
            <a:xfrm>
              <a:off x="2398930" y="387556"/>
              <a:ext cx="68473" cy="68473"/>
            </a:xfrm>
            <a:custGeom>
              <a:avLst/>
              <a:gdLst/>
              <a:ahLst/>
              <a:cxnLst/>
              <a:rect l="l" t="t" r="r" b="b"/>
              <a:pathLst>
                <a:path w="61827" h="61827" extrusionOk="0">
                  <a:moveTo>
                    <a:pt x="61828" y="30914"/>
                  </a:moveTo>
                  <a:cubicBezTo>
                    <a:pt x="61828" y="47987"/>
                    <a:pt x="47987" y="61828"/>
                    <a:pt x="30914" y="61828"/>
                  </a:cubicBezTo>
                  <a:cubicBezTo>
                    <a:pt x="13841" y="61828"/>
                    <a:pt x="0" y="47987"/>
                    <a:pt x="0" y="30914"/>
                  </a:cubicBezTo>
                  <a:cubicBezTo>
                    <a:pt x="0" y="13841"/>
                    <a:pt x="13840" y="0"/>
                    <a:pt x="30914" y="0"/>
                  </a:cubicBezTo>
                  <a:cubicBezTo>
                    <a:pt x="47987" y="0"/>
                    <a:pt x="61828" y="13840"/>
                    <a:pt x="61828" y="30914"/>
                  </a:cubicBezTo>
                  <a:close/>
                </a:path>
              </a:pathLst>
            </a:custGeom>
            <a:solidFill>
              <a:srgbClr val="DAA34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9" name="Google Shape;869;p38"/>
            <p:cNvSpPr/>
            <p:nvPr/>
          </p:nvSpPr>
          <p:spPr>
            <a:xfrm>
              <a:off x="2311796" y="366953"/>
              <a:ext cx="234092" cy="268485"/>
            </a:xfrm>
            <a:custGeom>
              <a:avLst/>
              <a:gdLst/>
              <a:ahLst/>
              <a:cxnLst/>
              <a:rect l="l" t="t" r="r" b="b"/>
              <a:pathLst>
                <a:path w="211370" h="242424" extrusionOk="0">
                  <a:moveTo>
                    <a:pt x="100826" y="56344"/>
                  </a:moveTo>
                  <a:cubicBezTo>
                    <a:pt x="103402" y="55056"/>
                    <a:pt x="106407" y="54627"/>
                    <a:pt x="108983" y="52480"/>
                  </a:cubicBezTo>
                  <a:cubicBezTo>
                    <a:pt x="111559" y="50333"/>
                    <a:pt x="113706" y="47328"/>
                    <a:pt x="115853" y="44752"/>
                  </a:cubicBezTo>
                  <a:cubicBezTo>
                    <a:pt x="121005" y="39170"/>
                    <a:pt x="126158" y="33588"/>
                    <a:pt x="132169" y="28865"/>
                  </a:cubicBezTo>
                  <a:cubicBezTo>
                    <a:pt x="142044" y="21137"/>
                    <a:pt x="155783" y="17273"/>
                    <a:pt x="167376" y="23713"/>
                  </a:cubicBezTo>
                  <a:cubicBezTo>
                    <a:pt x="177251" y="29295"/>
                    <a:pt x="181974" y="41317"/>
                    <a:pt x="184980" y="52051"/>
                  </a:cubicBezTo>
                  <a:cubicBezTo>
                    <a:pt x="188844" y="67507"/>
                    <a:pt x="190132" y="82964"/>
                    <a:pt x="187985" y="98851"/>
                  </a:cubicBezTo>
                  <a:cubicBezTo>
                    <a:pt x="184121" y="127188"/>
                    <a:pt x="168664" y="154667"/>
                    <a:pt x="149772" y="176135"/>
                  </a:cubicBezTo>
                  <a:cubicBezTo>
                    <a:pt x="130881" y="198032"/>
                    <a:pt x="103402" y="214777"/>
                    <a:pt x="73776" y="215206"/>
                  </a:cubicBezTo>
                  <a:cubicBezTo>
                    <a:pt x="65618" y="215206"/>
                    <a:pt x="57460" y="214348"/>
                    <a:pt x="49732" y="211772"/>
                  </a:cubicBezTo>
                  <a:cubicBezTo>
                    <a:pt x="45868" y="210484"/>
                    <a:pt x="44150" y="209625"/>
                    <a:pt x="40715" y="207907"/>
                  </a:cubicBezTo>
                  <a:cubicBezTo>
                    <a:pt x="40715" y="207907"/>
                    <a:pt x="36422" y="204902"/>
                    <a:pt x="38998" y="207049"/>
                  </a:cubicBezTo>
                  <a:cubicBezTo>
                    <a:pt x="37710" y="206190"/>
                    <a:pt x="36422" y="205331"/>
                    <a:pt x="35134" y="204043"/>
                  </a:cubicBezTo>
                  <a:cubicBezTo>
                    <a:pt x="34704" y="203614"/>
                    <a:pt x="31270" y="200179"/>
                    <a:pt x="33846" y="202755"/>
                  </a:cubicBezTo>
                  <a:cubicBezTo>
                    <a:pt x="32558" y="201467"/>
                    <a:pt x="30840" y="199750"/>
                    <a:pt x="29552" y="198032"/>
                  </a:cubicBezTo>
                  <a:cubicBezTo>
                    <a:pt x="29123" y="197603"/>
                    <a:pt x="26117" y="193739"/>
                    <a:pt x="28264" y="196744"/>
                  </a:cubicBezTo>
                  <a:cubicBezTo>
                    <a:pt x="26976" y="195027"/>
                    <a:pt x="26117" y="193309"/>
                    <a:pt x="24829" y="191162"/>
                  </a:cubicBezTo>
                  <a:cubicBezTo>
                    <a:pt x="26976" y="195027"/>
                    <a:pt x="19677" y="183434"/>
                    <a:pt x="20965" y="184722"/>
                  </a:cubicBezTo>
                  <a:cubicBezTo>
                    <a:pt x="22682" y="187298"/>
                    <a:pt x="19248" y="181717"/>
                    <a:pt x="18818" y="181287"/>
                  </a:cubicBezTo>
                  <a:cubicBezTo>
                    <a:pt x="16671" y="177852"/>
                    <a:pt x="14095" y="174847"/>
                    <a:pt x="11948" y="171841"/>
                  </a:cubicBezTo>
                  <a:cubicBezTo>
                    <a:pt x="11090" y="170124"/>
                    <a:pt x="6796" y="165830"/>
                    <a:pt x="4649" y="168407"/>
                  </a:cubicBezTo>
                  <a:cubicBezTo>
                    <a:pt x="-74" y="173559"/>
                    <a:pt x="-503" y="178711"/>
                    <a:pt x="356" y="185581"/>
                  </a:cubicBezTo>
                  <a:cubicBezTo>
                    <a:pt x="1644" y="195027"/>
                    <a:pt x="8943" y="204473"/>
                    <a:pt x="14954" y="211772"/>
                  </a:cubicBezTo>
                  <a:cubicBezTo>
                    <a:pt x="26547" y="225511"/>
                    <a:pt x="42433" y="235816"/>
                    <a:pt x="60037" y="240109"/>
                  </a:cubicBezTo>
                  <a:cubicBezTo>
                    <a:pt x="95673" y="248267"/>
                    <a:pt x="132169" y="234098"/>
                    <a:pt x="157930" y="209625"/>
                  </a:cubicBezTo>
                  <a:cubicBezTo>
                    <a:pt x="183262" y="185581"/>
                    <a:pt x="203013" y="152520"/>
                    <a:pt x="209453" y="117742"/>
                  </a:cubicBezTo>
                  <a:cubicBezTo>
                    <a:pt x="212888" y="98851"/>
                    <a:pt x="211600" y="79100"/>
                    <a:pt x="206448" y="60638"/>
                  </a:cubicBezTo>
                  <a:cubicBezTo>
                    <a:pt x="201295" y="42605"/>
                    <a:pt x="193137" y="24572"/>
                    <a:pt x="178110" y="12120"/>
                  </a:cubicBezTo>
                  <a:cubicBezTo>
                    <a:pt x="162653" y="-331"/>
                    <a:pt x="143332" y="-4625"/>
                    <a:pt x="125728" y="6109"/>
                  </a:cubicBezTo>
                  <a:cubicBezTo>
                    <a:pt x="118000" y="10832"/>
                    <a:pt x="112418" y="17702"/>
                    <a:pt x="107695" y="25860"/>
                  </a:cubicBezTo>
                  <a:cubicBezTo>
                    <a:pt x="105119" y="30153"/>
                    <a:pt x="103402" y="34876"/>
                    <a:pt x="101684" y="39599"/>
                  </a:cubicBezTo>
                  <a:cubicBezTo>
                    <a:pt x="99967" y="45610"/>
                    <a:pt x="100396" y="49904"/>
                    <a:pt x="100396" y="55915"/>
                  </a:cubicBezTo>
                  <a:cubicBezTo>
                    <a:pt x="100396" y="55915"/>
                    <a:pt x="100826" y="56344"/>
                    <a:pt x="100826" y="56344"/>
                  </a:cubicBezTo>
                  <a:lnTo>
                    <a:pt x="100826" y="56344"/>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0" name="Google Shape;870;p38"/>
            <p:cNvSpPr/>
            <p:nvPr/>
          </p:nvSpPr>
          <p:spPr>
            <a:xfrm>
              <a:off x="2075803" y="387556"/>
              <a:ext cx="68473" cy="68473"/>
            </a:xfrm>
            <a:custGeom>
              <a:avLst/>
              <a:gdLst/>
              <a:ahLst/>
              <a:cxnLst/>
              <a:rect l="l" t="t" r="r" b="b"/>
              <a:pathLst>
                <a:path w="61827" h="61827" extrusionOk="0">
                  <a:moveTo>
                    <a:pt x="61827" y="30914"/>
                  </a:moveTo>
                  <a:cubicBezTo>
                    <a:pt x="61827" y="47987"/>
                    <a:pt x="47987" y="61828"/>
                    <a:pt x="30914" y="61828"/>
                  </a:cubicBezTo>
                  <a:cubicBezTo>
                    <a:pt x="13841" y="61828"/>
                    <a:pt x="0" y="47987"/>
                    <a:pt x="0" y="30914"/>
                  </a:cubicBezTo>
                  <a:cubicBezTo>
                    <a:pt x="0" y="13841"/>
                    <a:pt x="13840" y="0"/>
                    <a:pt x="30914" y="0"/>
                  </a:cubicBezTo>
                  <a:cubicBezTo>
                    <a:pt x="47987" y="0"/>
                    <a:pt x="61827" y="13840"/>
                    <a:pt x="61827" y="30914"/>
                  </a:cubicBezTo>
                  <a:close/>
                </a:path>
              </a:pathLst>
            </a:custGeom>
            <a:solidFill>
              <a:srgbClr val="DAA34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1" name="Google Shape;871;p38"/>
            <p:cNvSpPr/>
            <p:nvPr/>
          </p:nvSpPr>
          <p:spPr>
            <a:xfrm>
              <a:off x="1998295" y="365957"/>
              <a:ext cx="234076" cy="269317"/>
            </a:xfrm>
            <a:custGeom>
              <a:avLst/>
              <a:gdLst/>
              <a:ahLst/>
              <a:cxnLst/>
              <a:rect l="l" t="t" r="r" b="b"/>
              <a:pathLst>
                <a:path w="211355" h="243176" extrusionOk="0">
                  <a:moveTo>
                    <a:pt x="110186" y="56812"/>
                  </a:moveTo>
                  <a:cubicBezTo>
                    <a:pt x="110186" y="53806"/>
                    <a:pt x="110616" y="51660"/>
                    <a:pt x="110186" y="48654"/>
                  </a:cubicBezTo>
                  <a:cubicBezTo>
                    <a:pt x="108898" y="44790"/>
                    <a:pt x="107181" y="40926"/>
                    <a:pt x="105463" y="37061"/>
                  </a:cubicBezTo>
                  <a:cubicBezTo>
                    <a:pt x="101599" y="28904"/>
                    <a:pt x="96017" y="21605"/>
                    <a:pt x="89577" y="15594"/>
                  </a:cubicBezTo>
                  <a:cubicBezTo>
                    <a:pt x="77555" y="4001"/>
                    <a:pt x="59522" y="-3728"/>
                    <a:pt x="42777" y="1854"/>
                  </a:cubicBezTo>
                  <a:cubicBezTo>
                    <a:pt x="8428" y="13447"/>
                    <a:pt x="-1876" y="60247"/>
                    <a:pt x="271" y="92019"/>
                  </a:cubicBezTo>
                  <a:cubicBezTo>
                    <a:pt x="2847" y="128944"/>
                    <a:pt x="20880" y="163293"/>
                    <a:pt x="44495" y="191630"/>
                  </a:cubicBezTo>
                  <a:cubicBezTo>
                    <a:pt x="68539" y="219968"/>
                    <a:pt x="102887" y="242294"/>
                    <a:pt x="141100" y="243153"/>
                  </a:cubicBezTo>
                  <a:cubicBezTo>
                    <a:pt x="159992" y="243582"/>
                    <a:pt x="178883" y="238001"/>
                    <a:pt x="193052" y="225549"/>
                  </a:cubicBezTo>
                  <a:cubicBezTo>
                    <a:pt x="199493" y="219968"/>
                    <a:pt x="205074" y="212669"/>
                    <a:pt x="208938" y="204511"/>
                  </a:cubicBezTo>
                  <a:cubicBezTo>
                    <a:pt x="213661" y="195065"/>
                    <a:pt x="210656" y="183472"/>
                    <a:pt x="206792" y="174027"/>
                  </a:cubicBezTo>
                  <a:cubicBezTo>
                    <a:pt x="205933" y="171450"/>
                    <a:pt x="201639" y="167157"/>
                    <a:pt x="198634" y="169304"/>
                  </a:cubicBezTo>
                  <a:cubicBezTo>
                    <a:pt x="196487" y="170592"/>
                    <a:pt x="194340" y="171880"/>
                    <a:pt x="192194" y="173168"/>
                  </a:cubicBezTo>
                  <a:cubicBezTo>
                    <a:pt x="190047" y="174885"/>
                    <a:pt x="188329" y="177461"/>
                    <a:pt x="186612" y="179179"/>
                  </a:cubicBezTo>
                  <a:cubicBezTo>
                    <a:pt x="184465" y="181755"/>
                    <a:pt x="183177" y="185190"/>
                    <a:pt x="181030" y="188195"/>
                  </a:cubicBezTo>
                  <a:cubicBezTo>
                    <a:pt x="179313" y="190771"/>
                    <a:pt x="177166" y="193348"/>
                    <a:pt x="175019" y="195924"/>
                  </a:cubicBezTo>
                  <a:cubicBezTo>
                    <a:pt x="166003" y="205799"/>
                    <a:pt x="154839" y="211810"/>
                    <a:pt x="141959" y="214386"/>
                  </a:cubicBezTo>
                  <a:cubicBezTo>
                    <a:pt x="114909" y="219968"/>
                    <a:pt x="85713" y="208805"/>
                    <a:pt x="65962" y="189913"/>
                  </a:cubicBezTo>
                  <a:cubicBezTo>
                    <a:pt x="46641" y="171880"/>
                    <a:pt x="30755" y="145259"/>
                    <a:pt x="24744" y="118639"/>
                  </a:cubicBezTo>
                  <a:cubicBezTo>
                    <a:pt x="21309" y="103182"/>
                    <a:pt x="21738" y="87726"/>
                    <a:pt x="24744" y="72269"/>
                  </a:cubicBezTo>
                  <a:cubicBezTo>
                    <a:pt x="27320" y="58529"/>
                    <a:pt x="32043" y="43502"/>
                    <a:pt x="41918" y="33197"/>
                  </a:cubicBezTo>
                  <a:cubicBezTo>
                    <a:pt x="51364" y="22893"/>
                    <a:pt x="66392" y="16882"/>
                    <a:pt x="79273" y="24181"/>
                  </a:cubicBezTo>
                  <a:cubicBezTo>
                    <a:pt x="85713" y="27616"/>
                    <a:pt x="90865" y="33626"/>
                    <a:pt x="95588" y="39208"/>
                  </a:cubicBezTo>
                  <a:cubicBezTo>
                    <a:pt x="98164" y="42643"/>
                    <a:pt x="100740" y="46078"/>
                    <a:pt x="103316" y="49513"/>
                  </a:cubicBezTo>
                  <a:cubicBezTo>
                    <a:pt x="104175" y="52518"/>
                    <a:pt x="106751" y="54665"/>
                    <a:pt x="110186" y="56812"/>
                  </a:cubicBezTo>
                  <a:cubicBezTo>
                    <a:pt x="109757" y="57241"/>
                    <a:pt x="110186" y="57241"/>
                    <a:pt x="110186" y="56812"/>
                  </a:cubicBezTo>
                  <a:lnTo>
                    <a:pt x="110186" y="56812"/>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2" name="Google Shape;872;p38"/>
            <p:cNvSpPr/>
            <p:nvPr/>
          </p:nvSpPr>
          <p:spPr>
            <a:xfrm>
              <a:off x="2100586" y="332270"/>
              <a:ext cx="341418" cy="324775"/>
            </a:xfrm>
            <a:custGeom>
              <a:avLst/>
              <a:gdLst/>
              <a:ahLst/>
              <a:cxnLst/>
              <a:rect l="l" t="t" r="r" b="b"/>
              <a:pathLst>
                <a:path w="308278" h="293251" extrusionOk="0">
                  <a:moveTo>
                    <a:pt x="154139" y="0"/>
                  </a:moveTo>
                  <a:lnTo>
                    <a:pt x="0" y="0"/>
                  </a:lnTo>
                  <a:cubicBezTo>
                    <a:pt x="0" y="273072"/>
                    <a:pt x="154139" y="293251"/>
                    <a:pt x="154139" y="293251"/>
                  </a:cubicBezTo>
                  <a:cubicBezTo>
                    <a:pt x="154139" y="293251"/>
                    <a:pt x="308279" y="272642"/>
                    <a:pt x="308279" y="0"/>
                  </a:cubicBezTo>
                  <a:lnTo>
                    <a:pt x="154139" y="0"/>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3" name="Google Shape;873;p38"/>
            <p:cNvSpPr/>
            <p:nvPr/>
          </p:nvSpPr>
          <p:spPr>
            <a:xfrm>
              <a:off x="2100586" y="303675"/>
              <a:ext cx="341418" cy="57061"/>
            </a:xfrm>
            <a:custGeom>
              <a:avLst/>
              <a:gdLst/>
              <a:ahLst/>
              <a:cxnLst/>
              <a:rect l="l" t="t" r="r" b="b"/>
              <a:pathLst>
                <a:path w="308278" h="51522" extrusionOk="0">
                  <a:moveTo>
                    <a:pt x="0" y="25761"/>
                  </a:moveTo>
                  <a:cubicBezTo>
                    <a:pt x="0" y="39930"/>
                    <a:pt x="69126" y="51523"/>
                    <a:pt x="154139" y="51523"/>
                  </a:cubicBezTo>
                  <a:cubicBezTo>
                    <a:pt x="239152" y="51523"/>
                    <a:pt x="308279" y="39930"/>
                    <a:pt x="308279" y="25761"/>
                  </a:cubicBezTo>
                  <a:cubicBezTo>
                    <a:pt x="308279" y="11593"/>
                    <a:pt x="239152" y="0"/>
                    <a:pt x="154139" y="0"/>
                  </a:cubicBezTo>
                  <a:cubicBezTo>
                    <a:pt x="69126" y="0"/>
                    <a:pt x="0" y="11593"/>
                    <a:pt x="0" y="25761"/>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4" name="Google Shape;874;p38"/>
            <p:cNvSpPr/>
            <p:nvPr/>
          </p:nvSpPr>
          <p:spPr>
            <a:xfrm>
              <a:off x="2111547" y="322739"/>
              <a:ext cx="319545" cy="53257"/>
            </a:xfrm>
            <a:custGeom>
              <a:avLst/>
              <a:gdLst/>
              <a:ahLst/>
              <a:cxnLst/>
              <a:rect l="l" t="t" r="r" b="b"/>
              <a:pathLst>
                <a:path w="288528" h="48088" extrusionOk="0">
                  <a:moveTo>
                    <a:pt x="288528" y="24044"/>
                  </a:moveTo>
                  <a:cubicBezTo>
                    <a:pt x="288528" y="37323"/>
                    <a:pt x="223939" y="48088"/>
                    <a:pt x="144264" y="48088"/>
                  </a:cubicBezTo>
                  <a:cubicBezTo>
                    <a:pt x="64589" y="48088"/>
                    <a:pt x="0" y="37323"/>
                    <a:pt x="0" y="24044"/>
                  </a:cubicBezTo>
                  <a:cubicBezTo>
                    <a:pt x="0" y="10765"/>
                    <a:pt x="64589" y="0"/>
                    <a:pt x="144264" y="0"/>
                  </a:cubicBezTo>
                  <a:cubicBezTo>
                    <a:pt x="223939" y="0"/>
                    <a:pt x="288528" y="10765"/>
                    <a:pt x="288528" y="2404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5" name="Google Shape;875;p38"/>
            <p:cNvSpPr/>
            <p:nvPr/>
          </p:nvSpPr>
          <p:spPr>
            <a:xfrm>
              <a:off x="2239273" y="626805"/>
              <a:ext cx="65620" cy="54684"/>
            </a:xfrm>
            <a:custGeom>
              <a:avLst/>
              <a:gdLst/>
              <a:ahLst/>
              <a:cxnLst/>
              <a:rect l="l" t="t" r="r" b="b"/>
              <a:pathLst>
                <a:path w="59251" h="49376" extrusionOk="0">
                  <a:moveTo>
                    <a:pt x="0" y="29626"/>
                  </a:moveTo>
                  <a:cubicBezTo>
                    <a:pt x="0" y="45941"/>
                    <a:pt x="13310" y="49376"/>
                    <a:pt x="29626" y="49376"/>
                  </a:cubicBezTo>
                  <a:cubicBezTo>
                    <a:pt x="45941" y="49376"/>
                    <a:pt x="59251" y="45941"/>
                    <a:pt x="59251" y="29626"/>
                  </a:cubicBezTo>
                  <a:cubicBezTo>
                    <a:pt x="59251" y="13310"/>
                    <a:pt x="45941" y="0"/>
                    <a:pt x="29626" y="0"/>
                  </a:cubicBezTo>
                  <a:cubicBezTo>
                    <a:pt x="13310" y="0"/>
                    <a:pt x="0" y="13310"/>
                    <a:pt x="0" y="29626"/>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6" name="Google Shape;876;p38"/>
            <p:cNvSpPr/>
            <p:nvPr/>
          </p:nvSpPr>
          <p:spPr>
            <a:xfrm>
              <a:off x="2258812" y="653971"/>
              <a:ext cx="26153" cy="154542"/>
            </a:xfrm>
            <a:custGeom>
              <a:avLst/>
              <a:gdLst/>
              <a:ahLst/>
              <a:cxnLst/>
              <a:rect l="l" t="t" r="r" b="b"/>
              <a:pathLst>
                <a:path w="23614" h="139541" extrusionOk="0">
                  <a:moveTo>
                    <a:pt x="0" y="0"/>
                  </a:moveTo>
                  <a:lnTo>
                    <a:pt x="23615" y="0"/>
                  </a:lnTo>
                  <a:lnTo>
                    <a:pt x="23615" y="139541"/>
                  </a:lnTo>
                  <a:lnTo>
                    <a:pt x="0" y="139541"/>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7" name="Google Shape;877;p38"/>
            <p:cNvSpPr/>
            <p:nvPr/>
          </p:nvSpPr>
          <p:spPr>
            <a:xfrm>
              <a:off x="2162542" y="769306"/>
              <a:ext cx="213980" cy="65620"/>
            </a:xfrm>
            <a:custGeom>
              <a:avLst/>
              <a:gdLst/>
              <a:ahLst/>
              <a:cxnLst/>
              <a:rect l="l" t="t" r="r" b="b"/>
              <a:pathLst>
                <a:path w="193210" h="59251" extrusionOk="0">
                  <a:moveTo>
                    <a:pt x="0" y="43365"/>
                  </a:moveTo>
                  <a:cubicBezTo>
                    <a:pt x="0" y="55387"/>
                    <a:pt x="43365" y="59251"/>
                    <a:pt x="96605" y="59251"/>
                  </a:cubicBezTo>
                  <a:cubicBezTo>
                    <a:pt x="149846" y="59251"/>
                    <a:pt x="193211" y="55387"/>
                    <a:pt x="193211" y="43365"/>
                  </a:cubicBezTo>
                  <a:cubicBezTo>
                    <a:pt x="193211" y="31343"/>
                    <a:pt x="149846" y="0"/>
                    <a:pt x="96605" y="0"/>
                  </a:cubicBezTo>
                  <a:cubicBezTo>
                    <a:pt x="43365" y="0"/>
                    <a:pt x="0" y="31343"/>
                    <a:pt x="0" y="433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8" name="Google Shape;878;p38"/>
            <p:cNvSpPr/>
            <p:nvPr/>
          </p:nvSpPr>
          <p:spPr>
            <a:xfrm>
              <a:off x="2126184" y="358689"/>
              <a:ext cx="41664" cy="168574"/>
            </a:xfrm>
            <a:custGeom>
              <a:avLst/>
              <a:gdLst/>
              <a:ahLst/>
              <a:cxnLst/>
              <a:rect l="l" t="t" r="r" b="b"/>
              <a:pathLst>
                <a:path w="37620" h="152211" extrusionOk="0">
                  <a:moveTo>
                    <a:pt x="2271" y="244"/>
                  </a:moveTo>
                  <a:cubicBezTo>
                    <a:pt x="-735" y="12266"/>
                    <a:pt x="-306" y="23859"/>
                    <a:pt x="982" y="35881"/>
                  </a:cubicBezTo>
                  <a:cubicBezTo>
                    <a:pt x="2271" y="48761"/>
                    <a:pt x="4847" y="61642"/>
                    <a:pt x="7852" y="74523"/>
                  </a:cubicBezTo>
                  <a:cubicBezTo>
                    <a:pt x="10858" y="87404"/>
                    <a:pt x="14293" y="100284"/>
                    <a:pt x="18157" y="112736"/>
                  </a:cubicBezTo>
                  <a:cubicBezTo>
                    <a:pt x="22021" y="125187"/>
                    <a:pt x="24597" y="139785"/>
                    <a:pt x="32755" y="150090"/>
                  </a:cubicBezTo>
                  <a:cubicBezTo>
                    <a:pt x="33184" y="150949"/>
                    <a:pt x="36619" y="153525"/>
                    <a:pt x="37049" y="151378"/>
                  </a:cubicBezTo>
                  <a:cubicBezTo>
                    <a:pt x="38766" y="146655"/>
                    <a:pt x="36190" y="141073"/>
                    <a:pt x="34902" y="136350"/>
                  </a:cubicBezTo>
                  <a:cubicBezTo>
                    <a:pt x="33184" y="130339"/>
                    <a:pt x="31037" y="123899"/>
                    <a:pt x="29320" y="117888"/>
                  </a:cubicBezTo>
                  <a:cubicBezTo>
                    <a:pt x="25456" y="105437"/>
                    <a:pt x="22021" y="92985"/>
                    <a:pt x="19016" y="80534"/>
                  </a:cubicBezTo>
                  <a:cubicBezTo>
                    <a:pt x="12575" y="53914"/>
                    <a:pt x="9570" y="27294"/>
                    <a:pt x="3988" y="673"/>
                  </a:cubicBezTo>
                  <a:cubicBezTo>
                    <a:pt x="3988" y="1103"/>
                    <a:pt x="2700" y="-615"/>
                    <a:pt x="2271" y="244"/>
                  </a:cubicBezTo>
                  <a:lnTo>
                    <a:pt x="2271" y="244"/>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79" name="Google Shape;879;p38"/>
            <p:cNvSpPr/>
            <p:nvPr/>
          </p:nvSpPr>
          <p:spPr>
            <a:xfrm>
              <a:off x="2166230" y="540418"/>
              <a:ext cx="25325" cy="37973"/>
            </a:xfrm>
            <a:custGeom>
              <a:avLst/>
              <a:gdLst/>
              <a:ahLst/>
              <a:cxnLst/>
              <a:rect l="l" t="t" r="r" b="b"/>
              <a:pathLst>
                <a:path w="22867" h="34287" extrusionOk="0">
                  <a:moveTo>
                    <a:pt x="112" y="1829"/>
                  </a:moveTo>
                  <a:cubicBezTo>
                    <a:pt x="970" y="4405"/>
                    <a:pt x="1829" y="6552"/>
                    <a:pt x="2688" y="9128"/>
                  </a:cubicBezTo>
                  <a:cubicBezTo>
                    <a:pt x="3547" y="11704"/>
                    <a:pt x="5264" y="13851"/>
                    <a:pt x="6552" y="16427"/>
                  </a:cubicBezTo>
                  <a:cubicBezTo>
                    <a:pt x="7840" y="19003"/>
                    <a:pt x="9128" y="21150"/>
                    <a:pt x="10846" y="23297"/>
                  </a:cubicBezTo>
                  <a:cubicBezTo>
                    <a:pt x="12992" y="26302"/>
                    <a:pt x="15139" y="29737"/>
                    <a:pt x="18145" y="31884"/>
                  </a:cubicBezTo>
                  <a:cubicBezTo>
                    <a:pt x="17286" y="31455"/>
                    <a:pt x="16857" y="30596"/>
                    <a:pt x="15998" y="30167"/>
                  </a:cubicBezTo>
                  <a:cubicBezTo>
                    <a:pt x="17286" y="31455"/>
                    <a:pt x="19003" y="33602"/>
                    <a:pt x="20721" y="34031"/>
                  </a:cubicBezTo>
                  <a:cubicBezTo>
                    <a:pt x="21580" y="34460"/>
                    <a:pt x="22868" y="34460"/>
                    <a:pt x="22868" y="33172"/>
                  </a:cubicBezTo>
                  <a:cubicBezTo>
                    <a:pt x="22868" y="31025"/>
                    <a:pt x="21580" y="29737"/>
                    <a:pt x="20721" y="28020"/>
                  </a:cubicBezTo>
                  <a:cubicBezTo>
                    <a:pt x="21150" y="28879"/>
                    <a:pt x="21580" y="29308"/>
                    <a:pt x="21580" y="30167"/>
                  </a:cubicBezTo>
                  <a:cubicBezTo>
                    <a:pt x="21150" y="27591"/>
                    <a:pt x="18574" y="25014"/>
                    <a:pt x="17286" y="22438"/>
                  </a:cubicBezTo>
                  <a:cubicBezTo>
                    <a:pt x="15998" y="20291"/>
                    <a:pt x="14710" y="18145"/>
                    <a:pt x="13422" y="15998"/>
                  </a:cubicBezTo>
                  <a:cubicBezTo>
                    <a:pt x="12134" y="13851"/>
                    <a:pt x="10846" y="11704"/>
                    <a:pt x="9558" y="9987"/>
                  </a:cubicBezTo>
                  <a:cubicBezTo>
                    <a:pt x="8269" y="7840"/>
                    <a:pt x="6981" y="6123"/>
                    <a:pt x="5693" y="3976"/>
                  </a:cubicBezTo>
                  <a:cubicBezTo>
                    <a:pt x="4835" y="2258"/>
                    <a:pt x="3547" y="541"/>
                    <a:pt x="1829" y="112"/>
                  </a:cubicBezTo>
                  <a:cubicBezTo>
                    <a:pt x="541" y="-318"/>
                    <a:pt x="-318" y="541"/>
                    <a:pt x="112" y="1829"/>
                  </a:cubicBezTo>
                  <a:lnTo>
                    <a:pt x="112" y="1829"/>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0" name="Google Shape;880;p38"/>
            <p:cNvSpPr/>
            <p:nvPr/>
          </p:nvSpPr>
          <p:spPr>
            <a:xfrm>
              <a:off x="2018820" y="499463"/>
              <a:ext cx="105926" cy="180311"/>
            </a:xfrm>
            <a:custGeom>
              <a:avLst/>
              <a:gdLst/>
              <a:ahLst/>
              <a:cxnLst/>
              <a:rect l="l" t="t" r="r" b="b"/>
              <a:pathLst>
                <a:path w="95644" h="162809" extrusionOk="0">
                  <a:moveTo>
                    <a:pt x="4536" y="34432"/>
                  </a:moveTo>
                  <a:cubicBezTo>
                    <a:pt x="7112" y="22410"/>
                    <a:pt x="10976" y="10388"/>
                    <a:pt x="20422" y="2659"/>
                  </a:cubicBezTo>
                  <a:cubicBezTo>
                    <a:pt x="22140" y="942"/>
                    <a:pt x="24287" y="-346"/>
                    <a:pt x="26863" y="83"/>
                  </a:cubicBezTo>
                  <a:cubicBezTo>
                    <a:pt x="31156" y="513"/>
                    <a:pt x="33303" y="5235"/>
                    <a:pt x="33303" y="9100"/>
                  </a:cubicBezTo>
                  <a:cubicBezTo>
                    <a:pt x="33303" y="13393"/>
                    <a:pt x="31586" y="17258"/>
                    <a:pt x="31586" y="21122"/>
                  </a:cubicBezTo>
                  <a:lnTo>
                    <a:pt x="31586" y="24986"/>
                  </a:lnTo>
                  <a:cubicBezTo>
                    <a:pt x="32444" y="23698"/>
                    <a:pt x="33732" y="22410"/>
                    <a:pt x="34591" y="21551"/>
                  </a:cubicBezTo>
                  <a:cubicBezTo>
                    <a:pt x="40173" y="15969"/>
                    <a:pt x="49189" y="13393"/>
                    <a:pt x="56059" y="17258"/>
                  </a:cubicBezTo>
                  <a:cubicBezTo>
                    <a:pt x="57776" y="18116"/>
                    <a:pt x="59064" y="19404"/>
                    <a:pt x="59923" y="21122"/>
                  </a:cubicBezTo>
                  <a:cubicBezTo>
                    <a:pt x="61211" y="23269"/>
                    <a:pt x="61211" y="25415"/>
                    <a:pt x="60782" y="27562"/>
                  </a:cubicBezTo>
                  <a:cubicBezTo>
                    <a:pt x="60782" y="30997"/>
                    <a:pt x="59494" y="36579"/>
                    <a:pt x="58635" y="40443"/>
                  </a:cubicBezTo>
                  <a:cubicBezTo>
                    <a:pt x="62929" y="35720"/>
                    <a:pt x="68510" y="31426"/>
                    <a:pt x="74951" y="30138"/>
                  </a:cubicBezTo>
                  <a:cubicBezTo>
                    <a:pt x="77956" y="29709"/>
                    <a:pt x="80962" y="29709"/>
                    <a:pt x="83538" y="30997"/>
                  </a:cubicBezTo>
                  <a:cubicBezTo>
                    <a:pt x="89549" y="34002"/>
                    <a:pt x="91266" y="41731"/>
                    <a:pt x="89549" y="48171"/>
                  </a:cubicBezTo>
                  <a:cubicBezTo>
                    <a:pt x="88261" y="54612"/>
                    <a:pt x="84397" y="60193"/>
                    <a:pt x="81391" y="65775"/>
                  </a:cubicBezTo>
                  <a:cubicBezTo>
                    <a:pt x="78386" y="71786"/>
                    <a:pt x="76668" y="78656"/>
                    <a:pt x="78815" y="84667"/>
                  </a:cubicBezTo>
                  <a:cubicBezTo>
                    <a:pt x="81391" y="90678"/>
                    <a:pt x="87402" y="94113"/>
                    <a:pt x="90408" y="100124"/>
                  </a:cubicBezTo>
                  <a:cubicBezTo>
                    <a:pt x="110158" y="134902"/>
                    <a:pt x="68081" y="153793"/>
                    <a:pt x="62499" y="162810"/>
                  </a:cubicBezTo>
                  <a:lnTo>
                    <a:pt x="23857" y="161522"/>
                  </a:lnTo>
                  <a:cubicBezTo>
                    <a:pt x="-1046" y="125026"/>
                    <a:pt x="-4480" y="77368"/>
                    <a:pt x="4536" y="34432"/>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1" name="Google Shape;881;p38"/>
            <p:cNvSpPr/>
            <p:nvPr/>
          </p:nvSpPr>
          <p:spPr>
            <a:xfrm>
              <a:off x="2057496" y="543618"/>
              <a:ext cx="27339" cy="54384"/>
            </a:xfrm>
            <a:custGeom>
              <a:avLst/>
              <a:gdLst/>
              <a:ahLst/>
              <a:cxnLst/>
              <a:rect l="l" t="t" r="r" b="b"/>
              <a:pathLst>
                <a:path w="24685" h="49105" extrusionOk="0">
                  <a:moveTo>
                    <a:pt x="22934" y="234"/>
                  </a:moveTo>
                  <a:cubicBezTo>
                    <a:pt x="21216" y="1522"/>
                    <a:pt x="19070" y="2381"/>
                    <a:pt x="17352" y="4098"/>
                  </a:cubicBezTo>
                  <a:cubicBezTo>
                    <a:pt x="16064" y="5816"/>
                    <a:pt x="14776" y="7533"/>
                    <a:pt x="13488" y="9251"/>
                  </a:cubicBezTo>
                  <a:cubicBezTo>
                    <a:pt x="10912" y="13115"/>
                    <a:pt x="8765" y="16979"/>
                    <a:pt x="6618" y="20843"/>
                  </a:cubicBezTo>
                  <a:cubicBezTo>
                    <a:pt x="4901" y="24707"/>
                    <a:pt x="3183" y="29001"/>
                    <a:pt x="1895" y="33295"/>
                  </a:cubicBezTo>
                  <a:cubicBezTo>
                    <a:pt x="1036" y="35441"/>
                    <a:pt x="1036" y="37588"/>
                    <a:pt x="607" y="39735"/>
                  </a:cubicBezTo>
                  <a:cubicBezTo>
                    <a:pt x="178" y="42311"/>
                    <a:pt x="-252" y="44458"/>
                    <a:pt x="178" y="46605"/>
                  </a:cubicBezTo>
                  <a:cubicBezTo>
                    <a:pt x="178" y="47463"/>
                    <a:pt x="2325" y="50040"/>
                    <a:pt x="3183" y="48752"/>
                  </a:cubicBezTo>
                  <a:cubicBezTo>
                    <a:pt x="4471" y="47463"/>
                    <a:pt x="4901" y="45317"/>
                    <a:pt x="5330" y="43599"/>
                  </a:cubicBezTo>
                  <a:cubicBezTo>
                    <a:pt x="6189" y="41882"/>
                    <a:pt x="6618" y="39735"/>
                    <a:pt x="7477" y="38018"/>
                  </a:cubicBezTo>
                  <a:cubicBezTo>
                    <a:pt x="8765" y="33724"/>
                    <a:pt x="10482" y="29860"/>
                    <a:pt x="12200" y="25566"/>
                  </a:cubicBezTo>
                  <a:cubicBezTo>
                    <a:pt x="13917" y="21702"/>
                    <a:pt x="16064" y="17838"/>
                    <a:pt x="18211" y="13974"/>
                  </a:cubicBezTo>
                  <a:cubicBezTo>
                    <a:pt x="19499" y="12256"/>
                    <a:pt x="20358" y="10539"/>
                    <a:pt x="21646" y="8821"/>
                  </a:cubicBezTo>
                  <a:cubicBezTo>
                    <a:pt x="22934" y="6674"/>
                    <a:pt x="23363" y="4098"/>
                    <a:pt x="24222" y="1951"/>
                  </a:cubicBezTo>
                  <a:cubicBezTo>
                    <a:pt x="25510" y="1093"/>
                    <a:pt x="23793" y="-625"/>
                    <a:pt x="22934" y="234"/>
                  </a:cubicBezTo>
                  <a:lnTo>
                    <a:pt x="22934" y="23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2" name="Google Shape;882;p38"/>
            <p:cNvSpPr/>
            <p:nvPr/>
          </p:nvSpPr>
          <p:spPr>
            <a:xfrm>
              <a:off x="2032553" y="525668"/>
              <a:ext cx="22230" cy="64388"/>
            </a:xfrm>
            <a:custGeom>
              <a:avLst/>
              <a:gdLst/>
              <a:ahLst/>
              <a:cxnLst/>
              <a:rect l="l" t="t" r="r" b="b"/>
              <a:pathLst>
                <a:path w="20072" h="58138" extrusionOk="0">
                  <a:moveTo>
                    <a:pt x="18784" y="89"/>
                  </a:moveTo>
                  <a:cubicBezTo>
                    <a:pt x="17067" y="2236"/>
                    <a:pt x="15350" y="3524"/>
                    <a:pt x="13632" y="5671"/>
                  </a:cubicBezTo>
                  <a:cubicBezTo>
                    <a:pt x="12344" y="7388"/>
                    <a:pt x="11056" y="9535"/>
                    <a:pt x="9768" y="11682"/>
                  </a:cubicBezTo>
                  <a:cubicBezTo>
                    <a:pt x="7621" y="16404"/>
                    <a:pt x="5474" y="21557"/>
                    <a:pt x="4186" y="26280"/>
                  </a:cubicBezTo>
                  <a:cubicBezTo>
                    <a:pt x="2469" y="31003"/>
                    <a:pt x="1610" y="36155"/>
                    <a:pt x="751" y="41307"/>
                  </a:cubicBezTo>
                  <a:cubicBezTo>
                    <a:pt x="-107" y="46030"/>
                    <a:pt x="-537" y="52041"/>
                    <a:pt x="1181" y="56764"/>
                  </a:cubicBezTo>
                  <a:cubicBezTo>
                    <a:pt x="1181" y="57193"/>
                    <a:pt x="2469" y="58482"/>
                    <a:pt x="2898" y="58052"/>
                  </a:cubicBezTo>
                  <a:cubicBezTo>
                    <a:pt x="4616" y="56764"/>
                    <a:pt x="4616" y="54617"/>
                    <a:pt x="5045" y="52470"/>
                  </a:cubicBezTo>
                  <a:cubicBezTo>
                    <a:pt x="5474" y="50324"/>
                    <a:pt x="5904" y="48177"/>
                    <a:pt x="6333" y="45601"/>
                  </a:cubicBezTo>
                  <a:cubicBezTo>
                    <a:pt x="7192" y="40449"/>
                    <a:pt x="8480" y="35296"/>
                    <a:pt x="9768" y="30144"/>
                  </a:cubicBezTo>
                  <a:cubicBezTo>
                    <a:pt x="11056" y="25421"/>
                    <a:pt x="12773" y="20698"/>
                    <a:pt x="14920" y="15975"/>
                  </a:cubicBezTo>
                  <a:cubicBezTo>
                    <a:pt x="15779" y="13828"/>
                    <a:pt x="17067" y="11252"/>
                    <a:pt x="17496" y="8676"/>
                  </a:cubicBezTo>
                  <a:cubicBezTo>
                    <a:pt x="18355" y="6100"/>
                    <a:pt x="18784" y="3094"/>
                    <a:pt x="20073" y="518"/>
                  </a:cubicBezTo>
                  <a:cubicBezTo>
                    <a:pt x="20073" y="948"/>
                    <a:pt x="19214" y="-340"/>
                    <a:pt x="18784" y="89"/>
                  </a:cubicBezTo>
                  <a:lnTo>
                    <a:pt x="18784" y="8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3" name="Google Shape;883;p38"/>
            <p:cNvSpPr/>
            <p:nvPr/>
          </p:nvSpPr>
          <p:spPr>
            <a:xfrm>
              <a:off x="2437873" y="494695"/>
              <a:ext cx="103907" cy="183165"/>
            </a:xfrm>
            <a:custGeom>
              <a:avLst/>
              <a:gdLst/>
              <a:ahLst/>
              <a:cxnLst/>
              <a:rect l="l" t="t" r="r" b="b"/>
              <a:pathLst>
                <a:path w="93821" h="165386" extrusionOk="0">
                  <a:moveTo>
                    <a:pt x="85136" y="32715"/>
                  </a:moveTo>
                  <a:cubicBezTo>
                    <a:pt x="81701" y="21123"/>
                    <a:pt x="76548" y="9101"/>
                    <a:pt x="66673" y="2231"/>
                  </a:cubicBezTo>
                  <a:cubicBezTo>
                    <a:pt x="64526" y="943"/>
                    <a:pt x="62380" y="-345"/>
                    <a:pt x="60233" y="84"/>
                  </a:cubicBezTo>
                  <a:cubicBezTo>
                    <a:pt x="56369" y="514"/>
                    <a:pt x="54222" y="5666"/>
                    <a:pt x="54651" y="9530"/>
                  </a:cubicBezTo>
                  <a:cubicBezTo>
                    <a:pt x="55081" y="13824"/>
                    <a:pt x="56798" y="17259"/>
                    <a:pt x="57227" y="21552"/>
                  </a:cubicBezTo>
                  <a:lnTo>
                    <a:pt x="57657" y="25416"/>
                  </a:lnTo>
                  <a:cubicBezTo>
                    <a:pt x="56798" y="24128"/>
                    <a:pt x="55510" y="23270"/>
                    <a:pt x="54222" y="22411"/>
                  </a:cubicBezTo>
                  <a:cubicBezTo>
                    <a:pt x="48211" y="17688"/>
                    <a:pt x="38765" y="15541"/>
                    <a:pt x="32325" y="19835"/>
                  </a:cubicBezTo>
                  <a:cubicBezTo>
                    <a:pt x="30607" y="20693"/>
                    <a:pt x="29319" y="21982"/>
                    <a:pt x="28460" y="23699"/>
                  </a:cubicBezTo>
                  <a:cubicBezTo>
                    <a:pt x="27602" y="25846"/>
                    <a:pt x="27602" y="27992"/>
                    <a:pt x="28031" y="30139"/>
                  </a:cubicBezTo>
                  <a:cubicBezTo>
                    <a:pt x="28460" y="33574"/>
                    <a:pt x="29748" y="39156"/>
                    <a:pt x="31466" y="43020"/>
                  </a:cubicBezTo>
                  <a:cubicBezTo>
                    <a:pt x="26743" y="38297"/>
                    <a:pt x="21161" y="34862"/>
                    <a:pt x="14292" y="34003"/>
                  </a:cubicBezTo>
                  <a:cubicBezTo>
                    <a:pt x="11286" y="33574"/>
                    <a:pt x="8281" y="34003"/>
                    <a:pt x="5704" y="35721"/>
                  </a:cubicBezTo>
                  <a:cubicBezTo>
                    <a:pt x="123" y="39156"/>
                    <a:pt x="-1165" y="46884"/>
                    <a:pt x="982" y="53325"/>
                  </a:cubicBezTo>
                  <a:cubicBezTo>
                    <a:pt x="3128" y="59765"/>
                    <a:pt x="7422" y="64917"/>
                    <a:pt x="10427" y="70499"/>
                  </a:cubicBezTo>
                  <a:cubicBezTo>
                    <a:pt x="13862" y="76080"/>
                    <a:pt x="16438" y="82950"/>
                    <a:pt x="14292" y="88961"/>
                  </a:cubicBezTo>
                  <a:cubicBezTo>
                    <a:pt x="12574" y="94972"/>
                    <a:pt x="6563" y="99266"/>
                    <a:pt x="3987" y="105277"/>
                  </a:cubicBezTo>
                  <a:cubicBezTo>
                    <a:pt x="-12758" y="141343"/>
                    <a:pt x="30607" y="156800"/>
                    <a:pt x="37048" y="165387"/>
                  </a:cubicBezTo>
                  <a:lnTo>
                    <a:pt x="75260" y="160664"/>
                  </a:lnTo>
                  <a:cubicBezTo>
                    <a:pt x="98016" y="122451"/>
                    <a:pt x="98016" y="74792"/>
                    <a:pt x="85136" y="32715"/>
                  </a:cubicBezTo>
                  <a:close/>
                </a:path>
              </a:pathLst>
            </a:custGeom>
            <a:solidFill>
              <a:srgbClr val="B07B6A"/>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4" name="Google Shape;884;p38"/>
            <p:cNvSpPr/>
            <p:nvPr/>
          </p:nvSpPr>
          <p:spPr>
            <a:xfrm>
              <a:off x="2472059" y="541843"/>
              <a:ext cx="31301" cy="51933"/>
            </a:xfrm>
            <a:custGeom>
              <a:avLst/>
              <a:gdLst/>
              <a:ahLst/>
              <a:cxnLst/>
              <a:rect l="l" t="t" r="r" b="b"/>
              <a:pathLst>
                <a:path w="28263" h="46892" extrusionOk="0">
                  <a:moveTo>
                    <a:pt x="239" y="1404"/>
                  </a:moveTo>
                  <a:cubicBezTo>
                    <a:pt x="1527" y="3121"/>
                    <a:pt x="2385" y="4839"/>
                    <a:pt x="3673" y="6556"/>
                  </a:cubicBezTo>
                  <a:cubicBezTo>
                    <a:pt x="4961" y="8273"/>
                    <a:pt x="6250" y="9991"/>
                    <a:pt x="7538" y="11279"/>
                  </a:cubicBezTo>
                  <a:cubicBezTo>
                    <a:pt x="10114" y="14714"/>
                    <a:pt x="12261" y="18149"/>
                    <a:pt x="14407" y="22013"/>
                  </a:cubicBezTo>
                  <a:cubicBezTo>
                    <a:pt x="16554" y="25448"/>
                    <a:pt x="18271" y="29312"/>
                    <a:pt x="19989" y="33176"/>
                  </a:cubicBezTo>
                  <a:cubicBezTo>
                    <a:pt x="20848" y="35323"/>
                    <a:pt x="21706" y="37040"/>
                    <a:pt x="22565" y="39187"/>
                  </a:cubicBezTo>
                  <a:cubicBezTo>
                    <a:pt x="23424" y="41334"/>
                    <a:pt x="23853" y="43481"/>
                    <a:pt x="25141" y="45198"/>
                  </a:cubicBezTo>
                  <a:cubicBezTo>
                    <a:pt x="25571" y="45628"/>
                    <a:pt x="27717" y="47774"/>
                    <a:pt x="28147" y="46486"/>
                  </a:cubicBezTo>
                  <a:cubicBezTo>
                    <a:pt x="28576" y="44769"/>
                    <a:pt x="27717" y="42622"/>
                    <a:pt x="27288" y="40905"/>
                  </a:cubicBezTo>
                  <a:cubicBezTo>
                    <a:pt x="26859" y="38758"/>
                    <a:pt x="26000" y="36611"/>
                    <a:pt x="25141" y="34464"/>
                  </a:cubicBezTo>
                  <a:cubicBezTo>
                    <a:pt x="23424" y="30171"/>
                    <a:pt x="21277" y="25877"/>
                    <a:pt x="19130" y="21583"/>
                  </a:cubicBezTo>
                  <a:cubicBezTo>
                    <a:pt x="16983" y="17719"/>
                    <a:pt x="13978" y="13855"/>
                    <a:pt x="11402" y="9991"/>
                  </a:cubicBezTo>
                  <a:cubicBezTo>
                    <a:pt x="10114" y="8273"/>
                    <a:pt x="8396" y="6127"/>
                    <a:pt x="7108" y="4839"/>
                  </a:cubicBezTo>
                  <a:cubicBezTo>
                    <a:pt x="5391" y="3121"/>
                    <a:pt x="3673" y="1833"/>
                    <a:pt x="1527" y="545"/>
                  </a:cubicBezTo>
                  <a:cubicBezTo>
                    <a:pt x="-191" y="-743"/>
                    <a:pt x="-191" y="545"/>
                    <a:pt x="239" y="1404"/>
                  </a:cubicBezTo>
                  <a:lnTo>
                    <a:pt x="239" y="14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5" name="Google Shape;885;p38"/>
            <p:cNvSpPr/>
            <p:nvPr/>
          </p:nvSpPr>
          <p:spPr>
            <a:xfrm>
              <a:off x="2500789" y="521717"/>
              <a:ext cx="26834" cy="62659"/>
            </a:xfrm>
            <a:custGeom>
              <a:avLst/>
              <a:gdLst/>
              <a:ahLst/>
              <a:cxnLst/>
              <a:rect l="l" t="t" r="r" b="b"/>
              <a:pathLst>
                <a:path w="24229" h="56577" extrusionOk="0">
                  <a:moveTo>
                    <a:pt x="117" y="644"/>
                  </a:moveTo>
                  <a:cubicBezTo>
                    <a:pt x="2693" y="4938"/>
                    <a:pt x="4411" y="9661"/>
                    <a:pt x="6987" y="13954"/>
                  </a:cubicBezTo>
                  <a:cubicBezTo>
                    <a:pt x="9133" y="18248"/>
                    <a:pt x="11280" y="22541"/>
                    <a:pt x="12998" y="27264"/>
                  </a:cubicBezTo>
                  <a:cubicBezTo>
                    <a:pt x="14715" y="31987"/>
                    <a:pt x="16003" y="36710"/>
                    <a:pt x="17291" y="41433"/>
                  </a:cubicBezTo>
                  <a:cubicBezTo>
                    <a:pt x="18579" y="46156"/>
                    <a:pt x="19009" y="51738"/>
                    <a:pt x="21585" y="55602"/>
                  </a:cubicBezTo>
                  <a:cubicBezTo>
                    <a:pt x="21585" y="56031"/>
                    <a:pt x="22873" y="56890"/>
                    <a:pt x="23302" y="56460"/>
                  </a:cubicBezTo>
                  <a:cubicBezTo>
                    <a:pt x="24590" y="55172"/>
                    <a:pt x="24161" y="52596"/>
                    <a:pt x="24161" y="50879"/>
                  </a:cubicBezTo>
                  <a:cubicBezTo>
                    <a:pt x="23732" y="48303"/>
                    <a:pt x="23732" y="46156"/>
                    <a:pt x="22873" y="43580"/>
                  </a:cubicBezTo>
                  <a:cubicBezTo>
                    <a:pt x="21585" y="38428"/>
                    <a:pt x="19867" y="32846"/>
                    <a:pt x="17721" y="28123"/>
                  </a:cubicBezTo>
                  <a:cubicBezTo>
                    <a:pt x="15574" y="22971"/>
                    <a:pt x="13427" y="18248"/>
                    <a:pt x="10851" y="13525"/>
                  </a:cubicBezTo>
                  <a:cubicBezTo>
                    <a:pt x="8275" y="8802"/>
                    <a:pt x="4411" y="4938"/>
                    <a:pt x="976" y="644"/>
                  </a:cubicBezTo>
                  <a:cubicBezTo>
                    <a:pt x="546" y="-215"/>
                    <a:pt x="-312" y="-215"/>
                    <a:pt x="117" y="644"/>
                  </a:cubicBezTo>
                  <a:lnTo>
                    <a:pt x="117" y="64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6" name="Google Shape;886;p38"/>
            <p:cNvSpPr/>
            <p:nvPr/>
          </p:nvSpPr>
          <p:spPr>
            <a:xfrm>
              <a:off x="1436224" y="1301277"/>
              <a:ext cx="504995" cy="465297"/>
            </a:xfrm>
            <a:custGeom>
              <a:avLst/>
              <a:gdLst/>
              <a:ahLst/>
              <a:cxnLst/>
              <a:rect l="l" t="t" r="r" b="b"/>
              <a:pathLst>
                <a:path w="455977" h="420133" extrusionOk="0">
                  <a:moveTo>
                    <a:pt x="48088" y="377322"/>
                  </a:moveTo>
                  <a:cubicBezTo>
                    <a:pt x="112063" y="409953"/>
                    <a:pt x="185053" y="424551"/>
                    <a:pt x="256327" y="418970"/>
                  </a:cubicBezTo>
                  <a:cubicBezTo>
                    <a:pt x="328029" y="413388"/>
                    <a:pt x="397585" y="388056"/>
                    <a:pt x="455978" y="346408"/>
                  </a:cubicBezTo>
                  <a:cubicBezTo>
                    <a:pt x="419483" y="258819"/>
                    <a:pt x="409178" y="161784"/>
                    <a:pt x="369248" y="75483"/>
                  </a:cubicBezTo>
                  <a:cubicBezTo>
                    <a:pt x="357226" y="49292"/>
                    <a:pt x="341339" y="23102"/>
                    <a:pt x="316007" y="9791"/>
                  </a:cubicBezTo>
                  <a:cubicBezTo>
                    <a:pt x="296257" y="-942"/>
                    <a:pt x="272642" y="-2230"/>
                    <a:pt x="250745" y="2922"/>
                  </a:cubicBezTo>
                  <a:cubicBezTo>
                    <a:pt x="228848" y="8503"/>
                    <a:pt x="209527" y="20525"/>
                    <a:pt x="192782" y="35553"/>
                  </a:cubicBezTo>
                  <a:cubicBezTo>
                    <a:pt x="192782" y="35553"/>
                    <a:pt x="136965" y="54445"/>
                    <a:pt x="54528" y="34265"/>
                  </a:cubicBezTo>
                  <a:lnTo>
                    <a:pt x="0" y="303472"/>
                  </a:lnTo>
                  <a:lnTo>
                    <a:pt x="48088" y="377322"/>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7" name="Google Shape;887;p38"/>
            <p:cNvSpPr/>
            <p:nvPr/>
          </p:nvSpPr>
          <p:spPr>
            <a:xfrm>
              <a:off x="1504916" y="1255908"/>
              <a:ext cx="210113" cy="139629"/>
            </a:xfrm>
            <a:custGeom>
              <a:avLst/>
              <a:gdLst/>
              <a:ahLst/>
              <a:cxnLst/>
              <a:rect l="l" t="t" r="r" b="b"/>
              <a:pathLst>
                <a:path w="189718" h="126076" extrusionOk="0">
                  <a:moveTo>
                    <a:pt x="136907" y="0"/>
                  </a:moveTo>
                  <a:cubicBezTo>
                    <a:pt x="136478" y="22756"/>
                    <a:pt x="140342" y="46371"/>
                    <a:pt x="151076" y="66550"/>
                  </a:cubicBezTo>
                  <a:cubicBezTo>
                    <a:pt x="154940" y="73850"/>
                    <a:pt x="159664" y="80719"/>
                    <a:pt x="166533" y="85442"/>
                  </a:cubicBezTo>
                  <a:cubicBezTo>
                    <a:pt x="173403" y="89736"/>
                    <a:pt x="182849" y="91024"/>
                    <a:pt x="189719" y="86301"/>
                  </a:cubicBezTo>
                  <a:cubicBezTo>
                    <a:pt x="189719" y="86301"/>
                    <a:pt x="145065" y="173461"/>
                    <a:pt x="2089" y="89736"/>
                  </a:cubicBezTo>
                  <a:cubicBezTo>
                    <a:pt x="-9074" y="83296"/>
                    <a:pt x="27851" y="82437"/>
                    <a:pt x="33862" y="70844"/>
                  </a:cubicBezTo>
                  <a:cubicBezTo>
                    <a:pt x="39873" y="59251"/>
                    <a:pt x="40731" y="45512"/>
                    <a:pt x="39873" y="32202"/>
                  </a:cubicBezTo>
                  <a:cubicBezTo>
                    <a:pt x="39443" y="25761"/>
                    <a:pt x="39014" y="19321"/>
                    <a:pt x="36438" y="13310"/>
                  </a:cubicBezTo>
                  <a:lnTo>
                    <a:pt x="136907" y="0"/>
                  </a:ln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8" name="Google Shape;888;p38"/>
            <p:cNvSpPr/>
            <p:nvPr/>
          </p:nvSpPr>
          <p:spPr>
            <a:xfrm>
              <a:off x="1316124" y="1616305"/>
              <a:ext cx="266287" cy="120102"/>
            </a:xfrm>
            <a:custGeom>
              <a:avLst/>
              <a:gdLst/>
              <a:ahLst/>
              <a:cxnLst/>
              <a:rect l="l" t="t" r="r" b="b"/>
              <a:pathLst>
                <a:path w="240440" h="108444" extrusionOk="0">
                  <a:moveTo>
                    <a:pt x="0" y="98240"/>
                  </a:moveTo>
                  <a:cubicBezTo>
                    <a:pt x="0" y="98240"/>
                    <a:pt x="85872" y="140317"/>
                    <a:pt x="240440" y="53587"/>
                  </a:cubicBezTo>
                  <a:cubicBezTo>
                    <a:pt x="240440" y="53587"/>
                    <a:pt x="237435" y="5928"/>
                    <a:pt x="190206" y="346"/>
                  </a:cubicBezTo>
                  <a:cubicBezTo>
                    <a:pt x="142547" y="-4806"/>
                    <a:pt x="18892" y="48435"/>
                    <a:pt x="0" y="9824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89" name="Google Shape;889;p38"/>
            <p:cNvSpPr/>
            <p:nvPr/>
          </p:nvSpPr>
          <p:spPr>
            <a:xfrm>
              <a:off x="1632101" y="1510408"/>
              <a:ext cx="145507" cy="247742"/>
            </a:xfrm>
            <a:custGeom>
              <a:avLst/>
              <a:gdLst/>
              <a:ahLst/>
              <a:cxnLst/>
              <a:rect l="l" t="t" r="r" b="b"/>
              <a:pathLst>
                <a:path w="131383" h="223695" extrusionOk="0">
                  <a:moveTo>
                    <a:pt x="131383" y="208668"/>
                  </a:moveTo>
                  <a:cubicBezTo>
                    <a:pt x="130095" y="137394"/>
                    <a:pt x="120220" y="66980"/>
                    <a:pt x="99611" y="0"/>
                  </a:cubicBezTo>
                  <a:cubicBezTo>
                    <a:pt x="72132" y="26620"/>
                    <a:pt x="37783" y="45083"/>
                    <a:pt x="0" y="50664"/>
                  </a:cubicBezTo>
                  <a:cubicBezTo>
                    <a:pt x="5582" y="108198"/>
                    <a:pt x="5582" y="166161"/>
                    <a:pt x="0" y="223695"/>
                  </a:cubicBezTo>
                  <a:lnTo>
                    <a:pt x="131383" y="208668"/>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0" name="Google Shape;890;p38"/>
            <p:cNvSpPr/>
            <p:nvPr/>
          </p:nvSpPr>
          <p:spPr>
            <a:xfrm>
              <a:off x="1348531" y="1491821"/>
              <a:ext cx="571091" cy="379922"/>
            </a:xfrm>
            <a:custGeom>
              <a:avLst/>
              <a:gdLst/>
              <a:ahLst/>
              <a:cxnLst/>
              <a:rect l="l" t="t" r="r" b="b"/>
              <a:pathLst>
                <a:path w="515658" h="343045" extrusionOk="0">
                  <a:moveTo>
                    <a:pt x="140400" y="88877"/>
                  </a:moveTo>
                  <a:lnTo>
                    <a:pt x="203945" y="201369"/>
                  </a:lnTo>
                  <a:cubicBezTo>
                    <a:pt x="203945" y="201369"/>
                    <a:pt x="320301" y="130095"/>
                    <a:pt x="351215" y="104334"/>
                  </a:cubicBezTo>
                  <a:cubicBezTo>
                    <a:pt x="381270" y="79002"/>
                    <a:pt x="468000" y="0"/>
                    <a:pt x="468000" y="0"/>
                  </a:cubicBezTo>
                  <a:lnTo>
                    <a:pt x="515658" y="46800"/>
                  </a:lnTo>
                  <a:cubicBezTo>
                    <a:pt x="515658" y="46800"/>
                    <a:pt x="345633" y="355938"/>
                    <a:pt x="215537" y="342627"/>
                  </a:cubicBezTo>
                  <a:cubicBezTo>
                    <a:pt x="85442" y="329317"/>
                    <a:pt x="0" y="155857"/>
                    <a:pt x="0" y="155857"/>
                  </a:cubicBezTo>
                  <a:cubicBezTo>
                    <a:pt x="0" y="155857"/>
                    <a:pt x="53670" y="83296"/>
                    <a:pt x="140400" y="88877"/>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1" name="Google Shape;891;p38"/>
            <p:cNvSpPr/>
            <p:nvPr/>
          </p:nvSpPr>
          <p:spPr>
            <a:xfrm>
              <a:off x="1315648" y="1338836"/>
              <a:ext cx="421686" cy="385165"/>
            </a:xfrm>
            <a:custGeom>
              <a:avLst/>
              <a:gdLst/>
              <a:ahLst/>
              <a:cxnLst/>
              <a:rect l="l" t="t" r="r" b="b"/>
              <a:pathLst>
                <a:path w="380755" h="347779" extrusionOk="0">
                  <a:moveTo>
                    <a:pt x="340481" y="6870"/>
                  </a:moveTo>
                  <a:cubicBezTo>
                    <a:pt x="339193" y="25761"/>
                    <a:pt x="324594" y="42077"/>
                    <a:pt x="306991" y="49376"/>
                  </a:cubicBezTo>
                  <a:cubicBezTo>
                    <a:pt x="289387" y="56675"/>
                    <a:pt x="269207" y="55817"/>
                    <a:pt x="250745" y="51952"/>
                  </a:cubicBezTo>
                  <a:cubicBezTo>
                    <a:pt x="217255" y="44653"/>
                    <a:pt x="185912" y="26191"/>
                    <a:pt x="163156" y="0"/>
                  </a:cubicBezTo>
                  <a:cubicBezTo>
                    <a:pt x="111633" y="1288"/>
                    <a:pt x="64833" y="35207"/>
                    <a:pt x="38642" y="79431"/>
                  </a:cubicBezTo>
                  <a:cubicBezTo>
                    <a:pt x="12022" y="123655"/>
                    <a:pt x="3864" y="176466"/>
                    <a:pt x="4294" y="227560"/>
                  </a:cubicBezTo>
                  <a:cubicBezTo>
                    <a:pt x="4723" y="267919"/>
                    <a:pt x="10305" y="309138"/>
                    <a:pt x="0" y="347780"/>
                  </a:cubicBezTo>
                  <a:cubicBezTo>
                    <a:pt x="0" y="347780"/>
                    <a:pt x="58393" y="297974"/>
                    <a:pt x="95317" y="287670"/>
                  </a:cubicBezTo>
                  <a:cubicBezTo>
                    <a:pt x="119791" y="280800"/>
                    <a:pt x="145123" y="276077"/>
                    <a:pt x="170884" y="277365"/>
                  </a:cubicBezTo>
                  <a:cubicBezTo>
                    <a:pt x="196217" y="279083"/>
                    <a:pt x="221978" y="287240"/>
                    <a:pt x="241299" y="303985"/>
                  </a:cubicBezTo>
                  <a:cubicBezTo>
                    <a:pt x="241299" y="303985"/>
                    <a:pt x="252462" y="288099"/>
                    <a:pt x="268349" y="263196"/>
                  </a:cubicBezTo>
                  <a:cubicBezTo>
                    <a:pt x="276506" y="250745"/>
                    <a:pt x="270066" y="183336"/>
                    <a:pt x="270066" y="183336"/>
                  </a:cubicBezTo>
                  <a:cubicBezTo>
                    <a:pt x="270066" y="183336"/>
                    <a:pt x="317725" y="184624"/>
                    <a:pt x="328459" y="165732"/>
                  </a:cubicBezTo>
                  <a:cubicBezTo>
                    <a:pt x="361519" y="108198"/>
                    <a:pt x="388569" y="49376"/>
                    <a:pt x="378694" y="28767"/>
                  </a:cubicBezTo>
                  <a:cubicBezTo>
                    <a:pt x="356367" y="-16316"/>
                    <a:pt x="340481" y="6870"/>
                    <a:pt x="340481" y="687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2" name="Google Shape;892;p38"/>
            <p:cNvSpPr/>
            <p:nvPr/>
          </p:nvSpPr>
          <p:spPr>
            <a:xfrm>
              <a:off x="1597787" y="1374103"/>
              <a:ext cx="143605" cy="191632"/>
            </a:xfrm>
            <a:custGeom>
              <a:avLst/>
              <a:gdLst/>
              <a:ahLst/>
              <a:cxnLst/>
              <a:rect l="l" t="t" r="r" b="b"/>
              <a:pathLst>
                <a:path w="129666" h="173031" extrusionOk="0">
                  <a:moveTo>
                    <a:pt x="76426" y="0"/>
                  </a:moveTo>
                  <a:cubicBezTo>
                    <a:pt x="76426" y="0"/>
                    <a:pt x="69985" y="8587"/>
                    <a:pt x="50664" y="14169"/>
                  </a:cubicBezTo>
                  <a:cubicBezTo>
                    <a:pt x="31343" y="20180"/>
                    <a:pt x="0" y="15886"/>
                    <a:pt x="0" y="15886"/>
                  </a:cubicBezTo>
                  <a:cubicBezTo>
                    <a:pt x="15028" y="67409"/>
                    <a:pt x="24903" y="120220"/>
                    <a:pt x="30055" y="173031"/>
                  </a:cubicBezTo>
                  <a:cubicBezTo>
                    <a:pt x="67838" y="167450"/>
                    <a:pt x="102187" y="148987"/>
                    <a:pt x="129666" y="122367"/>
                  </a:cubicBezTo>
                  <a:cubicBezTo>
                    <a:pt x="116785" y="80290"/>
                    <a:pt x="99182" y="39501"/>
                    <a:pt x="76426"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3" name="Google Shape;893;p38"/>
            <p:cNvSpPr/>
            <p:nvPr/>
          </p:nvSpPr>
          <p:spPr>
            <a:xfrm>
              <a:off x="1562520" y="1514616"/>
              <a:ext cx="20447" cy="161888"/>
            </a:xfrm>
            <a:custGeom>
              <a:avLst/>
              <a:gdLst/>
              <a:ahLst/>
              <a:cxnLst/>
              <a:rect l="l" t="t" r="r" b="b"/>
              <a:pathLst>
                <a:path w="18462" h="146174" extrusionOk="0">
                  <a:moveTo>
                    <a:pt x="18462" y="146055"/>
                  </a:moveTo>
                  <a:cubicBezTo>
                    <a:pt x="18462" y="134891"/>
                    <a:pt x="16745" y="123728"/>
                    <a:pt x="15886" y="112994"/>
                  </a:cubicBezTo>
                  <a:cubicBezTo>
                    <a:pt x="14598" y="100972"/>
                    <a:pt x="13739" y="88950"/>
                    <a:pt x="12451" y="76928"/>
                  </a:cubicBezTo>
                  <a:cubicBezTo>
                    <a:pt x="11593" y="64906"/>
                    <a:pt x="10305" y="52884"/>
                    <a:pt x="9446" y="40433"/>
                  </a:cubicBezTo>
                  <a:cubicBezTo>
                    <a:pt x="8587" y="28411"/>
                    <a:pt x="9446" y="15530"/>
                    <a:pt x="6011" y="3937"/>
                  </a:cubicBezTo>
                  <a:cubicBezTo>
                    <a:pt x="5582" y="3079"/>
                    <a:pt x="1717" y="-2074"/>
                    <a:pt x="859" y="932"/>
                  </a:cubicBezTo>
                  <a:cubicBezTo>
                    <a:pt x="-429" y="6084"/>
                    <a:pt x="0" y="12095"/>
                    <a:pt x="429" y="17247"/>
                  </a:cubicBezTo>
                  <a:cubicBezTo>
                    <a:pt x="859" y="23258"/>
                    <a:pt x="1288" y="29699"/>
                    <a:pt x="1717" y="35710"/>
                  </a:cubicBezTo>
                  <a:cubicBezTo>
                    <a:pt x="2576" y="47732"/>
                    <a:pt x="3864" y="60183"/>
                    <a:pt x="5152" y="72205"/>
                  </a:cubicBezTo>
                  <a:cubicBezTo>
                    <a:pt x="7728" y="96678"/>
                    <a:pt x="10734" y="122011"/>
                    <a:pt x="18033" y="145625"/>
                  </a:cubicBezTo>
                  <a:cubicBezTo>
                    <a:pt x="17604" y="145625"/>
                    <a:pt x="18462" y="146484"/>
                    <a:pt x="18462" y="146055"/>
                  </a:cubicBezTo>
                  <a:lnTo>
                    <a:pt x="18462" y="1460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4" name="Google Shape;894;p38"/>
            <p:cNvSpPr/>
            <p:nvPr/>
          </p:nvSpPr>
          <p:spPr>
            <a:xfrm>
              <a:off x="1697394" y="807910"/>
              <a:ext cx="96529" cy="267714"/>
            </a:xfrm>
            <a:custGeom>
              <a:avLst/>
              <a:gdLst/>
              <a:ahLst/>
              <a:cxnLst/>
              <a:rect l="l" t="t" r="r" b="b"/>
              <a:pathLst>
                <a:path w="87159" h="241728" extrusionOk="0">
                  <a:moveTo>
                    <a:pt x="48947" y="0"/>
                  </a:moveTo>
                  <a:cubicBezTo>
                    <a:pt x="60110" y="12881"/>
                    <a:pt x="66121" y="29196"/>
                    <a:pt x="71703" y="45083"/>
                  </a:cubicBezTo>
                  <a:cubicBezTo>
                    <a:pt x="80719" y="72991"/>
                    <a:pt x="87160" y="101758"/>
                    <a:pt x="87160" y="131384"/>
                  </a:cubicBezTo>
                  <a:cubicBezTo>
                    <a:pt x="87160" y="160580"/>
                    <a:pt x="80719" y="190635"/>
                    <a:pt x="65262" y="215538"/>
                  </a:cubicBezTo>
                  <a:lnTo>
                    <a:pt x="9875" y="241728"/>
                  </a:lnTo>
                  <a:lnTo>
                    <a:pt x="0" y="33919"/>
                  </a:lnTo>
                  <a:lnTo>
                    <a:pt x="4894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5" name="Google Shape;895;p38"/>
            <p:cNvSpPr/>
            <p:nvPr/>
          </p:nvSpPr>
          <p:spPr>
            <a:xfrm>
              <a:off x="1730993" y="1029992"/>
              <a:ext cx="86908" cy="111773"/>
            </a:xfrm>
            <a:custGeom>
              <a:avLst/>
              <a:gdLst/>
              <a:ahLst/>
              <a:cxnLst/>
              <a:rect l="l" t="t" r="r" b="b"/>
              <a:pathLst>
                <a:path w="78472" h="100924" extrusionOk="0">
                  <a:moveTo>
                    <a:pt x="1503" y="30923"/>
                  </a:moveTo>
                  <a:cubicBezTo>
                    <a:pt x="5367" y="23624"/>
                    <a:pt x="10949" y="16754"/>
                    <a:pt x="17389" y="11173"/>
                  </a:cubicBezTo>
                  <a:cubicBezTo>
                    <a:pt x="24688" y="5162"/>
                    <a:pt x="33705" y="10"/>
                    <a:pt x="43151" y="10"/>
                  </a:cubicBezTo>
                  <a:cubicBezTo>
                    <a:pt x="59466" y="-420"/>
                    <a:pt x="74065" y="13749"/>
                    <a:pt x="77499" y="29635"/>
                  </a:cubicBezTo>
                  <a:cubicBezTo>
                    <a:pt x="80934" y="45951"/>
                    <a:pt x="74923" y="62696"/>
                    <a:pt x="65048" y="76006"/>
                  </a:cubicBezTo>
                  <a:cubicBezTo>
                    <a:pt x="59037" y="84164"/>
                    <a:pt x="50879" y="91463"/>
                    <a:pt x="41863" y="96185"/>
                  </a:cubicBezTo>
                  <a:cubicBezTo>
                    <a:pt x="32846" y="100909"/>
                    <a:pt x="21683" y="102197"/>
                    <a:pt x="11808" y="99620"/>
                  </a:cubicBezTo>
                  <a:cubicBezTo>
                    <a:pt x="11378" y="99620"/>
                    <a:pt x="-4937" y="42516"/>
                    <a:pt x="1503" y="30923"/>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6" name="Google Shape;896;p38"/>
            <p:cNvSpPr/>
            <p:nvPr/>
          </p:nvSpPr>
          <p:spPr>
            <a:xfrm>
              <a:off x="1753751" y="1050973"/>
              <a:ext cx="32691" cy="74111"/>
            </a:xfrm>
            <a:custGeom>
              <a:avLst/>
              <a:gdLst/>
              <a:ahLst/>
              <a:cxnLst/>
              <a:rect l="l" t="t" r="r" b="b"/>
              <a:pathLst>
                <a:path w="29518" h="66917" extrusionOk="0">
                  <a:moveTo>
                    <a:pt x="28659" y="430"/>
                  </a:moveTo>
                  <a:cubicBezTo>
                    <a:pt x="16637" y="-859"/>
                    <a:pt x="8480" y="13739"/>
                    <a:pt x="4616" y="23185"/>
                  </a:cubicBezTo>
                  <a:cubicBezTo>
                    <a:pt x="2039" y="29626"/>
                    <a:pt x="751" y="36495"/>
                    <a:pt x="322" y="43795"/>
                  </a:cubicBezTo>
                  <a:cubicBezTo>
                    <a:pt x="-107" y="47229"/>
                    <a:pt x="-107" y="51094"/>
                    <a:pt x="322" y="54528"/>
                  </a:cubicBezTo>
                  <a:cubicBezTo>
                    <a:pt x="322" y="58822"/>
                    <a:pt x="1610" y="62257"/>
                    <a:pt x="3327" y="66121"/>
                  </a:cubicBezTo>
                  <a:cubicBezTo>
                    <a:pt x="3327" y="66550"/>
                    <a:pt x="4616" y="67409"/>
                    <a:pt x="5045" y="66550"/>
                  </a:cubicBezTo>
                  <a:cubicBezTo>
                    <a:pt x="6333" y="63974"/>
                    <a:pt x="7192" y="61828"/>
                    <a:pt x="7621" y="58393"/>
                  </a:cubicBezTo>
                  <a:cubicBezTo>
                    <a:pt x="8050" y="54958"/>
                    <a:pt x="8050" y="51952"/>
                    <a:pt x="8480" y="48517"/>
                  </a:cubicBezTo>
                  <a:cubicBezTo>
                    <a:pt x="8909" y="41648"/>
                    <a:pt x="10627" y="35207"/>
                    <a:pt x="12773" y="28767"/>
                  </a:cubicBezTo>
                  <a:cubicBezTo>
                    <a:pt x="14491" y="23615"/>
                    <a:pt x="17067" y="18892"/>
                    <a:pt x="20502" y="14169"/>
                  </a:cubicBezTo>
                  <a:cubicBezTo>
                    <a:pt x="23937" y="9446"/>
                    <a:pt x="27801" y="5582"/>
                    <a:pt x="29518" y="0"/>
                  </a:cubicBezTo>
                  <a:cubicBezTo>
                    <a:pt x="29089" y="430"/>
                    <a:pt x="28659" y="430"/>
                    <a:pt x="28659" y="430"/>
                  </a:cubicBezTo>
                  <a:lnTo>
                    <a:pt x="28659" y="4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7" name="Google Shape;897;p38"/>
            <p:cNvSpPr/>
            <p:nvPr/>
          </p:nvSpPr>
          <p:spPr>
            <a:xfrm>
              <a:off x="1759574" y="1078895"/>
              <a:ext cx="32679" cy="27776"/>
            </a:xfrm>
            <a:custGeom>
              <a:avLst/>
              <a:gdLst/>
              <a:ahLst/>
              <a:cxnLst/>
              <a:rect l="l" t="t" r="r" b="b"/>
              <a:pathLst>
                <a:path w="29507" h="25080" extrusionOk="0">
                  <a:moveTo>
                    <a:pt x="1086" y="6189"/>
                  </a:moveTo>
                  <a:cubicBezTo>
                    <a:pt x="2374" y="7048"/>
                    <a:pt x="3662" y="7477"/>
                    <a:pt x="5380" y="7906"/>
                  </a:cubicBezTo>
                  <a:cubicBezTo>
                    <a:pt x="7097" y="8336"/>
                    <a:pt x="7956" y="8336"/>
                    <a:pt x="9244" y="8765"/>
                  </a:cubicBezTo>
                  <a:cubicBezTo>
                    <a:pt x="9673" y="8765"/>
                    <a:pt x="10532" y="9194"/>
                    <a:pt x="10961" y="9194"/>
                  </a:cubicBezTo>
                  <a:cubicBezTo>
                    <a:pt x="11391" y="9194"/>
                    <a:pt x="10532" y="9194"/>
                    <a:pt x="11391" y="9194"/>
                  </a:cubicBezTo>
                  <a:cubicBezTo>
                    <a:pt x="11820" y="9194"/>
                    <a:pt x="11820" y="9624"/>
                    <a:pt x="12249" y="9624"/>
                  </a:cubicBezTo>
                  <a:cubicBezTo>
                    <a:pt x="12679" y="10053"/>
                    <a:pt x="13538" y="10053"/>
                    <a:pt x="13967" y="10482"/>
                  </a:cubicBezTo>
                  <a:cubicBezTo>
                    <a:pt x="13967" y="10482"/>
                    <a:pt x="14826" y="10912"/>
                    <a:pt x="13967" y="10482"/>
                  </a:cubicBezTo>
                  <a:cubicBezTo>
                    <a:pt x="14396" y="10482"/>
                    <a:pt x="14396" y="10912"/>
                    <a:pt x="14826" y="10912"/>
                  </a:cubicBezTo>
                  <a:cubicBezTo>
                    <a:pt x="15255" y="11341"/>
                    <a:pt x="15684" y="11771"/>
                    <a:pt x="16114" y="12200"/>
                  </a:cubicBezTo>
                  <a:cubicBezTo>
                    <a:pt x="16114" y="12200"/>
                    <a:pt x="16972" y="13059"/>
                    <a:pt x="16543" y="12629"/>
                  </a:cubicBezTo>
                  <a:cubicBezTo>
                    <a:pt x="16114" y="12200"/>
                    <a:pt x="16972" y="13059"/>
                    <a:pt x="16972" y="13059"/>
                  </a:cubicBezTo>
                  <a:cubicBezTo>
                    <a:pt x="17402" y="13488"/>
                    <a:pt x="17831" y="13917"/>
                    <a:pt x="18261" y="14347"/>
                  </a:cubicBezTo>
                  <a:cubicBezTo>
                    <a:pt x="18261" y="14347"/>
                    <a:pt x="19119" y="15205"/>
                    <a:pt x="18690" y="14776"/>
                  </a:cubicBezTo>
                  <a:cubicBezTo>
                    <a:pt x="18261" y="14347"/>
                    <a:pt x="19119" y="15205"/>
                    <a:pt x="19119" y="15205"/>
                  </a:cubicBezTo>
                  <a:cubicBezTo>
                    <a:pt x="19978" y="16064"/>
                    <a:pt x="20407" y="17352"/>
                    <a:pt x="21266" y="18640"/>
                  </a:cubicBezTo>
                  <a:cubicBezTo>
                    <a:pt x="21266" y="19069"/>
                    <a:pt x="21695" y="19069"/>
                    <a:pt x="21695" y="19499"/>
                  </a:cubicBezTo>
                  <a:cubicBezTo>
                    <a:pt x="21266" y="18640"/>
                    <a:pt x="21695" y="19499"/>
                    <a:pt x="21695" y="19499"/>
                  </a:cubicBezTo>
                  <a:cubicBezTo>
                    <a:pt x="22125" y="20358"/>
                    <a:pt x="22554" y="21216"/>
                    <a:pt x="22983" y="22075"/>
                  </a:cubicBezTo>
                  <a:cubicBezTo>
                    <a:pt x="23842" y="23363"/>
                    <a:pt x="25559" y="25081"/>
                    <a:pt x="27277" y="25081"/>
                  </a:cubicBezTo>
                  <a:cubicBezTo>
                    <a:pt x="28565" y="25081"/>
                    <a:pt x="29853" y="23793"/>
                    <a:pt x="29424" y="22505"/>
                  </a:cubicBezTo>
                  <a:cubicBezTo>
                    <a:pt x="28565" y="19069"/>
                    <a:pt x="26418" y="15205"/>
                    <a:pt x="24271" y="12629"/>
                  </a:cubicBezTo>
                  <a:cubicBezTo>
                    <a:pt x="22125" y="10053"/>
                    <a:pt x="19978" y="7477"/>
                    <a:pt x="16972" y="5330"/>
                  </a:cubicBezTo>
                  <a:cubicBezTo>
                    <a:pt x="13967" y="3183"/>
                    <a:pt x="10961" y="1466"/>
                    <a:pt x="7527" y="607"/>
                  </a:cubicBezTo>
                  <a:cubicBezTo>
                    <a:pt x="5809" y="178"/>
                    <a:pt x="4092" y="-252"/>
                    <a:pt x="2374" y="178"/>
                  </a:cubicBezTo>
                  <a:cubicBezTo>
                    <a:pt x="1086" y="607"/>
                    <a:pt x="657" y="1037"/>
                    <a:pt x="657" y="2325"/>
                  </a:cubicBezTo>
                  <a:cubicBezTo>
                    <a:pt x="-631" y="4042"/>
                    <a:pt x="228" y="5330"/>
                    <a:pt x="1086" y="6189"/>
                  </a:cubicBezTo>
                  <a:lnTo>
                    <a:pt x="1086" y="618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8" name="Google Shape;898;p38"/>
            <p:cNvSpPr/>
            <p:nvPr/>
          </p:nvSpPr>
          <p:spPr>
            <a:xfrm>
              <a:off x="1353948" y="1054396"/>
              <a:ext cx="103012" cy="113778"/>
            </a:xfrm>
            <a:custGeom>
              <a:avLst/>
              <a:gdLst/>
              <a:ahLst/>
              <a:cxnLst/>
              <a:rect l="l" t="t" r="r" b="b"/>
              <a:pathLst>
                <a:path w="93013" h="102734" extrusionOk="0">
                  <a:moveTo>
                    <a:pt x="80133" y="20102"/>
                  </a:moveTo>
                  <a:cubicBezTo>
                    <a:pt x="73263" y="13662"/>
                    <a:pt x="65534" y="8080"/>
                    <a:pt x="56947" y="4645"/>
                  </a:cubicBezTo>
                  <a:cubicBezTo>
                    <a:pt x="47501" y="352"/>
                    <a:pt x="36338" y="-1366"/>
                    <a:pt x="26463" y="1210"/>
                  </a:cubicBezTo>
                  <a:cubicBezTo>
                    <a:pt x="8859" y="6363"/>
                    <a:pt x="-1875" y="26113"/>
                    <a:pt x="272" y="44146"/>
                  </a:cubicBezTo>
                  <a:cubicBezTo>
                    <a:pt x="1989" y="62179"/>
                    <a:pt x="14011" y="78065"/>
                    <a:pt x="28610" y="88799"/>
                  </a:cubicBezTo>
                  <a:cubicBezTo>
                    <a:pt x="38056" y="95669"/>
                    <a:pt x="48360" y="100392"/>
                    <a:pt x="59953" y="102109"/>
                  </a:cubicBezTo>
                  <a:cubicBezTo>
                    <a:pt x="71116" y="103827"/>
                    <a:pt x="83138" y="102109"/>
                    <a:pt x="93013" y="95669"/>
                  </a:cubicBezTo>
                  <a:cubicBezTo>
                    <a:pt x="92155" y="95669"/>
                    <a:pt x="90437" y="29977"/>
                    <a:pt x="80133" y="20102"/>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99" name="Google Shape;899;p38"/>
            <p:cNvSpPr/>
            <p:nvPr/>
          </p:nvSpPr>
          <p:spPr>
            <a:xfrm>
              <a:off x="1388830" y="1080922"/>
              <a:ext cx="49427" cy="63250"/>
            </a:xfrm>
            <a:custGeom>
              <a:avLst/>
              <a:gdLst/>
              <a:ahLst/>
              <a:cxnLst/>
              <a:rect l="l" t="t" r="r" b="b"/>
              <a:pathLst>
                <a:path w="44629" h="57111" extrusionOk="0">
                  <a:moveTo>
                    <a:pt x="191" y="1357"/>
                  </a:moveTo>
                  <a:cubicBezTo>
                    <a:pt x="4484" y="5221"/>
                    <a:pt x="9637" y="7798"/>
                    <a:pt x="14360" y="11232"/>
                  </a:cubicBezTo>
                  <a:cubicBezTo>
                    <a:pt x="18653" y="14667"/>
                    <a:pt x="22517" y="18102"/>
                    <a:pt x="25523" y="22825"/>
                  </a:cubicBezTo>
                  <a:cubicBezTo>
                    <a:pt x="28958" y="27548"/>
                    <a:pt x="31963" y="33130"/>
                    <a:pt x="34540" y="38711"/>
                  </a:cubicBezTo>
                  <a:cubicBezTo>
                    <a:pt x="35828" y="41717"/>
                    <a:pt x="37116" y="44722"/>
                    <a:pt x="37974" y="47728"/>
                  </a:cubicBezTo>
                  <a:cubicBezTo>
                    <a:pt x="39262" y="50733"/>
                    <a:pt x="40980" y="53739"/>
                    <a:pt x="42697" y="56315"/>
                  </a:cubicBezTo>
                  <a:cubicBezTo>
                    <a:pt x="43127" y="56744"/>
                    <a:pt x="43985" y="57603"/>
                    <a:pt x="43985" y="56744"/>
                  </a:cubicBezTo>
                  <a:cubicBezTo>
                    <a:pt x="44844" y="53309"/>
                    <a:pt x="44844" y="50733"/>
                    <a:pt x="43985" y="47298"/>
                  </a:cubicBezTo>
                  <a:cubicBezTo>
                    <a:pt x="43127" y="43863"/>
                    <a:pt x="41838" y="40429"/>
                    <a:pt x="40550" y="37423"/>
                  </a:cubicBezTo>
                  <a:cubicBezTo>
                    <a:pt x="37545" y="30553"/>
                    <a:pt x="34110" y="23684"/>
                    <a:pt x="29387" y="17673"/>
                  </a:cubicBezTo>
                  <a:cubicBezTo>
                    <a:pt x="25523" y="12520"/>
                    <a:pt x="20370" y="7798"/>
                    <a:pt x="15218" y="4363"/>
                  </a:cubicBezTo>
                  <a:cubicBezTo>
                    <a:pt x="11354" y="1786"/>
                    <a:pt x="4914" y="-2078"/>
                    <a:pt x="191" y="1357"/>
                  </a:cubicBezTo>
                  <a:cubicBezTo>
                    <a:pt x="-239" y="928"/>
                    <a:pt x="191" y="1357"/>
                    <a:pt x="191" y="1357"/>
                  </a:cubicBezTo>
                  <a:lnTo>
                    <a:pt x="191" y="135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0" name="Google Shape;900;p38"/>
            <p:cNvSpPr/>
            <p:nvPr/>
          </p:nvSpPr>
          <p:spPr>
            <a:xfrm>
              <a:off x="1398998" y="1102273"/>
              <a:ext cx="25403" cy="33644"/>
            </a:xfrm>
            <a:custGeom>
              <a:avLst/>
              <a:gdLst/>
              <a:ahLst/>
              <a:cxnLst/>
              <a:rect l="l" t="t" r="r" b="b"/>
              <a:pathLst>
                <a:path w="22937" h="30378" extrusionOk="0">
                  <a:moveTo>
                    <a:pt x="21515" y="1872"/>
                  </a:moveTo>
                  <a:cubicBezTo>
                    <a:pt x="19797" y="155"/>
                    <a:pt x="18080" y="-274"/>
                    <a:pt x="15933" y="155"/>
                  </a:cubicBezTo>
                  <a:cubicBezTo>
                    <a:pt x="14645" y="584"/>
                    <a:pt x="13357" y="1014"/>
                    <a:pt x="12069" y="1872"/>
                  </a:cubicBezTo>
                  <a:cubicBezTo>
                    <a:pt x="9493" y="3160"/>
                    <a:pt x="7775" y="5307"/>
                    <a:pt x="6058" y="7454"/>
                  </a:cubicBezTo>
                  <a:cubicBezTo>
                    <a:pt x="2193" y="12606"/>
                    <a:pt x="-383" y="19047"/>
                    <a:pt x="47" y="25487"/>
                  </a:cubicBezTo>
                  <a:cubicBezTo>
                    <a:pt x="47" y="27205"/>
                    <a:pt x="1764" y="29351"/>
                    <a:pt x="3481" y="29781"/>
                  </a:cubicBezTo>
                  <a:cubicBezTo>
                    <a:pt x="4340" y="30210"/>
                    <a:pt x="6487" y="31069"/>
                    <a:pt x="7346" y="29351"/>
                  </a:cubicBezTo>
                  <a:cubicBezTo>
                    <a:pt x="8205" y="26775"/>
                    <a:pt x="8205" y="23769"/>
                    <a:pt x="9493" y="21193"/>
                  </a:cubicBezTo>
                  <a:cubicBezTo>
                    <a:pt x="10351" y="18617"/>
                    <a:pt x="11639" y="16041"/>
                    <a:pt x="13357" y="13894"/>
                  </a:cubicBezTo>
                  <a:cubicBezTo>
                    <a:pt x="15074" y="11748"/>
                    <a:pt x="16792" y="10030"/>
                    <a:pt x="18938" y="8742"/>
                  </a:cubicBezTo>
                  <a:cubicBezTo>
                    <a:pt x="19797" y="7883"/>
                    <a:pt x="21085" y="7454"/>
                    <a:pt x="22373" y="7025"/>
                  </a:cubicBezTo>
                  <a:cubicBezTo>
                    <a:pt x="23232" y="5737"/>
                    <a:pt x="23232" y="3160"/>
                    <a:pt x="21515" y="1872"/>
                  </a:cubicBezTo>
                  <a:lnTo>
                    <a:pt x="21515" y="187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1" name="Google Shape;901;p38"/>
            <p:cNvSpPr/>
            <p:nvPr/>
          </p:nvSpPr>
          <p:spPr>
            <a:xfrm>
              <a:off x="1410488" y="829834"/>
              <a:ext cx="347938" cy="453528"/>
            </a:xfrm>
            <a:custGeom>
              <a:avLst/>
              <a:gdLst/>
              <a:ahLst/>
              <a:cxnLst/>
              <a:rect l="l" t="t" r="r" b="b"/>
              <a:pathLst>
                <a:path w="314165" h="409506" extrusionOk="0">
                  <a:moveTo>
                    <a:pt x="0" y="136106"/>
                  </a:moveTo>
                  <a:cubicBezTo>
                    <a:pt x="4294" y="165732"/>
                    <a:pt x="9016" y="194928"/>
                    <a:pt x="14169" y="224554"/>
                  </a:cubicBezTo>
                  <a:cubicBezTo>
                    <a:pt x="19750" y="256756"/>
                    <a:pt x="25761" y="289387"/>
                    <a:pt x="38642" y="319442"/>
                  </a:cubicBezTo>
                  <a:cubicBezTo>
                    <a:pt x="51523" y="349497"/>
                    <a:pt x="71703" y="377405"/>
                    <a:pt x="100040" y="393721"/>
                  </a:cubicBezTo>
                  <a:cubicBezTo>
                    <a:pt x="137824" y="415618"/>
                    <a:pt x="186771" y="413901"/>
                    <a:pt x="224983" y="393721"/>
                  </a:cubicBezTo>
                  <a:cubicBezTo>
                    <a:pt x="263625" y="373112"/>
                    <a:pt x="291534" y="335758"/>
                    <a:pt x="303985" y="294110"/>
                  </a:cubicBezTo>
                  <a:cubicBezTo>
                    <a:pt x="316436" y="253321"/>
                    <a:pt x="315148" y="210385"/>
                    <a:pt x="312143" y="167879"/>
                  </a:cubicBezTo>
                  <a:cubicBezTo>
                    <a:pt x="308279" y="111633"/>
                    <a:pt x="301838" y="55387"/>
                    <a:pt x="292822" y="0"/>
                  </a:cubicBezTo>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2" name="Google Shape;902;p38"/>
            <p:cNvSpPr/>
            <p:nvPr/>
          </p:nvSpPr>
          <p:spPr>
            <a:xfrm>
              <a:off x="1639675" y="1008996"/>
              <a:ext cx="57229" cy="29088"/>
            </a:xfrm>
            <a:custGeom>
              <a:avLst/>
              <a:gdLst/>
              <a:ahLst/>
              <a:cxnLst/>
              <a:rect l="l" t="t" r="r" b="b"/>
              <a:pathLst>
                <a:path w="51674" h="26265" extrusionOk="0">
                  <a:moveTo>
                    <a:pt x="51569" y="19354"/>
                  </a:moveTo>
                  <a:cubicBezTo>
                    <a:pt x="50281" y="27512"/>
                    <a:pt x="38689" y="27082"/>
                    <a:pt x="24520" y="24936"/>
                  </a:cubicBezTo>
                  <a:cubicBezTo>
                    <a:pt x="10351" y="22789"/>
                    <a:pt x="-812" y="20213"/>
                    <a:pt x="46" y="12055"/>
                  </a:cubicBezTo>
                  <a:cubicBezTo>
                    <a:pt x="1334" y="3897"/>
                    <a:pt x="13786" y="-1685"/>
                    <a:pt x="27955" y="462"/>
                  </a:cubicBezTo>
                  <a:cubicBezTo>
                    <a:pt x="42123" y="2609"/>
                    <a:pt x="52857" y="11196"/>
                    <a:pt x="51569" y="1935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3" name="Google Shape;903;p38"/>
            <p:cNvSpPr/>
            <p:nvPr/>
          </p:nvSpPr>
          <p:spPr>
            <a:xfrm>
              <a:off x="1731231" y="1121508"/>
              <a:ext cx="434618" cy="434618"/>
            </a:xfrm>
            <a:custGeom>
              <a:avLst/>
              <a:gdLst/>
              <a:ahLst/>
              <a:cxnLst/>
              <a:rect l="l" t="t" r="r" b="b"/>
              <a:pathLst>
                <a:path w="392432" h="392432" extrusionOk="0">
                  <a:moveTo>
                    <a:pt x="392433" y="196216"/>
                  </a:moveTo>
                  <a:cubicBezTo>
                    <a:pt x="392433" y="304584"/>
                    <a:pt x="304584" y="392433"/>
                    <a:pt x="196216" y="392433"/>
                  </a:cubicBezTo>
                  <a:cubicBezTo>
                    <a:pt x="87849" y="392433"/>
                    <a:pt x="0" y="304584"/>
                    <a:pt x="0" y="196216"/>
                  </a:cubicBezTo>
                  <a:cubicBezTo>
                    <a:pt x="0" y="87849"/>
                    <a:pt x="87849" y="0"/>
                    <a:pt x="196217" y="0"/>
                  </a:cubicBezTo>
                  <a:cubicBezTo>
                    <a:pt x="304584" y="0"/>
                    <a:pt x="392433" y="87849"/>
                    <a:pt x="392433" y="196216"/>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4" name="Google Shape;904;p38"/>
            <p:cNvSpPr/>
            <p:nvPr/>
          </p:nvSpPr>
          <p:spPr>
            <a:xfrm>
              <a:off x="1908998" y="1446545"/>
              <a:ext cx="44698" cy="44698"/>
            </a:xfrm>
            <a:custGeom>
              <a:avLst/>
              <a:gdLst/>
              <a:ahLst/>
              <a:cxnLst/>
              <a:rect l="l" t="t" r="r" b="b"/>
              <a:pathLst>
                <a:path w="40359" h="40359" extrusionOk="0">
                  <a:moveTo>
                    <a:pt x="40360" y="20180"/>
                  </a:moveTo>
                  <a:cubicBezTo>
                    <a:pt x="40360" y="31343"/>
                    <a:pt x="31343" y="40360"/>
                    <a:pt x="20180" y="40360"/>
                  </a:cubicBezTo>
                  <a:cubicBezTo>
                    <a:pt x="9017" y="40360"/>
                    <a:pt x="0" y="31343"/>
                    <a:pt x="0" y="20180"/>
                  </a:cubicBezTo>
                  <a:cubicBezTo>
                    <a:pt x="0" y="9017"/>
                    <a:pt x="9017" y="0"/>
                    <a:pt x="20180" y="0"/>
                  </a:cubicBezTo>
                  <a:cubicBezTo>
                    <a:pt x="31343" y="0"/>
                    <a:pt x="40360" y="9017"/>
                    <a:pt x="40360"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5" name="Google Shape;905;p38"/>
            <p:cNvSpPr/>
            <p:nvPr/>
          </p:nvSpPr>
          <p:spPr>
            <a:xfrm>
              <a:off x="1776507" y="1437490"/>
              <a:ext cx="44698" cy="44698"/>
            </a:xfrm>
            <a:custGeom>
              <a:avLst/>
              <a:gdLst/>
              <a:ahLst/>
              <a:cxnLst/>
              <a:rect l="l" t="t" r="r" b="b"/>
              <a:pathLst>
                <a:path w="40359" h="40359" extrusionOk="0">
                  <a:moveTo>
                    <a:pt x="40359" y="20180"/>
                  </a:moveTo>
                  <a:cubicBezTo>
                    <a:pt x="40359" y="31343"/>
                    <a:pt x="31343" y="40359"/>
                    <a:pt x="20180" y="40359"/>
                  </a:cubicBezTo>
                  <a:cubicBezTo>
                    <a:pt x="9016" y="40359"/>
                    <a:pt x="0" y="31343"/>
                    <a:pt x="0" y="20180"/>
                  </a:cubicBezTo>
                  <a:cubicBezTo>
                    <a:pt x="0" y="9016"/>
                    <a:pt x="9016" y="0"/>
                    <a:pt x="20180" y="0"/>
                  </a:cubicBezTo>
                  <a:cubicBezTo>
                    <a:pt x="31343" y="0"/>
                    <a:pt x="40359" y="9016"/>
                    <a:pt x="40359"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6" name="Google Shape;906;p38"/>
            <p:cNvSpPr/>
            <p:nvPr/>
          </p:nvSpPr>
          <p:spPr>
            <a:xfrm>
              <a:off x="1865629" y="1426528"/>
              <a:ext cx="44698" cy="44698"/>
            </a:xfrm>
            <a:custGeom>
              <a:avLst/>
              <a:gdLst/>
              <a:ahLst/>
              <a:cxnLst/>
              <a:rect l="l" t="t" r="r" b="b"/>
              <a:pathLst>
                <a:path w="40359" h="40359" extrusionOk="0">
                  <a:moveTo>
                    <a:pt x="40359" y="20180"/>
                  </a:moveTo>
                  <a:cubicBezTo>
                    <a:pt x="40359" y="31343"/>
                    <a:pt x="31343" y="40360"/>
                    <a:pt x="20180" y="40360"/>
                  </a:cubicBezTo>
                  <a:cubicBezTo>
                    <a:pt x="9016" y="40360"/>
                    <a:pt x="0" y="31343"/>
                    <a:pt x="0" y="20180"/>
                  </a:cubicBezTo>
                  <a:cubicBezTo>
                    <a:pt x="0" y="9017"/>
                    <a:pt x="9016" y="0"/>
                    <a:pt x="20180" y="0"/>
                  </a:cubicBezTo>
                  <a:cubicBezTo>
                    <a:pt x="31343" y="0"/>
                    <a:pt x="40359" y="9017"/>
                    <a:pt x="40359"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7" name="Google Shape;907;p38"/>
            <p:cNvSpPr/>
            <p:nvPr/>
          </p:nvSpPr>
          <p:spPr>
            <a:xfrm>
              <a:off x="1782898" y="1374485"/>
              <a:ext cx="207107" cy="189432"/>
            </a:xfrm>
            <a:custGeom>
              <a:avLst/>
              <a:gdLst/>
              <a:ahLst/>
              <a:cxnLst/>
              <a:rect l="l" t="t" r="r" b="b"/>
              <a:pathLst>
                <a:path w="187004" h="171045" extrusionOk="0">
                  <a:moveTo>
                    <a:pt x="32456" y="142203"/>
                  </a:moveTo>
                  <a:cubicBezTo>
                    <a:pt x="32456" y="142203"/>
                    <a:pt x="-8333" y="123311"/>
                    <a:pt x="1542" y="74794"/>
                  </a:cubicBezTo>
                  <a:cubicBezTo>
                    <a:pt x="2401" y="70930"/>
                    <a:pt x="4977" y="67495"/>
                    <a:pt x="8412" y="65777"/>
                  </a:cubicBezTo>
                  <a:cubicBezTo>
                    <a:pt x="12705" y="64060"/>
                    <a:pt x="18287" y="64918"/>
                    <a:pt x="22580" y="76940"/>
                  </a:cubicBezTo>
                  <a:cubicBezTo>
                    <a:pt x="30309" y="98838"/>
                    <a:pt x="34173" y="105278"/>
                    <a:pt x="40184" y="104419"/>
                  </a:cubicBezTo>
                  <a:cubicBezTo>
                    <a:pt x="46195" y="103561"/>
                    <a:pt x="53065" y="67495"/>
                    <a:pt x="57358" y="46027"/>
                  </a:cubicBezTo>
                  <a:cubicBezTo>
                    <a:pt x="61652" y="24559"/>
                    <a:pt x="68951" y="-4208"/>
                    <a:pt x="80973" y="515"/>
                  </a:cubicBezTo>
                  <a:cubicBezTo>
                    <a:pt x="94283" y="5667"/>
                    <a:pt x="83549" y="61913"/>
                    <a:pt x="83549" y="61913"/>
                  </a:cubicBezTo>
                  <a:cubicBezTo>
                    <a:pt x="83549" y="61913"/>
                    <a:pt x="89990" y="48603"/>
                    <a:pt x="102012" y="54614"/>
                  </a:cubicBezTo>
                  <a:cubicBezTo>
                    <a:pt x="114463" y="60625"/>
                    <a:pt x="109740" y="78658"/>
                    <a:pt x="109740" y="78658"/>
                  </a:cubicBezTo>
                  <a:cubicBezTo>
                    <a:pt x="109740" y="78658"/>
                    <a:pt x="128632" y="65348"/>
                    <a:pt x="140654" y="72647"/>
                  </a:cubicBezTo>
                  <a:cubicBezTo>
                    <a:pt x="152676" y="79517"/>
                    <a:pt x="141083" y="100555"/>
                    <a:pt x="141083" y="100555"/>
                  </a:cubicBezTo>
                  <a:cubicBezTo>
                    <a:pt x="141083" y="100555"/>
                    <a:pt x="173714" y="54185"/>
                    <a:pt x="184878" y="63201"/>
                  </a:cubicBezTo>
                  <a:cubicBezTo>
                    <a:pt x="199046" y="74364"/>
                    <a:pt x="139366" y="182133"/>
                    <a:pt x="96859" y="170111"/>
                  </a:cubicBezTo>
                  <a:cubicBezTo>
                    <a:pt x="53065" y="157230"/>
                    <a:pt x="32456" y="142203"/>
                    <a:pt x="32456" y="142203"/>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8" name="Google Shape;908;p38"/>
            <p:cNvSpPr/>
            <p:nvPr/>
          </p:nvSpPr>
          <p:spPr>
            <a:xfrm>
              <a:off x="1895653" y="1460229"/>
              <a:ext cx="10937" cy="18336"/>
            </a:xfrm>
            <a:custGeom>
              <a:avLst/>
              <a:gdLst/>
              <a:ahLst/>
              <a:cxnLst/>
              <a:rect l="l" t="t" r="r" b="b"/>
              <a:pathLst>
                <a:path w="9875" h="16556" extrusionOk="0">
                  <a:moveTo>
                    <a:pt x="9016" y="124"/>
                  </a:moveTo>
                  <a:cubicBezTo>
                    <a:pt x="7299" y="2700"/>
                    <a:pt x="5152" y="4847"/>
                    <a:pt x="3864" y="7423"/>
                  </a:cubicBezTo>
                  <a:cubicBezTo>
                    <a:pt x="3005" y="8711"/>
                    <a:pt x="2147" y="9999"/>
                    <a:pt x="1717" y="11287"/>
                  </a:cubicBezTo>
                  <a:cubicBezTo>
                    <a:pt x="1288" y="12146"/>
                    <a:pt x="859" y="12575"/>
                    <a:pt x="859" y="13434"/>
                  </a:cubicBezTo>
                  <a:cubicBezTo>
                    <a:pt x="429" y="14293"/>
                    <a:pt x="0" y="14722"/>
                    <a:pt x="0" y="15581"/>
                  </a:cubicBezTo>
                  <a:cubicBezTo>
                    <a:pt x="0" y="16010"/>
                    <a:pt x="429" y="16869"/>
                    <a:pt x="859" y="16440"/>
                  </a:cubicBezTo>
                  <a:cubicBezTo>
                    <a:pt x="1288" y="16010"/>
                    <a:pt x="1717" y="15152"/>
                    <a:pt x="2147" y="14722"/>
                  </a:cubicBezTo>
                  <a:cubicBezTo>
                    <a:pt x="2576" y="13864"/>
                    <a:pt x="3005" y="13434"/>
                    <a:pt x="3435" y="12575"/>
                  </a:cubicBezTo>
                  <a:cubicBezTo>
                    <a:pt x="4294" y="11287"/>
                    <a:pt x="4723" y="9999"/>
                    <a:pt x="5582" y="8711"/>
                  </a:cubicBezTo>
                  <a:cubicBezTo>
                    <a:pt x="6870" y="6135"/>
                    <a:pt x="8587" y="3130"/>
                    <a:pt x="9875" y="124"/>
                  </a:cubicBezTo>
                  <a:cubicBezTo>
                    <a:pt x="9446" y="553"/>
                    <a:pt x="9016" y="-305"/>
                    <a:pt x="9016" y="124"/>
                  </a:cubicBezTo>
                  <a:lnTo>
                    <a:pt x="9016" y="1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9" name="Google Shape;909;p38"/>
            <p:cNvSpPr/>
            <p:nvPr/>
          </p:nvSpPr>
          <p:spPr>
            <a:xfrm>
              <a:off x="1867536" y="1438443"/>
              <a:ext cx="10937" cy="18198"/>
            </a:xfrm>
            <a:custGeom>
              <a:avLst/>
              <a:gdLst/>
              <a:ahLst/>
              <a:cxnLst/>
              <a:rect l="l" t="t" r="r" b="b"/>
              <a:pathLst>
                <a:path w="9875" h="16432" extrusionOk="0">
                  <a:moveTo>
                    <a:pt x="9017" y="0"/>
                  </a:moveTo>
                  <a:cubicBezTo>
                    <a:pt x="7299" y="2576"/>
                    <a:pt x="5152" y="4723"/>
                    <a:pt x="3864" y="7299"/>
                  </a:cubicBezTo>
                  <a:cubicBezTo>
                    <a:pt x="3006" y="8587"/>
                    <a:pt x="2147" y="9875"/>
                    <a:pt x="1718" y="11163"/>
                  </a:cubicBezTo>
                  <a:cubicBezTo>
                    <a:pt x="1288" y="12022"/>
                    <a:pt x="859" y="12451"/>
                    <a:pt x="859" y="13310"/>
                  </a:cubicBezTo>
                  <a:cubicBezTo>
                    <a:pt x="430" y="14169"/>
                    <a:pt x="0" y="14598"/>
                    <a:pt x="0" y="15457"/>
                  </a:cubicBezTo>
                  <a:cubicBezTo>
                    <a:pt x="0" y="15886"/>
                    <a:pt x="430" y="16745"/>
                    <a:pt x="859" y="16316"/>
                  </a:cubicBezTo>
                  <a:cubicBezTo>
                    <a:pt x="1288" y="15886"/>
                    <a:pt x="1718" y="15028"/>
                    <a:pt x="2147" y="14598"/>
                  </a:cubicBezTo>
                  <a:cubicBezTo>
                    <a:pt x="2576" y="13739"/>
                    <a:pt x="3006" y="13310"/>
                    <a:pt x="3435" y="12451"/>
                  </a:cubicBezTo>
                  <a:cubicBezTo>
                    <a:pt x="4294" y="11163"/>
                    <a:pt x="4723" y="9875"/>
                    <a:pt x="5582" y="8587"/>
                  </a:cubicBezTo>
                  <a:cubicBezTo>
                    <a:pt x="6870" y="6011"/>
                    <a:pt x="8587" y="3006"/>
                    <a:pt x="9875" y="0"/>
                  </a:cubicBezTo>
                  <a:cubicBezTo>
                    <a:pt x="9446" y="430"/>
                    <a:pt x="9017" y="0"/>
                    <a:pt x="9017" y="0"/>
                  </a:cubicBezTo>
                  <a:lnTo>
                    <a:pt x="901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0" name="Google Shape;910;p38"/>
            <p:cNvSpPr/>
            <p:nvPr/>
          </p:nvSpPr>
          <p:spPr>
            <a:xfrm>
              <a:off x="1933779" y="1478742"/>
              <a:ext cx="10937" cy="18410"/>
            </a:xfrm>
            <a:custGeom>
              <a:avLst/>
              <a:gdLst/>
              <a:ahLst/>
              <a:cxnLst/>
              <a:rect l="l" t="t" r="r" b="b"/>
              <a:pathLst>
                <a:path w="9875" h="16623" extrusionOk="0">
                  <a:moveTo>
                    <a:pt x="9016" y="191"/>
                  </a:moveTo>
                  <a:cubicBezTo>
                    <a:pt x="7299" y="2767"/>
                    <a:pt x="5152" y="4914"/>
                    <a:pt x="3864" y="7490"/>
                  </a:cubicBezTo>
                  <a:cubicBezTo>
                    <a:pt x="3005" y="8778"/>
                    <a:pt x="2147" y="10066"/>
                    <a:pt x="1717" y="11354"/>
                  </a:cubicBezTo>
                  <a:cubicBezTo>
                    <a:pt x="1288" y="12213"/>
                    <a:pt x="859" y="12642"/>
                    <a:pt x="859" y="13501"/>
                  </a:cubicBezTo>
                  <a:cubicBezTo>
                    <a:pt x="429" y="14360"/>
                    <a:pt x="0" y="14789"/>
                    <a:pt x="0" y="15648"/>
                  </a:cubicBezTo>
                  <a:cubicBezTo>
                    <a:pt x="0" y="16077"/>
                    <a:pt x="429" y="16936"/>
                    <a:pt x="859" y="16507"/>
                  </a:cubicBezTo>
                  <a:cubicBezTo>
                    <a:pt x="1288" y="16077"/>
                    <a:pt x="1717" y="15218"/>
                    <a:pt x="2147" y="14789"/>
                  </a:cubicBezTo>
                  <a:cubicBezTo>
                    <a:pt x="2576" y="13930"/>
                    <a:pt x="3005" y="13501"/>
                    <a:pt x="3435" y="12642"/>
                  </a:cubicBezTo>
                  <a:cubicBezTo>
                    <a:pt x="4294" y="11354"/>
                    <a:pt x="4723" y="10066"/>
                    <a:pt x="5582" y="8778"/>
                  </a:cubicBezTo>
                  <a:cubicBezTo>
                    <a:pt x="6870" y="6202"/>
                    <a:pt x="8587" y="3196"/>
                    <a:pt x="9875" y="191"/>
                  </a:cubicBezTo>
                  <a:cubicBezTo>
                    <a:pt x="9446" y="191"/>
                    <a:pt x="9016" y="-238"/>
                    <a:pt x="9016" y="191"/>
                  </a:cubicBezTo>
                  <a:lnTo>
                    <a:pt x="9016" y="19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1" name="Google Shape;911;p38"/>
            <p:cNvSpPr/>
            <p:nvPr/>
          </p:nvSpPr>
          <p:spPr>
            <a:xfrm>
              <a:off x="1553339" y="1716297"/>
              <a:ext cx="20961" cy="34887"/>
            </a:xfrm>
            <a:custGeom>
              <a:avLst/>
              <a:gdLst/>
              <a:ahLst/>
              <a:cxnLst/>
              <a:rect l="l" t="t" r="r" b="b"/>
              <a:pathLst>
                <a:path w="18926" h="31501" extrusionOk="0">
                  <a:moveTo>
                    <a:pt x="18575" y="0"/>
                  </a:moveTo>
                  <a:cubicBezTo>
                    <a:pt x="17287" y="0"/>
                    <a:pt x="16428" y="859"/>
                    <a:pt x="15999" y="1717"/>
                  </a:cubicBezTo>
                  <a:cubicBezTo>
                    <a:pt x="15140" y="2576"/>
                    <a:pt x="14282" y="3864"/>
                    <a:pt x="13852" y="5152"/>
                  </a:cubicBezTo>
                  <a:cubicBezTo>
                    <a:pt x="12135" y="7728"/>
                    <a:pt x="10847" y="9875"/>
                    <a:pt x="9129" y="12451"/>
                  </a:cubicBezTo>
                  <a:cubicBezTo>
                    <a:pt x="6124" y="17174"/>
                    <a:pt x="3118" y="22326"/>
                    <a:pt x="113" y="27049"/>
                  </a:cubicBezTo>
                  <a:cubicBezTo>
                    <a:pt x="-746" y="28767"/>
                    <a:pt x="3548" y="33060"/>
                    <a:pt x="4407" y="30914"/>
                  </a:cubicBezTo>
                  <a:cubicBezTo>
                    <a:pt x="6983" y="25761"/>
                    <a:pt x="9559" y="20609"/>
                    <a:pt x="12135" y="15457"/>
                  </a:cubicBezTo>
                  <a:cubicBezTo>
                    <a:pt x="13423" y="12881"/>
                    <a:pt x="14711" y="10734"/>
                    <a:pt x="15999" y="8158"/>
                  </a:cubicBezTo>
                  <a:cubicBezTo>
                    <a:pt x="17287" y="6011"/>
                    <a:pt x="19863" y="3005"/>
                    <a:pt x="18575" y="0"/>
                  </a:cubicBezTo>
                  <a:cubicBezTo>
                    <a:pt x="19005" y="0"/>
                    <a:pt x="19005" y="0"/>
                    <a:pt x="18575" y="0"/>
                  </a:cubicBezTo>
                  <a:lnTo>
                    <a:pt x="1857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2" name="Google Shape;912;p38"/>
            <p:cNvSpPr/>
            <p:nvPr/>
          </p:nvSpPr>
          <p:spPr>
            <a:xfrm>
              <a:off x="1777445" y="1166785"/>
              <a:ext cx="108086" cy="126560"/>
            </a:xfrm>
            <a:custGeom>
              <a:avLst/>
              <a:gdLst/>
              <a:ahLst/>
              <a:cxnLst/>
              <a:rect l="l" t="t" r="r" b="b"/>
              <a:pathLst>
                <a:path w="97595" h="114275" extrusionOk="0">
                  <a:moveTo>
                    <a:pt x="96620" y="0"/>
                  </a:moveTo>
                  <a:cubicBezTo>
                    <a:pt x="83309" y="2576"/>
                    <a:pt x="71287" y="5152"/>
                    <a:pt x="59695" y="12022"/>
                  </a:cubicBezTo>
                  <a:cubicBezTo>
                    <a:pt x="48961" y="18463"/>
                    <a:pt x="39086" y="27050"/>
                    <a:pt x="30928" y="36925"/>
                  </a:cubicBezTo>
                  <a:cubicBezTo>
                    <a:pt x="14612" y="55817"/>
                    <a:pt x="2161" y="80290"/>
                    <a:pt x="14" y="105622"/>
                  </a:cubicBezTo>
                  <a:cubicBezTo>
                    <a:pt x="-415" y="110345"/>
                    <a:pt x="9031" y="118503"/>
                    <a:pt x="10748" y="111633"/>
                  </a:cubicBezTo>
                  <a:cubicBezTo>
                    <a:pt x="16330" y="87589"/>
                    <a:pt x="25346" y="65692"/>
                    <a:pt x="41232" y="46371"/>
                  </a:cubicBezTo>
                  <a:cubicBezTo>
                    <a:pt x="48961" y="37354"/>
                    <a:pt x="57548" y="28767"/>
                    <a:pt x="66994" y="21897"/>
                  </a:cubicBezTo>
                  <a:cubicBezTo>
                    <a:pt x="76440" y="14598"/>
                    <a:pt x="86315" y="6011"/>
                    <a:pt x="97478" y="859"/>
                  </a:cubicBezTo>
                  <a:cubicBezTo>
                    <a:pt x="97908" y="859"/>
                    <a:pt x="97049" y="0"/>
                    <a:pt x="96620" y="0"/>
                  </a:cubicBezTo>
                  <a:lnTo>
                    <a:pt x="96620"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3" name="Google Shape;913;p38"/>
            <p:cNvSpPr/>
            <p:nvPr/>
          </p:nvSpPr>
          <p:spPr>
            <a:xfrm>
              <a:off x="1769358" y="1312384"/>
              <a:ext cx="11011" cy="33695"/>
            </a:xfrm>
            <a:custGeom>
              <a:avLst/>
              <a:gdLst/>
              <a:ahLst/>
              <a:cxnLst/>
              <a:rect l="l" t="t" r="r" b="b"/>
              <a:pathLst>
                <a:path w="9942" h="30424" extrusionOk="0">
                  <a:moveTo>
                    <a:pt x="3864" y="1073"/>
                  </a:moveTo>
                  <a:cubicBezTo>
                    <a:pt x="2147" y="4938"/>
                    <a:pt x="1288" y="9231"/>
                    <a:pt x="429" y="13095"/>
                  </a:cubicBezTo>
                  <a:cubicBezTo>
                    <a:pt x="0" y="15242"/>
                    <a:pt x="0" y="17389"/>
                    <a:pt x="0" y="19106"/>
                  </a:cubicBezTo>
                  <a:cubicBezTo>
                    <a:pt x="0" y="19536"/>
                    <a:pt x="0" y="20395"/>
                    <a:pt x="0" y="20824"/>
                  </a:cubicBezTo>
                  <a:cubicBezTo>
                    <a:pt x="0" y="21683"/>
                    <a:pt x="0" y="21683"/>
                    <a:pt x="0" y="21253"/>
                  </a:cubicBezTo>
                  <a:cubicBezTo>
                    <a:pt x="0" y="21683"/>
                    <a:pt x="0" y="22541"/>
                    <a:pt x="429" y="22971"/>
                  </a:cubicBezTo>
                  <a:cubicBezTo>
                    <a:pt x="859" y="24259"/>
                    <a:pt x="859" y="25547"/>
                    <a:pt x="1288" y="26835"/>
                  </a:cubicBezTo>
                  <a:cubicBezTo>
                    <a:pt x="1717" y="28552"/>
                    <a:pt x="3435" y="29840"/>
                    <a:pt x="5152" y="30270"/>
                  </a:cubicBezTo>
                  <a:cubicBezTo>
                    <a:pt x="6440" y="30699"/>
                    <a:pt x="7728" y="30270"/>
                    <a:pt x="8158" y="28552"/>
                  </a:cubicBezTo>
                  <a:cubicBezTo>
                    <a:pt x="8158" y="27693"/>
                    <a:pt x="8158" y="26835"/>
                    <a:pt x="8587" y="25547"/>
                  </a:cubicBezTo>
                  <a:cubicBezTo>
                    <a:pt x="8587" y="25117"/>
                    <a:pt x="8587" y="24688"/>
                    <a:pt x="8587" y="24259"/>
                  </a:cubicBezTo>
                  <a:cubicBezTo>
                    <a:pt x="8158" y="24688"/>
                    <a:pt x="8158" y="24259"/>
                    <a:pt x="8587" y="23400"/>
                  </a:cubicBezTo>
                  <a:cubicBezTo>
                    <a:pt x="8587" y="22971"/>
                    <a:pt x="8587" y="22541"/>
                    <a:pt x="8587" y="22112"/>
                  </a:cubicBezTo>
                  <a:cubicBezTo>
                    <a:pt x="8587" y="20824"/>
                    <a:pt x="8587" y="20395"/>
                    <a:pt x="8587" y="19536"/>
                  </a:cubicBezTo>
                  <a:cubicBezTo>
                    <a:pt x="8587" y="18677"/>
                    <a:pt x="8587" y="17389"/>
                    <a:pt x="8587" y="16530"/>
                  </a:cubicBezTo>
                  <a:cubicBezTo>
                    <a:pt x="8587" y="12237"/>
                    <a:pt x="9016" y="8372"/>
                    <a:pt x="9875" y="4508"/>
                  </a:cubicBezTo>
                  <a:cubicBezTo>
                    <a:pt x="10304" y="2791"/>
                    <a:pt x="8587" y="1073"/>
                    <a:pt x="7299" y="215"/>
                  </a:cubicBezTo>
                  <a:cubicBezTo>
                    <a:pt x="6870" y="215"/>
                    <a:pt x="4723" y="-644"/>
                    <a:pt x="3864" y="1073"/>
                  </a:cubicBezTo>
                  <a:lnTo>
                    <a:pt x="3864" y="107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4" name="Google Shape;914;p38"/>
            <p:cNvSpPr/>
            <p:nvPr/>
          </p:nvSpPr>
          <p:spPr>
            <a:xfrm>
              <a:off x="1502261" y="1016352"/>
              <a:ext cx="56511" cy="30257"/>
            </a:xfrm>
            <a:custGeom>
              <a:avLst/>
              <a:gdLst/>
              <a:ahLst/>
              <a:cxnLst/>
              <a:rect l="l" t="t" r="r" b="b"/>
              <a:pathLst>
                <a:path w="51026" h="27320" extrusionOk="0">
                  <a:moveTo>
                    <a:pt x="187" y="20885"/>
                  </a:moveTo>
                  <a:cubicBezTo>
                    <a:pt x="1905" y="29042"/>
                    <a:pt x="13497" y="28184"/>
                    <a:pt x="27237" y="25178"/>
                  </a:cubicBezTo>
                  <a:cubicBezTo>
                    <a:pt x="41406" y="22602"/>
                    <a:pt x="52569" y="19596"/>
                    <a:pt x="50851" y="11009"/>
                  </a:cubicBezTo>
                  <a:cubicBezTo>
                    <a:pt x="49134" y="2852"/>
                    <a:pt x="36683" y="-1871"/>
                    <a:pt x="22514" y="705"/>
                  </a:cubicBezTo>
                  <a:cubicBezTo>
                    <a:pt x="8774" y="3710"/>
                    <a:pt x="-1530" y="12298"/>
                    <a:pt x="187" y="2088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5" name="Google Shape;915;p38"/>
            <p:cNvSpPr/>
            <p:nvPr/>
          </p:nvSpPr>
          <p:spPr>
            <a:xfrm>
              <a:off x="1501992" y="1349123"/>
              <a:ext cx="187635" cy="49768"/>
            </a:xfrm>
            <a:custGeom>
              <a:avLst/>
              <a:gdLst/>
              <a:ahLst/>
              <a:cxnLst/>
              <a:rect l="l" t="t" r="r" b="b"/>
              <a:pathLst>
                <a:path w="169422" h="44937" extrusionOk="0">
                  <a:moveTo>
                    <a:pt x="430" y="607"/>
                  </a:moveTo>
                  <a:cubicBezTo>
                    <a:pt x="859" y="5760"/>
                    <a:pt x="10305" y="11770"/>
                    <a:pt x="14169" y="14347"/>
                  </a:cubicBezTo>
                  <a:cubicBezTo>
                    <a:pt x="21039" y="19069"/>
                    <a:pt x="28338" y="23363"/>
                    <a:pt x="36066" y="26798"/>
                  </a:cubicBezTo>
                  <a:cubicBezTo>
                    <a:pt x="51523" y="33668"/>
                    <a:pt x="67839" y="39249"/>
                    <a:pt x="84584" y="42684"/>
                  </a:cubicBezTo>
                  <a:cubicBezTo>
                    <a:pt x="101329" y="46119"/>
                    <a:pt x="118503" y="45690"/>
                    <a:pt x="134818" y="40967"/>
                  </a:cubicBezTo>
                  <a:cubicBezTo>
                    <a:pt x="142976" y="38820"/>
                    <a:pt x="150705" y="35385"/>
                    <a:pt x="158004" y="31091"/>
                  </a:cubicBezTo>
                  <a:cubicBezTo>
                    <a:pt x="163585" y="28086"/>
                    <a:pt x="170885" y="22504"/>
                    <a:pt x="169167" y="15205"/>
                  </a:cubicBezTo>
                  <a:cubicBezTo>
                    <a:pt x="169167" y="14776"/>
                    <a:pt x="168738" y="14347"/>
                    <a:pt x="167879" y="14347"/>
                  </a:cubicBezTo>
                  <a:cubicBezTo>
                    <a:pt x="164873" y="14776"/>
                    <a:pt x="162297" y="17352"/>
                    <a:pt x="160151" y="19499"/>
                  </a:cubicBezTo>
                  <a:cubicBezTo>
                    <a:pt x="157574" y="21216"/>
                    <a:pt x="154998" y="23363"/>
                    <a:pt x="151993" y="24651"/>
                  </a:cubicBezTo>
                  <a:cubicBezTo>
                    <a:pt x="144694" y="28515"/>
                    <a:pt x="136965" y="31950"/>
                    <a:pt x="129237" y="34097"/>
                  </a:cubicBezTo>
                  <a:cubicBezTo>
                    <a:pt x="112921" y="38391"/>
                    <a:pt x="95747" y="38391"/>
                    <a:pt x="79431" y="34527"/>
                  </a:cubicBezTo>
                  <a:cubicBezTo>
                    <a:pt x="64404" y="31091"/>
                    <a:pt x="48947" y="25939"/>
                    <a:pt x="34778" y="19928"/>
                  </a:cubicBezTo>
                  <a:cubicBezTo>
                    <a:pt x="27908" y="16923"/>
                    <a:pt x="21039" y="13488"/>
                    <a:pt x="14598" y="9194"/>
                  </a:cubicBezTo>
                  <a:cubicBezTo>
                    <a:pt x="11593" y="7048"/>
                    <a:pt x="8587" y="4901"/>
                    <a:pt x="5152" y="2754"/>
                  </a:cubicBezTo>
                  <a:cubicBezTo>
                    <a:pt x="3435" y="1466"/>
                    <a:pt x="2147" y="-252"/>
                    <a:pt x="0" y="178"/>
                  </a:cubicBezTo>
                  <a:cubicBezTo>
                    <a:pt x="430" y="-252"/>
                    <a:pt x="430" y="178"/>
                    <a:pt x="430" y="607"/>
                  </a:cubicBezTo>
                  <a:lnTo>
                    <a:pt x="430" y="6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6" name="Google Shape;916;p38"/>
            <p:cNvSpPr/>
            <p:nvPr/>
          </p:nvSpPr>
          <p:spPr>
            <a:xfrm>
              <a:off x="1596443" y="1019994"/>
              <a:ext cx="39380" cy="128935"/>
            </a:xfrm>
            <a:custGeom>
              <a:avLst/>
              <a:gdLst/>
              <a:ahLst/>
              <a:cxnLst/>
              <a:rect l="l" t="t" r="r" b="b"/>
              <a:pathLst>
                <a:path w="35558" h="116420" extrusionOk="0">
                  <a:moveTo>
                    <a:pt x="20102" y="0"/>
                  </a:moveTo>
                  <a:cubicBezTo>
                    <a:pt x="19243" y="11163"/>
                    <a:pt x="20531" y="23185"/>
                    <a:pt x="21819" y="34349"/>
                  </a:cubicBezTo>
                  <a:cubicBezTo>
                    <a:pt x="23107" y="45941"/>
                    <a:pt x="24395" y="57105"/>
                    <a:pt x="25683" y="68697"/>
                  </a:cubicBezTo>
                  <a:cubicBezTo>
                    <a:pt x="26542" y="74279"/>
                    <a:pt x="26971" y="79861"/>
                    <a:pt x="27830" y="85442"/>
                  </a:cubicBezTo>
                  <a:cubicBezTo>
                    <a:pt x="28689" y="91024"/>
                    <a:pt x="30836" y="97894"/>
                    <a:pt x="30406" y="103475"/>
                  </a:cubicBezTo>
                  <a:cubicBezTo>
                    <a:pt x="29977" y="108198"/>
                    <a:pt x="21819" y="109916"/>
                    <a:pt x="17526" y="110774"/>
                  </a:cubicBezTo>
                  <a:cubicBezTo>
                    <a:pt x="11944" y="111633"/>
                    <a:pt x="6792" y="110774"/>
                    <a:pt x="1210" y="109916"/>
                  </a:cubicBezTo>
                  <a:cubicBezTo>
                    <a:pt x="-1796" y="109486"/>
                    <a:pt x="1639" y="113780"/>
                    <a:pt x="2498" y="114209"/>
                  </a:cubicBezTo>
                  <a:cubicBezTo>
                    <a:pt x="12803" y="118932"/>
                    <a:pt x="25683" y="115497"/>
                    <a:pt x="35129" y="109486"/>
                  </a:cubicBezTo>
                  <a:cubicBezTo>
                    <a:pt x="35559" y="109057"/>
                    <a:pt x="35559" y="108627"/>
                    <a:pt x="35559" y="108198"/>
                  </a:cubicBezTo>
                  <a:cubicBezTo>
                    <a:pt x="33412" y="90595"/>
                    <a:pt x="30836" y="72562"/>
                    <a:pt x="28689" y="54958"/>
                  </a:cubicBezTo>
                  <a:cubicBezTo>
                    <a:pt x="26542" y="36495"/>
                    <a:pt x="24825" y="18033"/>
                    <a:pt x="20102" y="0"/>
                  </a:cubicBezTo>
                  <a:lnTo>
                    <a:pt x="20102" y="0"/>
                  </a:lnTo>
                  <a:lnTo>
                    <a:pt x="2010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7" name="Google Shape;917;p38"/>
            <p:cNvSpPr/>
            <p:nvPr/>
          </p:nvSpPr>
          <p:spPr>
            <a:xfrm>
              <a:off x="1646697" y="1066030"/>
              <a:ext cx="31869" cy="32528"/>
            </a:xfrm>
            <a:custGeom>
              <a:avLst/>
              <a:gdLst/>
              <a:ahLst/>
              <a:cxnLst/>
              <a:rect l="l" t="t" r="r" b="b"/>
              <a:pathLst>
                <a:path w="28776" h="29371" extrusionOk="0">
                  <a:moveTo>
                    <a:pt x="1449" y="29371"/>
                  </a:moveTo>
                  <a:cubicBezTo>
                    <a:pt x="1879" y="27654"/>
                    <a:pt x="2308" y="25507"/>
                    <a:pt x="2737" y="23790"/>
                  </a:cubicBezTo>
                  <a:cubicBezTo>
                    <a:pt x="3167" y="21643"/>
                    <a:pt x="3596" y="19496"/>
                    <a:pt x="4455" y="17349"/>
                  </a:cubicBezTo>
                  <a:cubicBezTo>
                    <a:pt x="5743" y="13485"/>
                    <a:pt x="7460" y="9192"/>
                    <a:pt x="10466" y="6615"/>
                  </a:cubicBezTo>
                  <a:cubicBezTo>
                    <a:pt x="11754" y="5327"/>
                    <a:pt x="13471" y="4469"/>
                    <a:pt x="15618" y="4898"/>
                  </a:cubicBezTo>
                  <a:cubicBezTo>
                    <a:pt x="16477" y="4898"/>
                    <a:pt x="16906" y="5327"/>
                    <a:pt x="17335" y="5757"/>
                  </a:cubicBezTo>
                  <a:cubicBezTo>
                    <a:pt x="16906" y="5327"/>
                    <a:pt x="17765" y="6186"/>
                    <a:pt x="17765" y="6186"/>
                  </a:cubicBezTo>
                  <a:cubicBezTo>
                    <a:pt x="17765" y="6186"/>
                    <a:pt x="18194" y="6186"/>
                    <a:pt x="18194" y="6615"/>
                  </a:cubicBezTo>
                  <a:cubicBezTo>
                    <a:pt x="17765" y="6186"/>
                    <a:pt x="18194" y="6615"/>
                    <a:pt x="18194" y="6615"/>
                  </a:cubicBezTo>
                  <a:cubicBezTo>
                    <a:pt x="19053" y="7474"/>
                    <a:pt x="19911" y="8333"/>
                    <a:pt x="20341" y="9621"/>
                  </a:cubicBezTo>
                  <a:cubicBezTo>
                    <a:pt x="21200" y="10909"/>
                    <a:pt x="21629" y="12627"/>
                    <a:pt x="22058" y="14344"/>
                  </a:cubicBezTo>
                  <a:cubicBezTo>
                    <a:pt x="22488" y="16061"/>
                    <a:pt x="22917" y="17779"/>
                    <a:pt x="23346" y="19496"/>
                  </a:cubicBezTo>
                  <a:cubicBezTo>
                    <a:pt x="23776" y="21214"/>
                    <a:pt x="24205" y="23361"/>
                    <a:pt x="24634" y="25078"/>
                  </a:cubicBezTo>
                  <a:cubicBezTo>
                    <a:pt x="25064" y="26366"/>
                    <a:pt x="28069" y="28513"/>
                    <a:pt x="28498" y="26366"/>
                  </a:cubicBezTo>
                  <a:cubicBezTo>
                    <a:pt x="29357" y="22931"/>
                    <a:pt x="28069" y="18637"/>
                    <a:pt x="26781" y="15203"/>
                  </a:cubicBezTo>
                  <a:cubicBezTo>
                    <a:pt x="25493" y="11338"/>
                    <a:pt x="23776" y="7474"/>
                    <a:pt x="21200" y="4469"/>
                  </a:cubicBezTo>
                  <a:cubicBezTo>
                    <a:pt x="18194" y="1034"/>
                    <a:pt x="13900" y="-1113"/>
                    <a:pt x="9607" y="604"/>
                  </a:cubicBezTo>
                  <a:cubicBezTo>
                    <a:pt x="4884" y="2322"/>
                    <a:pt x="2737" y="7474"/>
                    <a:pt x="1449" y="12197"/>
                  </a:cubicBezTo>
                  <a:cubicBezTo>
                    <a:pt x="590" y="14773"/>
                    <a:pt x="161" y="17779"/>
                    <a:pt x="161" y="20784"/>
                  </a:cubicBezTo>
                  <a:cubicBezTo>
                    <a:pt x="-268" y="23790"/>
                    <a:pt x="161" y="26366"/>
                    <a:pt x="1449" y="29371"/>
                  </a:cubicBezTo>
                  <a:lnTo>
                    <a:pt x="1449" y="29371"/>
                  </a:lnTo>
                  <a:lnTo>
                    <a:pt x="1449" y="293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8" name="Google Shape;918;p38"/>
            <p:cNvSpPr/>
            <p:nvPr/>
          </p:nvSpPr>
          <p:spPr>
            <a:xfrm>
              <a:off x="1548870" y="1155356"/>
              <a:ext cx="84273" cy="56896"/>
            </a:xfrm>
            <a:custGeom>
              <a:avLst/>
              <a:gdLst/>
              <a:ahLst/>
              <a:cxnLst/>
              <a:rect l="l" t="t" r="r" b="b"/>
              <a:pathLst>
                <a:path w="76093" h="51373" extrusionOk="0">
                  <a:moveTo>
                    <a:pt x="71548" y="9438"/>
                  </a:moveTo>
                  <a:cubicBezTo>
                    <a:pt x="66396" y="5573"/>
                    <a:pt x="59955" y="6003"/>
                    <a:pt x="53944" y="8579"/>
                  </a:cubicBezTo>
                  <a:cubicBezTo>
                    <a:pt x="49221" y="10296"/>
                    <a:pt x="44069" y="11155"/>
                    <a:pt x="38917" y="10726"/>
                  </a:cubicBezTo>
                  <a:cubicBezTo>
                    <a:pt x="34194" y="9438"/>
                    <a:pt x="29471" y="7720"/>
                    <a:pt x="25177" y="4715"/>
                  </a:cubicBezTo>
                  <a:cubicBezTo>
                    <a:pt x="20025" y="851"/>
                    <a:pt x="14014" y="-1296"/>
                    <a:pt x="8003" y="851"/>
                  </a:cubicBezTo>
                  <a:cubicBezTo>
                    <a:pt x="-5307" y="6862"/>
                    <a:pt x="-5307" y="44216"/>
                    <a:pt x="33764" y="51085"/>
                  </a:cubicBezTo>
                  <a:lnTo>
                    <a:pt x="33764" y="51085"/>
                  </a:lnTo>
                  <a:cubicBezTo>
                    <a:pt x="73265" y="54950"/>
                    <a:pt x="83141" y="18883"/>
                    <a:pt x="71548" y="943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9" name="Google Shape;919;p38"/>
            <p:cNvSpPr/>
            <p:nvPr/>
          </p:nvSpPr>
          <p:spPr>
            <a:xfrm>
              <a:off x="1530588" y="1072420"/>
              <a:ext cx="15216" cy="41845"/>
            </a:xfrm>
            <a:custGeom>
              <a:avLst/>
              <a:gdLst/>
              <a:ahLst/>
              <a:cxnLst/>
              <a:rect l="l" t="t" r="r" b="b"/>
              <a:pathLst>
                <a:path w="13739" h="37783" extrusionOk="0">
                  <a:moveTo>
                    <a:pt x="0" y="18892"/>
                  </a:moveTo>
                  <a:cubicBezTo>
                    <a:pt x="0" y="29196"/>
                    <a:pt x="3006" y="37783"/>
                    <a:pt x="6870" y="37783"/>
                  </a:cubicBezTo>
                  <a:cubicBezTo>
                    <a:pt x="10734" y="37783"/>
                    <a:pt x="13739" y="29196"/>
                    <a:pt x="13739" y="18892"/>
                  </a:cubicBezTo>
                  <a:cubicBezTo>
                    <a:pt x="13739" y="8587"/>
                    <a:pt x="10734" y="0"/>
                    <a:pt x="6870" y="0"/>
                  </a:cubicBezTo>
                  <a:cubicBezTo>
                    <a:pt x="3006" y="0"/>
                    <a:pt x="0" y="8158"/>
                    <a:pt x="0"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20" name="Google Shape;920;p38"/>
            <p:cNvSpPr/>
            <p:nvPr/>
          </p:nvSpPr>
          <p:spPr>
            <a:xfrm>
              <a:off x="1319432" y="702438"/>
              <a:ext cx="491041" cy="406330"/>
            </a:xfrm>
            <a:custGeom>
              <a:avLst/>
              <a:gdLst/>
              <a:ahLst/>
              <a:cxnLst/>
              <a:rect l="l" t="t" r="r" b="b"/>
              <a:pathLst>
                <a:path w="443378" h="366889" extrusionOk="0">
                  <a:moveTo>
                    <a:pt x="407486" y="43496"/>
                  </a:moveTo>
                  <a:cubicBezTo>
                    <a:pt x="379148" y="13012"/>
                    <a:pt x="336642" y="-3304"/>
                    <a:pt x="294994" y="560"/>
                  </a:cubicBezTo>
                  <a:cubicBezTo>
                    <a:pt x="266656" y="3137"/>
                    <a:pt x="237031" y="17305"/>
                    <a:pt x="222003" y="41779"/>
                  </a:cubicBezTo>
                  <a:cubicBezTo>
                    <a:pt x="214704" y="36197"/>
                    <a:pt x="205688" y="32333"/>
                    <a:pt x="196671" y="30615"/>
                  </a:cubicBezTo>
                  <a:cubicBezTo>
                    <a:pt x="179067" y="27610"/>
                    <a:pt x="160605" y="32333"/>
                    <a:pt x="143860" y="38773"/>
                  </a:cubicBezTo>
                  <a:cubicBezTo>
                    <a:pt x="100495" y="55089"/>
                    <a:pt x="62711" y="85144"/>
                    <a:pt x="36520" y="123786"/>
                  </a:cubicBezTo>
                  <a:cubicBezTo>
                    <a:pt x="25357" y="140102"/>
                    <a:pt x="16341" y="158993"/>
                    <a:pt x="18917" y="178315"/>
                  </a:cubicBezTo>
                  <a:cubicBezTo>
                    <a:pt x="19776" y="185184"/>
                    <a:pt x="22781" y="191625"/>
                    <a:pt x="27075" y="197206"/>
                  </a:cubicBezTo>
                  <a:cubicBezTo>
                    <a:pt x="21064" y="199353"/>
                    <a:pt x="15482" y="202358"/>
                    <a:pt x="10330" y="205793"/>
                  </a:cubicBezTo>
                  <a:cubicBezTo>
                    <a:pt x="4748" y="210087"/>
                    <a:pt x="-404" y="216098"/>
                    <a:pt x="25" y="223397"/>
                  </a:cubicBezTo>
                  <a:cubicBezTo>
                    <a:pt x="25" y="230267"/>
                    <a:pt x="5607" y="236278"/>
                    <a:pt x="9900" y="241859"/>
                  </a:cubicBezTo>
                  <a:cubicBezTo>
                    <a:pt x="21493" y="257316"/>
                    <a:pt x="37379" y="315709"/>
                    <a:pt x="35662" y="335030"/>
                  </a:cubicBezTo>
                  <a:cubicBezTo>
                    <a:pt x="35662" y="335030"/>
                    <a:pt x="58847" y="310986"/>
                    <a:pt x="82462" y="322149"/>
                  </a:cubicBezTo>
                  <a:cubicBezTo>
                    <a:pt x="91908" y="343617"/>
                    <a:pt x="99636" y="365085"/>
                    <a:pt x="100924" y="366373"/>
                  </a:cubicBezTo>
                  <a:cubicBezTo>
                    <a:pt x="105647" y="370667"/>
                    <a:pt x="129262" y="347052"/>
                    <a:pt x="135702" y="336747"/>
                  </a:cubicBezTo>
                  <a:cubicBezTo>
                    <a:pt x="152447" y="311415"/>
                    <a:pt x="163181" y="282219"/>
                    <a:pt x="167045" y="251735"/>
                  </a:cubicBezTo>
                  <a:cubicBezTo>
                    <a:pt x="167904" y="244865"/>
                    <a:pt x="168333" y="237566"/>
                    <a:pt x="167904" y="230696"/>
                  </a:cubicBezTo>
                  <a:cubicBezTo>
                    <a:pt x="200964" y="237566"/>
                    <a:pt x="237031" y="230696"/>
                    <a:pt x="264939" y="212234"/>
                  </a:cubicBezTo>
                  <a:cubicBezTo>
                    <a:pt x="271808" y="219962"/>
                    <a:pt x="280396" y="226403"/>
                    <a:pt x="289842" y="231125"/>
                  </a:cubicBezTo>
                  <a:cubicBezTo>
                    <a:pt x="316891" y="244865"/>
                    <a:pt x="350381" y="246153"/>
                    <a:pt x="378719" y="234560"/>
                  </a:cubicBezTo>
                  <a:cubicBezTo>
                    <a:pt x="407056" y="222968"/>
                    <a:pt x="429383" y="198065"/>
                    <a:pt x="438829" y="168869"/>
                  </a:cubicBezTo>
                  <a:lnTo>
                    <a:pt x="441405" y="158993"/>
                  </a:lnTo>
                  <a:cubicBezTo>
                    <a:pt x="448704" y="118204"/>
                    <a:pt x="435394" y="73981"/>
                    <a:pt x="407486" y="43496"/>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21" name="Google Shape;921;p38"/>
          <p:cNvGrpSpPr/>
          <p:nvPr/>
        </p:nvGrpSpPr>
        <p:grpSpPr>
          <a:xfrm>
            <a:off x="1469188" y="709025"/>
            <a:ext cx="1385538" cy="676600"/>
            <a:chOff x="1469188" y="709025"/>
            <a:chExt cx="1385538" cy="676600"/>
          </a:xfrm>
        </p:grpSpPr>
        <p:sp>
          <p:nvSpPr>
            <p:cNvPr id="922" name="Google Shape;922;p38"/>
            <p:cNvSpPr/>
            <p:nvPr/>
          </p:nvSpPr>
          <p:spPr>
            <a:xfrm>
              <a:off x="1469188" y="1038225"/>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923" name="Google Shape;923;p38"/>
            <p:cNvSpPr/>
            <p:nvPr/>
          </p:nvSpPr>
          <p:spPr>
            <a:xfrm>
              <a:off x="2672625" y="70902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924" name="Google Shape;924;p38"/>
          <p:cNvSpPr/>
          <p:nvPr/>
        </p:nvSpPr>
        <p:spPr>
          <a:xfrm>
            <a:off x="7144350" y="38118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928"/>
        <p:cNvGrpSpPr/>
        <p:nvPr/>
      </p:nvGrpSpPr>
      <p:grpSpPr>
        <a:xfrm>
          <a:off x="0" y="0"/>
          <a:ext cx="0" cy="0"/>
          <a:chOff x="0" y="0"/>
          <a:chExt cx="0" cy="0"/>
        </a:xfrm>
      </p:grpSpPr>
      <p:sp>
        <p:nvSpPr>
          <p:cNvPr id="929" name="Google Shape;929;p3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 share</a:t>
            </a:r>
            <a:endParaRPr/>
          </a:p>
        </p:txBody>
      </p:sp>
      <p:sp>
        <p:nvSpPr>
          <p:cNvPr id="930" name="Google Shape;930;p39"/>
          <p:cNvSpPr txBox="1"/>
          <p:nvPr/>
        </p:nvSpPr>
        <p:spPr>
          <a:xfrm>
            <a:off x="720000" y="4405275"/>
            <a:ext cx="7704000" cy="203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00">
                <a:solidFill>
                  <a:schemeClr val="dk1"/>
                </a:solidFill>
                <a:latin typeface="Inter"/>
                <a:ea typeface="Inter"/>
                <a:cs typeface="Inter"/>
                <a:sym typeface="Inter"/>
              </a:rPr>
              <a:t>Follow the link in the graph to modify its data and then paste the new one here. </a:t>
            </a:r>
            <a:r>
              <a:rPr lang="en" sz="1000" b="1" u="sng">
                <a:solidFill>
                  <a:schemeClr val="dk1"/>
                </a:solidFill>
                <a:latin typeface="Inter"/>
                <a:ea typeface="Inter"/>
                <a:cs typeface="Inter"/>
                <a:sym typeface="Inter"/>
                <a:hlinkClick r:id="rId3">
                  <a:extLst>
                    <a:ext uri="{A12FA001-AC4F-418D-AE19-62706E023703}">
                      <ahyp:hlinkClr xmlns:ahyp="http://schemas.microsoft.com/office/drawing/2018/hyperlinkcolor" val="tx"/>
                    </a:ext>
                  </a:extLst>
                </a:hlinkClick>
              </a:rPr>
              <a:t>For more info, click here</a:t>
            </a:r>
            <a:endParaRPr sz="1000" b="1">
              <a:solidFill>
                <a:schemeClr val="dk1"/>
              </a:solidFill>
              <a:latin typeface="Inter"/>
              <a:ea typeface="Inter"/>
              <a:cs typeface="Inter"/>
              <a:sym typeface="Inter"/>
            </a:endParaRPr>
          </a:p>
        </p:txBody>
      </p:sp>
      <p:sp>
        <p:nvSpPr>
          <p:cNvPr id="931" name="Google Shape;931;p39"/>
          <p:cNvSpPr txBox="1"/>
          <p:nvPr/>
        </p:nvSpPr>
        <p:spPr>
          <a:xfrm>
            <a:off x="5926800" y="1503750"/>
            <a:ext cx="2497200" cy="8172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500">
                <a:solidFill>
                  <a:schemeClr val="dk1"/>
                </a:solidFill>
                <a:latin typeface="Grand Hotel"/>
                <a:ea typeface="Grand Hotel"/>
                <a:cs typeface="Grand Hotel"/>
                <a:sym typeface="Grand Hotel"/>
              </a:rPr>
              <a:t>Here’s the market share of our industry</a:t>
            </a:r>
            <a:endParaRPr sz="2500">
              <a:solidFill>
                <a:schemeClr val="dk1"/>
              </a:solidFill>
              <a:latin typeface="Grand Hotel"/>
              <a:ea typeface="Grand Hotel"/>
              <a:cs typeface="Grand Hotel"/>
              <a:sym typeface="Grand Hotel"/>
            </a:endParaRPr>
          </a:p>
        </p:txBody>
      </p:sp>
      <p:sp>
        <p:nvSpPr>
          <p:cNvPr id="932" name="Google Shape;932;p39"/>
          <p:cNvSpPr txBox="1"/>
          <p:nvPr/>
        </p:nvSpPr>
        <p:spPr>
          <a:xfrm>
            <a:off x="5926800" y="2263050"/>
            <a:ext cx="2497200" cy="170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a:ea typeface="Inter"/>
                <a:cs typeface="Inter"/>
                <a:sym typeface="Inter"/>
              </a:rPr>
              <a:t>Market share is the percentage of a market that is controlled by a particular company or industry. It is calculated by dividing the total sales revenue of a company by the total sales revenue generated in the</a:t>
            </a:r>
            <a:endParaRPr sz="1200">
              <a:solidFill>
                <a:schemeClr val="dk1"/>
              </a:solidFill>
              <a:latin typeface="Inter"/>
              <a:ea typeface="Inter"/>
              <a:cs typeface="Inter"/>
              <a:sym typeface="Inter"/>
            </a:endParaRPr>
          </a:p>
          <a:p>
            <a:pPr marL="0" lvl="0" indent="0" algn="l" rtl="0">
              <a:spcBef>
                <a:spcPts val="0"/>
              </a:spcBef>
              <a:spcAft>
                <a:spcPts val="0"/>
              </a:spcAft>
              <a:buNone/>
            </a:pPr>
            <a:r>
              <a:rPr lang="en" sz="1200">
                <a:solidFill>
                  <a:schemeClr val="dk1"/>
                </a:solidFill>
                <a:latin typeface="Inter"/>
                <a:ea typeface="Inter"/>
                <a:cs typeface="Inter"/>
                <a:sym typeface="Inter"/>
              </a:rPr>
              <a:t>entire industry</a:t>
            </a:r>
            <a:endParaRPr sz="1200">
              <a:solidFill>
                <a:schemeClr val="dk1"/>
              </a:solidFill>
              <a:latin typeface="Inter"/>
              <a:ea typeface="Inter"/>
              <a:cs typeface="Inter"/>
              <a:sym typeface="Inter"/>
            </a:endParaRPr>
          </a:p>
        </p:txBody>
      </p:sp>
      <p:pic>
        <p:nvPicPr>
          <p:cNvPr id="933" name="Google Shape;933;p39" title="Points scored">
            <a:hlinkClick r:id="rId4"/>
          </p:cNvPr>
          <p:cNvPicPr preferRelativeResize="0"/>
          <p:nvPr/>
        </p:nvPicPr>
        <p:blipFill>
          <a:blip r:embed="rId5">
            <a:alphaModFix/>
          </a:blip>
          <a:stretch>
            <a:fillRect/>
          </a:stretch>
        </p:blipFill>
        <p:spPr>
          <a:xfrm>
            <a:off x="715100" y="1266575"/>
            <a:ext cx="4829601" cy="2986300"/>
          </a:xfrm>
          <a:prstGeom prst="rect">
            <a:avLst/>
          </a:prstGeom>
          <a:noFill/>
          <a:ln>
            <a:noFill/>
          </a:ln>
        </p:spPr>
      </p:pic>
      <p:grpSp>
        <p:nvGrpSpPr>
          <p:cNvPr id="934" name="Google Shape;934;p39"/>
          <p:cNvGrpSpPr/>
          <p:nvPr/>
        </p:nvGrpSpPr>
        <p:grpSpPr>
          <a:xfrm>
            <a:off x="7978568" y="4244164"/>
            <a:ext cx="679461" cy="877126"/>
            <a:chOff x="8005443" y="4266364"/>
            <a:chExt cx="679461" cy="877126"/>
          </a:xfrm>
        </p:grpSpPr>
        <p:grpSp>
          <p:nvGrpSpPr>
            <p:cNvPr id="935" name="Google Shape;935;p39"/>
            <p:cNvGrpSpPr/>
            <p:nvPr/>
          </p:nvGrpSpPr>
          <p:grpSpPr>
            <a:xfrm>
              <a:off x="8005443" y="4266364"/>
              <a:ext cx="294811" cy="877126"/>
              <a:chOff x="4158618" y="3532330"/>
              <a:chExt cx="294811" cy="877126"/>
            </a:xfrm>
          </p:grpSpPr>
          <p:sp>
            <p:nvSpPr>
              <p:cNvPr id="936" name="Google Shape;936;p39"/>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7" name="Google Shape;937;p39"/>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8" name="Google Shape;938;p39"/>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39" name="Google Shape;939;p39"/>
            <p:cNvGrpSpPr/>
            <p:nvPr/>
          </p:nvGrpSpPr>
          <p:grpSpPr>
            <a:xfrm>
              <a:off x="8390093" y="4266364"/>
              <a:ext cx="294811" cy="877126"/>
              <a:chOff x="4158618" y="3532330"/>
              <a:chExt cx="294811" cy="877126"/>
            </a:xfrm>
          </p:grpSpPr>
          <p:sp>
            <p:nvSpPr>
              <p:cNvPr id="940" name="Google Shape;940;p39"/>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1" name="Google Shape;941;p39"/>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2" name="Google Shape;942;p39"/>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943" name="Google Shape;943;p39"/>
          <p:cNvSpPr/>
          <p:nvPr/>
        </p:nvSpPr>
        <p:spPr>
          <a:xfrm>
            <a:off x="1457925" y="3436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944" name="Google Shape;944;p39"/>
          <p:cNvSpPr/>
          <p:nvPr/>
        </p:nvSpPr>
        <p:spPr>
          <a:xfrm>
            <a:off x="549800" y="367953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948"/>
        <p:cNvGrpSpPr/>
        <p:nvPr/>
      </p:nvGrpSpPr>
      <p:grpSpPr>
        <a:xfrm>
          <a:off x="0" y="0"/>
          <a:ext cx="0" cy="0"/>
          <a:chOff x="0" y="0"/>
          <a:chExt cx="0" cy="0"/>
        </a:xfrm>
      </p:grpSpPr>
      <p:sp>
        <p:nvSpPr>
          <p:cNvPr id="949" name="Google Shape;949;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Key action items</a:t>
            </a:r>
            <a:endParaRPr/>
          </a:p>
        </p:txBody>
      </p:sp>
      <p:graphicFrame>
        <p:nvGraphicFramePr>
          <p:cNvPr id="950" name="Google Shape;950;p40"/>
          <p:cNvGraphicFramePr/>
          <p:nvPr/>
        </p:nvGraphicFramePr>
        <p:xfrm>
          <a:off x="720063" y="1428860"/>
          <a:ext cx="7703950" cy="3179650"/>
        </p:xfrm>
        <a:graphic>
          <a:graphicData uri="http://schemas.openxmlformats.org/drawingml/2006/table">
            <a:tbl>
              <a:tblPr>
                <a:noFill/>
                <a:tableStyleId>{58D17F84-AC52-4ED1-82E9-318A1719A5E2}</a:tableStyleId>
              </a:tblPr>
              <a:tblGrid>
                <a:gridCol w="1680700">
                  <a:extLst>
                    <a:ext uri="{9D8B030D-6E8A-4147-A177-3AD203B41FA5}">
                      <a16:colId xmlns:a16="http://schemas.microsoft.com/office/drawing/2014/main" val="20000"/>
                    </a:ext>
                  </a:extLst>
                </a:gridCol>
                <a:gridCol w="2007750">
                  <a:extLst>
                    <a:ext uri="{9D8B030D-6E8A-4147-A177-3AD203B41FA5}">
                      <a16:colId xmlns:a16="http://schemas.microsoft.com/office/drawing/2014/main" val="20001"/>
                    </a:ext>
                  </a:extLst>
                </a:gridCol>
                <a:gridCol w="2007750">
                  <a:extLst>
                    <a:ext uri="{9D8B030D-6E8A-4147-A177-3AD203B41FA5}">
                      <a16:colId xmlns:a16="http://schemas.microsoft.com/office/drawing/2014/main" val="20002"/>
                    </a:ext>
                  </a:extLst>
                </a:gridCol>
                <a:gridCol w="2007750">
                  <a:extLst>
                    <a:ext uri="{9D8B030D-6E8A-4147-A177-3AD203B41FA5}">
                      <a16:colId xmlns:a16="http://schemas.microsoft.com/office/drawing/2014/main" val="20003"/>
                    </a:ext>
                  </a:extLst>
                </a:gridCol>
              </a:tblGrid>
              <a:tr h="619600">
                <a:tc>
                  <a:txBody>
                    <a:bodyPr/>
                    <a:lstStyle/>
                    <a:p>
                      <a:pPr marL="0" lvl="0" indent="0" algn="ctr" rtl="0">
                        <a:spcBef>
                          <a:spcPts val="0"/>
                        </a:spcBef>
                        <a:spcAft>
                          <a:spcPts val="0"/>
                        </a:spcAft>
                        <a:buNone/>
                      </a:pPr>
                      <a:endParaRPr sz="1600">
                        <a:solidFill>
                          <a:schemeClr val="dk1"/>
                        </a:solidFill>
                        <a:latin typeface="Raleway"/>
                        <a:ea typeface="Raleway"/>
                        <a:cs typeface="Raleway"/>
                        <a:sym typeface="Raleway"/>
                      </a:endParaRPr>
                    </a:p>
                  </a:txBody>
                  <a:tcPr marL="91425" marR="91425" marT="91425" marB="91425" anchor="ctr">
                    <a:lnL w="9525" cap="flat" cmpd="sng">
                      <a:solidFill>
                        <a:schemeClr val="dk2">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alpha val="0"/>
                        </a:schemeClr>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First quarter</a:t>
                      </a:r>
                      <a:endParaRPr sz="25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Second quarter</a:t>
                      </a:r>
                      <a:endParaRPr sz="25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Third quarter</a:t>
                      </a:r>
                      <a:endParaRPr sz="25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0"/>
                  </a:ext>
                </a:extLst>
              </a:tr>
              <a:tr h="610425">
                <a:tc>
                  <a:txBody>
                    <a:bodyPr/>
                    <a:lstStyle/>
                    <a:p>
                      <a:pPr marL="0" lvl="0" indent="0" algn="l" rtl="0">
                        <a:spcBef>
                          <a:spcPts val="0"/>
                        </a:spcBef>
                        <a:spcAft>
                          <a:spcPts val="0"/>
                        </a:spcAft>
                        <a:buNone/>
                      </a:pPr>
                      <a:r>
                        <a:rPr lang="en" sz="2000">
                          <a:solidFill>
                            <a:schemeClr val="dk1"/>
                          </a:solidFill>
                          <a:latin typeface="Grand Hotel"/>
                          <a:ea typeface="Grand Hotel"/>
                          <a:cs typeface="Grand Hotel"/>
                          <a:sym typeface="Grand Hotel"/>
                        </a:rPr>
                        <a:t>Key action 1</a:t>
                      </a:r>
                      <a:endParaRPr sz="20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Create detailed procedures</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Monitor and review</a:t>
                      </a:r>
                      <a:endParaRPr sz="1100">
                        <a:solidFill>
                          <a:schemeClr val="dk1"/>
                        </a:solidFill>
                        <a:latin typeface="Inter"/>
                        <a:ea typeface="Inter"/>
                        <a:cs typeface="Inter"/>
                        <a:sym typeface="Inter"/>
                      </a:endParaRPr>
                    </a:p>
                    <a:p>
                      <a:pPr marL="0" lvl="0" indent="0" algn="ctr" rtl="0">
                        <a:spcBef>
                          <a:spcPts val="0"/>
                        </a:spcBef>
                        <a:spcAft>
                          <a:spcPts val="0"/>
                        </a:spcAft>
                        <a:buNone/>
                      </a:pPr>
                      <a:r>
                        <a:rPr lang="en" sz="1100">
                          <a:solidFill>
                            <a:schemeClr val="dk1"/>
                          </a:solidFill>
                          <a:latin typeface="Inter"/>
                          <a:ea typeface="Inter"/>
                          <a:cs typeface="Inter"/>
                          <a:sym typeface="Inter"/>
                        </a:rPr>
                        <a:t>process performance</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Measure the</a:t>
                      </a:r>
                      <a:endParaRPr sz="1100">
                        <a:solidFill>
                          <a:schemeClr val="dk1"/>
                        </a:solidFill>
                        <a:latin typeface="Inter"/>
                        <a:ea typeface="Inter"/>
                        <a:cs typeface="Inter"/>
                        <a:sym typeface="Inter"/>
                      </a:endParaRPr>
                    </a:p>
                    <a:p>
                      <a:pPr marL="0" lvl="0" indent="0" algn="ctr" rtl="0">
                        <a:spcBef>
                          <a:spcPts val="0"/>
                        </a:spcBef>
                        <a:spcAft>
                          <a:spcPts val="0"/>
                        </a:spcAft>
                        <a:buNone/>
                      </a:pPr>
                      <a:r>
                        <a:rPr lang="en" sz="1100">
                          <a:solidFill>
                            <a:schemeClr val="dk1"/>
                          </a:solidFill>
                          <a:latin typeface="Inter"/>
                          <a:ea typeface="Inter"/>
                          <a:cs typeface="Inter"/>
                          <a:sym typeface="Inter"/>
                        </a:rPr>
                        <a:t>effectiveness of processes</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1"/>
                  </a:ext>
                </a:extLst>
              </a:tr>
              <a:tr h="669600">
                <a:tc>
                  <a:txBody>
                    <a:bodyPr/>
                    <a:lstStyle/>
                    <a:p>
                      <a:pPr marL="0" lvl="0" indent="0" algn="l" rtl="0">
                        <a:spcBef>
                          <a:spcPts val="0"/>
                        </a:spcBef>
                        <a:spcAft>
                          <a:spcPts val="0"/>
                        </a:spcAft>
                        <a:buNone/>
                      </a:pPr>
                      <a:r>
                        <a:rPr lang="en" sz="2000">
                          <a:solidFill>
                            <a:schemeClr val="dk1"/>
                          </a:solidFill>
                          <a:latin typeface="Grand Hotel"/>
                          <a:ea typeface="Grand Hotel"/>
                          <a:cs typeface="Grand Hotel"/>
                          <a:sym typeface="Grand Hotel"/>
                        </a:rPr>
                        <a:t>Key action 2</a:t>
                      </a:r>
                      <a:endParaRPr sz="20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Use data analytics</a:t>
                      </a:r>
                      <a:endParaRPr sz="1100">
                        <a:solidFill>
                          <a:schemeClr val="dk1"/>
                        </a:solidFill>
                        <a:latin typeface="Inter"/>
                        <a:ea typeface="Inter"/>
                        <a:cs typeface="Inter"/>
                        <a:sym typeface="Inter"/>
                      </a:endParaRPr>
                    </a:p>
                    <a:p>
                      <a:pPr marL="0" lvl="0" indent="0" algn="ctr" rtl="0">
                        <a:spcBef>
                          <a:spcPts val="0"/>
                        </a:spcBef>
                        <a:spcAft>
                          <a:spcPts val="0"/>
                        </a:spcAft>
                        <a:buNone/>
                      </a:pPr>
                      <a:r>
                        <a:rPr lang="en" sz="1100">
                          <a:solidFill>
                            <a:schemeClr val="dk1"/>
                          </a:solidFill>
                          <a:latin typeface="Inter"/>
                          <a:ea typeface="Inter"/>
                          <a:cs typeface="Inter"/>
                          <a:sym typeface="Inter"/>
                        </a:rPr>
                        <a:t>to gain insights</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dirty="0">
                          <a:solidFill>
                            <a:schemeClr val="dk1"/>
                          </a:solidFill>
                          <a:latin typeface="Inter"/>
                          <a:ea typeface="Inter"/>
                          <a:cs typeface="Inter"/>
                          <a:sym typeface="Inter"/>
                        </a:rPr>
                        <a:t>Develop strategies to reduce waste</a:t>
                      </a:r>
                      <a:endParaRPr sz="1100" dirty="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Stay up to date with new technologies and trends</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2"/>
                  </a:ext>
                </a:extLst>
              </a:tr>
              <a:tr h="669600">
                <a:tc>
                  <a:txBody>
                    <a:bodyPr/>
                    <a:lstStyle/>
                    <a:p>
                      <a:pPr marL="0" lvl="0" indent="0" algn="l" rtl="0">
                        <a:spcBef>
                          <a:spcPts val="0"/>
                        </a:spcBef>
                        <a:spcAft>
                          <a:spcPts val="0"/>
                        </a:spcAft>
                        <a:buNone/>
                      </a:pPr>
                      <a:r>
                        <a:rPr lang="en" sz="2000">
                          <a:solidFill>
                            <a:schemeClr val="dk1"/>
                          </a:solidFill>
                          <a:latin typeface="Grand Hotel"/>
                          <a:ea typeface="Grand Hotel"/>
                          <a:cs typeface="Grand Hotel"/>
                          <a:sym typeface="Grand Hotel"/>
                        </a:rPr>
                        <a:t>Key action 3</a:t>
                      </a:r>
                      <a:endParaRPr sz="20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Invest in technology solutions for automation</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Establish control of spend and reduce overhead </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Foster an environment of collaboration</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3"/>
                  </a:ext>
                </a:extLst>
              </a:tr>
              <a:tr h="610425">
                <a:tc>
                  <a:txBody>
                    <a:bodyPr/>
                    <a:lstStyle/>
                    <a:p>
                      <a:pPr marL="0" lvl="0" indent="0" algn="l" rtl="0">
                        <a:spcBef>
                          <a:spcPts val="0"/>
                        </a:spcBef>
                        <a:spcAft>
                          <a:spcPts val="0"/>
                        </a:spcAft>
                        <a:buNone/>
                      </a:pPr>
                      <a:r>
                        <a:rPr lang="en" sz="2000">
                          <a:solidFill>
                            <a:schemeClr val="dk1"/>
                          </a:solidFill>
                          <a:latin typeface="Grand Hotel"/>
                          <a:ea typeface="Grand Hotel"/>
                          <a:cs typeface="Grand Hotel"/>
                          <a:sym typeface="Grand Hotel"/>
                        </a:rPr>
                        <a:t>Key action 4</a:t>
                      </a:r>
                      <a:endParaRPr sz="2000">
                        <a:solidFill>
                          <a:schemeClr val="dk1"/>
                        </a:solidFill>
                        <a:latin typeface="Grand Hotel"/>
                        <a:ea typeface="Grand Hotel"/>
                        <a:cs typeface="Grand Hotel"/>
                        <a:sym typeface="Grand Hote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Focus on continuous improvement</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a:solidFill>
                            <a:schemeClr val="dk1"/>
                          </a:solidFill>
                          <a:latin typeface="Inter"/>
                          <a:ea typeface="Inter"/>
                          <a:cs typeface="Inter"/>
                          <a:sym typeface="Inter"/>
                        </a:rPr>
                        <a:t>Ensure proper management of resources</a:t>
                      </a:r>
                      <a:endParaRPr sz="110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100" dirty="0">
                          <a:solidFill>
                            <a:schemeClr val="dk1"/>
                          </a:solidFill>
                          <a:latin typeface="Inter"/>
                          <a:ea typeface="Inter"/>
                          <a:cs typeface="Inter"/>
                          <a:sym typeface="Inter"/>
                        </a:rPr>
                        <a:t>Research best practices from outside</a:t>
                      </a:r>
                      <a:endParaRPr sz="1100" dirty="0">
                        <a:solidFill>
                          <a:schemeClr val="dk1"/>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4"/>
                  </a:ext>
                </a:extLst>
              </a:tr>
            </a:tbl>
          </a:graphicData>
        </a:graphic>
      </p:graphicFrame>
      <p:grpSp>
        <p:nvGrpSpPr>
          <p:cNvPr id="951" name="Google Shape;951;p40"/>
          <p:cNvGrpSpPr/>
          <p:nvPr/>
        </p:nvGrpSpPr>
        <p:grpSpPr>
          <a:xfrm>
            <a:off x="476643" y="1329775"/>
            <a:ext cx="1409932" cy="763926"/>
            <a:chOff x="476643" y="1329775"/>
            <a:chExt cx="1409932" cy="763926"/>
          </a:xfrm>
        </p:grpSpPr>
        <p:grpSp>
          <p:nvGrpSpPr>
            <p:cNvPr id="952" name="Google Shape;952;p40"/>
            <p:cNvGrpSpPr/>
            <p:nvPr/>
          </p:nvGrpSpPr>
          <p:grpSpPr>
            <a:xfrm flipH="1">
              <a:off x="476643" y="1466679"/>
              <a:ext cx="1286323" cy="627022"/>
              <a:chOff x="4815023" y="3004359"/>
              <a:chExt cx="1060710" cy="514416"/>
            </a:xfrm>
          </p:grpSpPr>
          <p:sp>
            <p:nvSpPr>
              <p:cNvPr id="953" name="Google Shape;953;p40"/>
              <p:cNvSpPr/>
              <p:nvPr/>
            </p:nvSpPr>
            <p:spPr>
              <a:xfrm>
                <a:off x="5225920" y="3103754"/>
                <a:ext cx="374173" cy="110244"/>
              </a:xfrm>
              <a:custGeom>
                <a:avLst/>
                <a:gdLst/>
                <a:ahLst/>
                <a:cxnLst/>
                <a:rect l="l" t="t" r="r" b="b"/>
                <a:pathLst>
                  <a:path w="656444" h="193411" extrusionOk="0">
                    <a:moveTo>
                      <a:pt x="27006" y="53118"/>
                    </a:moveTo>
                    <a:cubicBezTo>
                      <a:pt x="33446" y="53118"/>
                      <a:pt x="368345" y="-74830"/>
                      <a:pt x="656445" y="66428"/>
                    </a:cubicBezTo>
                    <a:cubicBezTo>
                      <a:pt x="656445" y="66428"/>
                      <a:pt x="163113" y="214128"/>
                      <a:pt x="56632" y="190942"/>
                    </a:cubicBezTo>
                    <a:cubicBezTo>
                      <a:pt x="-50278" y="167757"/>
                      <a:pt x="27006" y="53118"/>
                      <a:pt x="27006"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4" name="Google Shape;954;p40"/>
              <p:cNvSpPr/>
              <p:nvPr/>
            </p:nvSpPr>
            <p:spPr>
              <a:xfrm>
                <a:off x="4815023" y="3004359"/>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20335"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5" name="Google Shape;955;p40"/>
              <p:cNvSpPr/>
              <p:nvPr/>
            </p:nvSpPr>
            <p:spPr>
              <a:xfrm>
                <a:off x="5463269" y="3168178"/>
                <a:ext cx="160379" cy="195053"/>
              </a:xfrm>
              <a:custGeom>
                <a:avLst/>
                <a:gdLst/>
                <a:ahLst/>
                <a:cxnLst/>
                <a:rect l="l" t="t" r="r" b="b"/>
                <a:pathLst>
                  <a:path w="281366" h="342198" extrusionOk="0">
                    <a:moveTo>
                      <a:pt x="0" y="342198"/>
                    </a:moveTo>
                    <a:lnTo>
                      <a:pt x="240870" y="342198"/>
                    </a:lnTo>
                    <a:cubicBezTo>
                      <a:pt x="303556" y="193211"/>
                      <a:pt x="279941" y="65262"/>
                      <a:pt x="259332" y="0"/>
                    </a:cubicBezTo>
                    <a:cubicBezTo>
                      <a:pt x="125802" y="47659"/>
                      <a:pt x="41218" y="194070"/>
                      <a:pt x="0" y="34219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6" name="Google Shape;956;p40"/>
              <p:cNvSpPr/>
              <p:nvPr/>
            </p:nvSpPr>
            <p:spPr>
              <a:xfrm>
                <a:off x="5006177" y="3004370"/>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279" y="395438"/>
                      <a:pt x="184624"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7" name="Google Shape;957;p40"/>
              <p:cNvSpPr/>
              <p:nvPr/>
            </p:nvSpPr>
            <p:spPr>
              <a:xfrm>
                <a:off x="4816131" y="3372201"/>
                <a:ext cx="523485" cy="33773"/>
              </a:xfrm>
              <a:custGeom>
                <a:avLst/>
                <a:gdLst/>
                <a:ahLst/>
                <a:cxnLst/>
                <a:rect l="l" t="t" r="r" b="b"/>
                <a:pathLst>
                  <a:path w="918395" h="59251" extrusionOk="0">
                    <a:moveTo>
                      <a:pt x="0" y="0"/>
                    </a:moveTo>
                    <a:lnTo>
                      <a:pt x="0" y="0"/>
                    </a:lnTo>
                    <a:cubicBezTo>
                      <a:pt x="0" y="32631"/>
                      <a:pt x="26620" y="59251"/>
                      <a:pt x="59251" y="59251"/>
                    </a:cubicBezTo>
                    <a:lnTo>
                      <a:pt x="859145" y="59251"/>
                    </a:lnTo>
                    <a:cubicBezTo>
                      <a:pt x="891776" y="59251"/>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8" name="Google Shape;958;p40"/>
              <p:cNvSpPr/>
              <p:nvPr/>
            </p:nvSpPr>
            <p:spPr>
              <a:xfrm>
                <a:off x="5378667" y="3363618"/>
                <a:ext cx="218792" cy="42094"/>
              </a:xfrm>
              <a:custGeom>
                <a:avLst/>
                <a:gdLst/>
                <a:ahLst/>
                <a:cxnLst/>
                <a:rect l="l" t="t" r="r" b="b"/>
                <a:pathLst>
                  <a:path w="383845" h="73849" extrusionOk="0">
                    <a:moveTo>
                      <a:pt x="0" y="0"/>
                    </a:moveTo>
                    <a:lnTo>
                      <a:pt x="0" y="0"/>
                    </a:lnTo>
                    <a:cubicBezTo>
                      <a:pt x="0" y="40789"/>
                      <a:pt x="33061" y="73850"/>
                      <a:pt x="73850" y="73850"/>
                    </a:cubicBezTo>
                    <a:lnTo>
                      <a:pt x="309996" y="73850"/>
                    </a:lnTo>
                    <a:cubicBezTo>
                      <a:pt x="350785" y="73850"/>
                      <a:pt x="383846" y="40789"/>
                      <a:pt x="383846" y="0"/>
                    </a:cubicBezTo>
                    <a:lnTo>
                      <a:pt x="38384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9" name="Google Shape;959;p40"/>
              <p:cNvSpPr/>
              <p:nvPr/>
            </p:nvSpPr>
            <p:spPr>
              <a:xfrm>
                <a:off x="4975669" y="3144637"/>
                <a:ext cx="356677" cy="116910"/>
              </a:xfrm>
              <a:custGeom>
                <a:avLst/>
                <a:gdLst/>
                <a:ahLst/>
                <a:cxnLst/>
                <a:rect l="l" t="t" r="r" b="b"/>
                <a:pathLst>
                  <a:path w="625749" h="205105" extrusionOk="0">
                    <a:moveTo>
                      <a:pt x="624891" y="429"/>
                    </a:moveTo>
                    <a:cubicBezTo>
                      <a:pt x="619739" y="3864"/>
                      <a:pt x="613728" y="5582"/>
                      <a:pt x="608146" y="8587"/>
                    </a:cubicBezTo>
                    <a:cubicBezTo>
                      <a:pt x="602994" y="11593"/>
                      <a:pt x="597842" y="14598"/>
                      <a:pt x="592689" y="18033"/>
                    </a:cubicBezTo>
                    <a:cubicBezTo>
                      <a:pt x="582385" y="24473"/>
                      <a:pt x="572510" y="30914"/>
                      <a:pt x="562205" y="37354"/>
                    </a:cubicBezTo>
                    <a:cubicBezTo>
                      <a:pt x="542454" y="50235"/>
                      <a:pt x="522275" y="62257"/>
                      <a:pt x="501665" y="74279"/>
                    </a:cubicBezTo>
                    <a:cubicBezTo>
                      <a:pt x="460876" y="98323"/>
                      <a:pt x="418799" y="119791"/>
                      <a:pt x="375434" y="138253"/>
                    </a:cubicBezTo>
                    <a:cubicBezTo>
                      <a:pt x="332928" y="156286"/>
                      <a:pt x="287845" y="172172"/>
                      <a:pt x="241904" y="178613"/>
                    </a:cubicBezTo>
                    <a:cubicBezTo>
                      <a:pt x="201545" y="184194"/>
                      <a:pt x="159468" y="183336"/>
                      <a:pt x="119967" y="173890"/>
                    </a:cubicBezTo>
                    <a:cubicBezTo>
                      <a:pt x="98928" y="169167"/>
                      <a:pt x="80466" y="162297"/>
                      <a:pt x="61574" y="151563"/>
                    </a:cubicBezTo>
                    <a:cubicBezTo>
                      <a:pt x="59427" y="150275"/>
                      <a:pt x="57280" y="148987"/>
                      <a:pt x="55563" y="147699"/>
                    </a:cubicBezTo>
                    <a:cubicBezTo>
                      <a:pt x="55133" y="147270"/>
                      <a:pt x="52128" y="145552"/>
                      <a:pt x="54275" y="146840"/>
                    </a:cubicBezTo>
                    <a:cubicBezTo>
                      <a:pt x="52987" y="145982"/>
                      <a:pt x="52128" y="145552"/>
                      <a:pt x="50840" y="144694"/>
                    </a:cubicBezTo>
                    <a:cubicBezTo>
                      <a:pt x="46546" y="141688"/>
                      <a:pt x="42253" y="138253"/>
                      <a:pt x="37959" y="134818"/>
                    </a:cubicBezTo>
                    <a:cubicBezTo>
                      <a:pt x="35812" y="133101"/>
                      <a:pt x="33666" y="131383"/>
                      <a:pt x="31948" y="129237"/>
                    </a:cubicBezTo>
                    <a:cubicBezTo>
                      <a:pt x="31519" y="128807"/>
                      <a:pt x="28943" y="126231"/>
                      <a:pt x="31090" y="128378"/>
                    </a:cubicBezTo>
                    <a:cubicBezTo>
                      <a:pt x="30231" y="127519"/>
                      <a:pt x="29372" y="126231"/>
                      <a:pt x="28084" y="125373"/>
                    </a:cubicBezTo>
                    <a:cubicBezTo>
                      <a:pt x="26796" y="124084"/>
                      <a:pt x="22502" y="119791"/>
                      <a:pt x="25078" y="122367"/>
                    </a:cubicBezTo>
                    <a:cubicBezTo>
                      <a:pt x="23361" y="120649"/>
                      <a:pt x="22073" y="118932"/>
                      <a:pt x="20356" y="117644"/>
                    </a:cubicBezTo>
                    <a:cubicBezTo>
                      <a:pt x="17780" y="115497"/>
                      <a:pt x="14774" y="114209"/>
                      <a:pt x="11768"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7" y="180330"/>
                      <a:pt x="84759" y="188488"/>
                      <a:pt x="104510" y="194070"/>
                    </a:cubicBezTo>
                    <a:cubicBezTo>
                      <a:pt x="144011" y="205662"/>
                      <a:pt x="186088" y="207380"/>
                      <a:pt x="226877" y="202657"/>
                    </a:cubicBezTo>
                    <a:cubicBezTo>
                      <a:pt x="274535"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8" y="6011"/>
                      <a:pt x="622315" y="2576"/>
                      <a:pt x="625750" y="0"/>
                    </a:cubicBezTo>
                    <a:cubicBezTo>
                      <a:pt x="625321" y="859"/>
                      <a:pt x="62489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0" name="Google Shape;960;p40"/>
              <p:cNvSpPr/>
              <p:nvPr/>
            </p:nvSpPr>
            <p:spPr>
              <a:xfrm>
                <a:off x="5299951" y="3185834"/>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1" name="Google Shape;961;p40"/>
              <p:cNvSpPr/>
              <p:nvPr/>
            </p:nvSpPr>
            <p:spPr>
              <a:xfrm>
                <a:off x="5248455" y="3222371"/>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2" name="Google Shape;962;p40"/>
              <p:cNvSpPr/>
              <p:nvPr/>
            </p:nvSpPr>
            <p:spPr>
              <a:xfrm>
                <a:off x="5196959" y="3257928"/>
                <a:ext cx="28878" cy="28878"/>
              </a:xfrm>
              <a:custGeom>
                <a:avLst/>
                <a:gdLst/>
                <a:ahLst/>
                <a:cxnLst/>
                <a:rect l="l" t="t" r="r" b="b"/>
                <a:pathLst>
                  <a:path w="50664" h="50664" extrusionOk="0">
                    <a:moveTo>
                      <a:pt x="50664" y="25332"/>
                    </a:moveTo>
                    <a:cubicBezTo>
                      <a:pt x="50664" y="39323"/>
                      <a:pt x="39322" y="50664"/>
                      <a:pt x="25332" y="50664"/>
                    </a:cubicBezTo>
                    <a:cubicBezTo>
                      <a:pt x="11341" y="50664"/>
                      <a:pt x="0" y="39323"/>
                      <a:pt x="0" y="25332"/>
                    </a:cubicBezTo>
                    <a:cubicBezTo>
                      <a:pt x="0" y="11342"/>
                      <a:pt x="11341" y="0"/>
                      <a:pt x="25332" y="0"/>
                    </a:cubicBezTo>
                    <a:cubicBezTo>
                      <a:pt x="39322"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3" name="Google Shape;963;p40"/>
              <p:cNvSpPr/>
              <p:nvPr/>
            </p:nvSpPr>
            <p:spPr>
              <a:xfrm>
                <a:off x="5128052" y="3276320"/>
                <a:ext cx="28878" cy="28878"/>
              </a:xfrm>
              <a:custGeom>
                <a:avLst/>
                <a:gdLst/>
                <a:ahLst/>
                <a:cxnLst/>
                <a:rect l="l" t="t" r="r" b="b"/>
                <a:pathLst>
                  <a:path w="50664" h="50664" extrusionOk="0">
                    <a:moveTo>
                      <a:pt x="50664" y="25332"/>
                    </a:moveTo>
                    <a:cubicBezTo>
                      <a:pt x="50664" y="39323"/>
                      <a:pt x="39323" y="50664"/>
                      <a:pt x="25332" y="50664"/>
                    </a:cubicBezTo>
                    <a:cubicBezTo>
                      <a:pt x="11342" y="50664"/>
                      <a:pt x="0" y="39323"/>
                      <a:pt x="0" y="25332"/>
                    </a:cubicBezTo>
                    <a:cubicBezTo>
                      <a:pt x="0" y="11342"/>
                      <a:pt x="11342"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4" name="Google Shape;964;p40"/>
              <p:cNvSpPr/>
              <p:nvPr/>
            </p:nvSpPr>
            <p:spPr>
              <a:xfrm>
                <a:off x="5015965" y="3137125"/>
                <a:ext cx="133155" cy="160727"/>
              </a:xfrm>
              <a:custGeom>
                <a:avLst/>
                <a:gdLst/>
                <a:ahLst/>
                <a:cxnLst/>
                <a:rect l="l" t="t" r="r" b="b"/>
                <a:pathLst>
                  <a:path w="233606" h="281977" extrusionOk="0">
                    <a:moveTo>
                      <a:pt x="6905" y="93871"/>
                    </a:moveTo>
                    <a:cubicBezTo>
                      <a:pt x="13346" y="92583"/>
                      <a:pt x="14634" y="89148"/>
                      <a:pt x="16351" y="83137"/>
                    </a:cubicBezTo>
                    <a:cubicBezTo>
                      <a:pt x="18498" y="76267"/>
                      <a:pt x="19786" y="69397"/>
                      <a:pt x="22792" y="62528"/>
                    </a:cubicBezTo>
                    <a:cubicBezTo>
                      <a:pt x="25368" y="56517"/>
                      <a:pt x="27944" y="50506"/>
                      <a:pt x="31379" y="44495"/>
                    </a:cubicBezTo>
                    <a:cubicBezTo>
                      <a:pt x="34814" y="37625"/>
                      <a:pt x="38678" y="32902"/>
                      <a:pt x="45118"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39" y="58663"/>
                      <a:pt x="158039" y="58663"/>
                    </a:cubicBezTo>
                    <a:cubicBezTo>
                      <a:pt x="158898" y="59951"/>
                      <a:pt x="160186" y="61240"/>
                      <a:pt x="161045" y="62957"/>
                    </a:cubicBezTo>
                    <a:cubicBezTo>
                      <a:pt x="165338" y="68968"/>
                      <a:pt x="169203" y="75408"/>
                      <a:pt x="172638" y="81849"/>
                    </a:cubicBezTo>
                    <a:cubicBezTo>
                      <a:pt x="171349" y="79702"/>
                      <a:pt x="174355" y="84854"/>
                      <a:pt x="173926" y="84425"/>
                    </a:cubicBezTo>
                    <a:cubicBezTo>
                      <a:pt x="174784" y="86142"/>
                      <a:pt x="175643" y="87860"/>
                      <a:pt x="176072" y="89148"/>
                    </a:cubicBezTo>
                    <a:cubicBezTo>
                      <a:pt x="177790" y="92583"/>
                      <a:pt x="179078" y="95588"/>
                      <a:pt x="180366" y="99023"/>
                    </a:cubicBezTo>
                    <a:cubicBezTo>
                      <a:pt x="183372"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5"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3"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2" y="12722"/>
                      <a:pt x="30091" y="17445"/>
                      <a:pt x="24080" y="23027"/>
                    </a:cubicBezTo>
                    <a:cubicBezTo>
                      <a:pt x="18069" y="28608"/>
                      <a:pt x="12487" y="34190"/>
                      <a:pt x="8623" y="41489"/>
                    </a:cubicBezTo>
                    <a:cubicBezTo>
                      <a:pt x="4759" y="49217"/>
                      <a:pt x="2612" y="58234"/>
                      <a:pt x="895" y="66392"/>
                    </a:cubicBezTo>
                    <a:cubicBezTo>
                      <a:pt x="-1252" y="76267"/>
                      <a:pt x="465" y="83996"/>
                      <a:pt x="6047" y="92153"/>
                    </a:cubicBezTo>
                    <a:cubicBezTo>
                      <a:pt x="6047" y="93871"/>
                      <a:pt x="6476" y="93871"/>
                      <a:pt x="6905" y="93871"/>
                    </a:cubicBezTo>
                    <a:lnTo>
                      <a:pt x="6905"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5" name="Google Shape;965;p40"/>
              <p:cNvSpPr/>
              <p:nvPr/>
            </p:nvSpPr>
            <p:spPr>
              <a:xfrm>
                <a:off x="5096110" y="3113507"/>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5" y="44630"/>
                      <a:pt x="37036" y="32178"/>
                      <a:pt x="48200" y="24879"/>
                    </a:cubicBezTo>
                    <a:cubicBezTo>
                      <a:pt x="70956" y="9422"/>
                      <a:pt x="101869"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89" y="225389"/>
                      <a:pt x="222089" y="207356"/>
                      <a:pt x="220801" y="189753"/>
                    </a:cubicBezTo>
                    <a:cubicBezTo>
                      <a:pt x="218225" y="155404"/>
                      <a:pt x="210926" y="120626"/>
                      <a:pt x="195899" y="89283"/>
                    </a:cubicBezTo>
                    <a:cubicBezTo>
                      <a:pt x="181300" y="59228"/>
                      <a:pt x="161550" y="31749"/>
                      <a:pt x="131924" y="15004"/>
                    </a:cubicBezTo>
                    <a:cubicBezTo>
                      <a:pt x="107022" y="406"/>
                      <a:pt x="74820" y="-5605"/>
                      <a:pt x="47341" y="6417"/>
                    </a:cubicBezTo>
                    <a:cubicBezTo>
                      <a:pt x="39612"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6" name="Google Shape;966;p40"/>
              <p:cNvSpPr/>
              <p:nvPr/>
            </p:nvSpPr>
            <p:spPr>
              <a:xfrm>
                <a:off x="5156694" y="3077947"/>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8" y="233552"/>
                      <a:pt x="213046" y="216807"/>
                      <a:pt x="212616" y="199633"/>
                    </a:cubicBezTo>
                    <a:cubicBezTo>
                      <a:pt x="212187" y="163996"/>
                      <a:pt x="207035" y="128359"/>
                      <a:pt x="193725" y="95299"/>
                    </a:cubicBezTo>
                    <a:cubicBezTo>
                      <a:pt x="181273" y="64814"/>
                      <a:pt x="162811" y="37765"/>
                      <a:pt x="135332" y="18873"/>
                    </a:cubicBezTo>
                    <a:cubicBezTo>
                      <a:pt x="110859"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3949"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7" name="Google Shape;967;p40"/>
              <p:cNvSpPr/>
              <p:nvPr/>
            </p:nvSpPr>
            <p:spPr>
              <a:xfrm>
                <a:off x="5306024" y="3192209"/>
                <a:ext cx="43931" cy="123453"/>
              </a:xfrm>
              <a:custGeom>
                <a:avLst/>
                <a:gdLst/>
                <a:ahLst/>
                <a:cxnLst/>
                <a:rect l="l" t="t" r="r" b="b"/>
                <a:pathLst>
                  <a:path w="77072" h="216584" extrusionOk="0">
                    <a:moveTo>
                      <a:pt x="4824" y="17174"/>
                    </a:moveTo>
                    <a:cubicBezTo>
                      <a:pt x="5682" y="17604"/>
                      <a:pt x="9117" y="19751"/>
                      <a:pt x="9117" y="19751"/>
                    </a:cubicBezTo>
                    <a:cubicBezTo>
                      <a:pt x="10406" y="21039"/>
                      <a:pt x="10835" y="21039"/>
                      <a:pt x="9547" y="20180"/>
                    </a:cubicBezTo>
                    <a:cubicBezTo>
                      <a:pt x="9976" y="21039"/>
                      <a:pt x="10835" y="21897"/>
                      <a:pt x="11694" y="22756"/>
                    </a:cubicBezTo>
                    <a:cubicBezTo>
                      <a:pt x="15128" y="26620"/>
                      <a:pt x="10406" y="20180"/>
                      <a:pt x="12552" y="24044"/>
                    </a:cubicBezTo>
                    <a:cubicBezTo>
                      <a:pt x="13411" y="25761"/>
                      <a:pt x="13840" y="25761"/>
                      <a:pt x="12982" y="24473"/>
                    </a:cubicBezTo>
                    <a:cubicBezTo>
                      <a:pt x="13411" y="25332"/>
                      <a:pt x="13840" y="26620"/>
                      <a:pt x="14699" y="27479"/>
                    </a:cubicBezTo>
                    <a:cubicBezTo>
                      <a:pt x="18563" y="35207"/>
                      <a:pt x="22427" y="42507"/>
                      <a:pt x="25862" y="50235"/>
                    </a:cubicBezTo>
                    <a:cubicBezTo>
                      <a:pt x="32303" y="66121"/>
                      <a:pt x="37025" y="81149"/>
                      <a:pt x="40890" y="99182"/>
                    </a:cubicBezTo>
                    <a:cubicBezTo>
                      <a:pt x="44754" y="116785"/>
                      <a:pt x="47759" y="134818"/>
                      <a:pt x="50336" y="152852"/>
                    </a:cubicBezTo>
                    <a:cubicBezTo>
                      <a:pt x="51624" y="162297"/>
                      <a:pt x="53771" y="171314"/>
                      <a:pt x="55059" y="181189"/>
                    </a:cubicBezTo>
                    <a:cubicBezTo>
                      <a:pt x="55488" y="185483"/>
                      <a:pt x="55917" y="190635"/>
                      <a:pt x="57205" y="194929"/>
                    </a:cubicBezTo>
                    <a:cubicBezTo>
                      <a:pt x="58493" y="200510"/>
                      <a:pt x="60640" y="206092"/>
                      <a:pt x="62358" y="211674"/>
                    </a:cubicBezTo>
                    <a:cubicBezTo>
                      <a:pt x="62787" y="212962"/>
                      <a:pt x="67510" y="218972"/>
                      <a:pt x="68798" y="215538"/>
                    </a:cubicBezTo>
                    <a:cubicBezTo>
                      <a:pt x="70086" y="212532"/>
                      <a:pt x="71374" y="209956"/>
                      <a:pt x="72662" y="206950"/>
                    </a:cubicBezTo>
                    <a:cubicBezTo>
                      <a:pt x="74380" y="203086"/>
                      <a:pt x="74809" y="198793"/>
                      <a:pt x="74809" y="194929"/>
                    </a:cubicBezTo>
                    <a:cubicBezTo>
                      <a:pt x="75238" y="191064"/>
                      <a:pt x="75238" y="187629"/>
                      <a:pt x="75668" y="183765"/>
                    </a:cubicBezTo>
                    <a:cubicBezTo>
                      <a:pt x="76097" y="179901"/>
                      <a:pt x="76956" y="176037"/>
                      <a:pt x="76956" y="172173"/>
                    </a:cubicBezTo>
                    <a:cubicBezTo>
                      <a:pt x="77385" y="164444"/>
                      <a:pt x="76526" y="155857"/>
                      <a:pt x="76097" y="148128"/>
                    </a:cubicBezTo>
                    <a:cubicBezTo>
                      <a:pt x="75668" y="139112"/>
                      <a:pt x="73950" y="129666"/>
                      <a:pt x="72233" y="120650"/>
                    </a:cubicBezTo>
                    <a:cubicBezTo>
                      <a:pt x="66222" y="86301"/>
                      <a:pt x="55059" y="50235"/>
                      <a:pt x="35308" y="21468"/>
                    </a:cubicBezTo>
                    <a:cubicBezTo>
                      <a:pt x="29297" y="12451"/>
                      <a:pt x="19851" y="859"/>
                      <a:pt x="8259" y="0"/>
                    </a:cubicBezTo>
                    <a:cubicBezTo>
                      <a:pt x="-1617" y="0"/>
                      <a:pt x="-2475" y="12881"/>
                      <a:pt x="4824" y="17174"/>
                    </a:cubicBezTo>
                    <a:lnTo>
                      <a:pt x="4824" y="171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8" name="Google Shape;968;p40"/>
              <p:cNvSpPr/>
              <p:nvPr/>
            </p:nvSpPr>
            <p:spPr>
              <a:xfrm>
                <a:off x="5477866" y="3216556"/>
                <a:ext cx="374068" cy="110244"/>
              </a:xfrm>
              <a:custGeom>
                <a:avLst/>
                <a:gdLst/>
                <a:ahLst/>
                <a:cxnLst/>
                <a:rect l="l" t="t" r="r" b="b"/>
                <a:pathLst>
                  <a:path w="656260" h="193411" extrusionOk="0">
                    <a:moveTo>
                      <a:pt x="26822" y="53118"/>
                    </a:moveTo>
                    <a:cubicBezTo>
                      <a:pt x="33262" y="53118"/>
                      <a:pt x="368161" y="-74830"/>
                      <a:pt x="656261" y="66428"/>
                    </a:cubicBezTo>
                    <a:cubicBezTo>
                      <a:pt x="656261" y="66428"/>
                      <a:pt x="162928" y="214128"/>
                      <a:pt x="56448" y="190942"/>
                    </a:cubicBezTo>
                    <a:cubicBezTo>
                      <a:pt x="-50033" y="167757"/>
                      <a:pt x="26822" y="53118"/>
                      <a:pt x="26822" y="5311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9" name="Google Shape;969;p40"/>
              <p:cNvSpPr/>
              <p:nvPr/>
            </p:nvSpPr>
            <p:spPr>
              <a:xfrm>
                <a:off x="5067110" y="3117161"/>
                <a:ext cx="807068" cy="367111"/>
              </a:xfrm>
              <a:custGeom>
                <a:avLst/>
                <a:gdLst/>
                <a:ahLst/>
                <a:cxnLst/>
                <a:rect l="l" t="t" r="r" b="b"/>
                <a:pathLst>
                  <a:path w="1415909" h="644055" extrusionOk="0">
                    <a:moveTo>
                      <a:pt x="898009" y="249905"/>
                    </a:moveTo>
                    <a:cubicBezTo>
                      <a:pt x="898009" y="249905"/>
                      <a:pt x="1114835" y="279531"/>
                      <a:pt x="1375455" y="240030"/>
                    </a:cubicBezTo>
                    <a:cubicBezTo>
                      <a:pt x="1375455" y="240030"/>
                      <a:pt x="1466478" y="412202"/>
                      <a:pt x="1375455" y="629028"/>
                    </a:cubicBezTo>
                    <a:lnTo>
                      <a:pt x="986457" y="629028"/>
                    </a:lnTo>
                    <a:lnTo>
                      <a:pt x="986457" y="586522"/>
                    </a:lnTo>
                    <a:lnTo>
                      <a:pt x="919906" y="644056"/>
                    </a:lnTo>
                    <a:lnTo>
                      <a:pt x="1939" y="644056"/>
                    </a:lnTo>
                    <a:cubicBezTo>
                      <a:pt x="1939" y="644056"/>
                      <a:pt x="-39708" y="425083"/>
                      <a:pt x="262989" y="363256"/>
                    </a:cubicBezTo>
                    <a:cubicBezTo>
                      <a:pt x="499565" y="315168"/>
                      <a:pt x="694493" y="132691"/>
                      <a:pt x="768343" y="55406"/>
                    </a:cubicBezTo>
                    <a:cubicBezTo>
                      <a:pt x="800545" y="21487"/>
                      <a:pt x="844769" y="878"/>
                      <a:pt x="891569" y="19"/>
                    </a:cubicBezTo>
                    <a:cubicBezTo>
                      <a:pt x="948244" y="-840"/>
                      <a:pt x="1006636" y="27068"/>
                      <a:pt x="986027" y="154588"/>
                    </a:cubicBezTo>
                    <a:lnTo>
                      <a:pt x="898009" y="249905"/>
                    </a:ln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0" name="Google Shape;970;p40"/>
              <p:cNvSpPr/>
              <p:nvPr/>
            </p:nvSpPr>
            <p:spPr>
              <a:xfrm>
                <a:off x="5715355" y="3280979"/>
                <a:ext cx="160378" cy="195053"/>
              </a:xfrm>
              <a:custGeom>
                <a:avLst/>
                <a:gdLst/>
                <a:ahLst/>
                <a:cxnLst/>
                <a:rect l="l" t="t" r="r" b="b"/>
                <a:pathLst>
                  <a:path w="281365" h="342198" extrusionOk="0">
                    <a:moveTo>
                      <a:pt x="0" y="342198"/>
                    </a:moveTo>
                    <a:lnTo>
                      <a:pt x="240870" y="342198"/>
                    </a:lnTo>
                    <a:cubicBezTo>
                      <a:pt x="303556" y="193211"/>
                      <a:pt x="279941" y="65262"/>
                      <a:pt x="259332" y="0"/>
                    </a:cubicBezTo>
                    <a:cubicBezTo>
                      <a:pt x="125372" y="47659"/>
                      <a:pt x="41218" y="194070"/>
                      <a:pt x="0" y="34219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1" name="Google Shape;971;p40"/>
              <p:cNvSpPr/>
              <p:nvPr/>
            </p:nvSpPr>
            <p:spPr>
              <a:xfrm>
                <a:off x="5258019" y="3117172"/>
                <a:ext cx="350948" cy="212833"/>
              </a:xfrm>
              <a:custGeom>
                <a:avLst/>
                <a:gdLst/>
                <a:ahLst/>
                <a:cxnLst/>
                <a:rect l="l" t="t" r="r" b="b"/>
                <a:pathLst>
                  <a:path w="615698" h="373392" extrusionOk="0">
                    <a:moveTo>
                      <a:pt x="260620" y="335328"/>
                    </a:moveTo>
                    <a:cubicBezTo>
                      <a:pt x="406602" y="259761"/>
                      <a:pt x="522528" y="145982"/>
                      <a:pt x="615699" y="14169"/>
                    </a:cubicBezTo>
                    <a:cubicBezTo>
                      <a:pt x="598524" y="3435"/>
                      <a:pt x="577486" y="0"/>
                      <a:pt x="556877" y="0"/>
                    </a:cubicBezTo>
                    <a:cubicBezTo>
                      <a:pt x="510077" y="429"/>
                      <a:pt x="465853" y="21468"/>
                      <a:pt x="433651" y="55387"/>
                    </a:cubicBezTo>
                    <a:cubicBezTo>
                      <a:pt x="367101" y="124943"/>
                      <a:pt x="203515" y="278653"/>
                      <a:pt x="0" y="344345"/>
                    </a:cubicBezTo>
                    <a:cubicBezTo>
                      <a:pt x="74708" y="395438"/>
                      <a:pt x="185053" y="370536"/>
                      <a:pt x="260620" y="33532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2" name="Google Shape;972;p40"/>
              <p:cNvSpPr/>
              <p:nvPr/>
            </p:nvSpPr>
            <p:spPr>
              <a:xfrm>
                <a:off x="5068218" y="3485002"/>
                <a:ext cx="523486" cy="33773"/>
              </a:xfrm>
              <a:custGeom>
                <a:avLst/>
                <a:gdLst/>
                <a:ahLst/>
                <a:cxnLst/>
                <a:rect l="l" t="t" r="r" b="b"/>
                <a:pathLst>
                  <a:path w="918396" h="59251" extrusionOk="0">
                    <a:moveTo>
                      <a:pt x="0" y="0"/>
                    </a:moveTo>
                    <a:lnTo>
                      <a:pt x="0" y="0"/>
                    </a:lnTo>
                    <a:cubicBezTo>
                      <a:pt x="0" y="32631"/>
                      <a:pt x="26620" y="59252"/>
                      <a:pt x="59251" y="59252"/>
                    </a:cubicBezTo>
                    <a:lnTo>
                      <a:pt x="859145" y="59252"/>
                    </a:lnTo>
                    <a:cubicBezTo>
                      <a:pt x="891776" y="59252"/>
                      <a:pt x="918396" y="32631"/>
                      <a:pt x="918396" y="0"/>
                    </a:cubicBezTo>
                    <a:lnTo>
                      <a:pt x="918396"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3" name="Google Shape;973;p40"/>
              <p:cNvSpPr/>
              <p:nvPr/>
            </p:nvSpPr>
            <p:spPr>
              <a:xfrm>
                <a:off x="5630509" y="3476420"/>
                <a:ext cx="218792" cy="42094"/>
              </a:xfrm>
              <a:custGeom>
                <a:avLst/>
                <a:gdLst/>
                <a:ahLst/>
                <a:cxnLst/>
                <a:rect l="l" t="t" r="r" b="b"/>
                <a:pathLst>
                  <a:path w="383845" h="73849" extrusionOk="0">
                    <a:moveTo>
                      <a:pt x="0" y="0"/>
                    </a:moveTo>
                    <a:lnTo>
                      <a:pt x="0" y="0"/>
                    </a:lnTo>
                    <a:cubicBezTo>
                      <a:pt x="0" y="40789"/>
                      <a:pt x="33061" y="73849"/>
                      <a:pt x="73850" y="73849"/>
                    </a:cubicBezTo>
                    <a:lnTo>
                      <a:pt x="309996" y="73849"/>
                    </a:lnTo>
                    <a:cubicBezTo>
                      <a:pt x="350785" y="73849"/>
                      <a:pt x="383846" y="40789"/>
                      <a:pt x="383846" y="0"/>
                    </a:cubicBezTo>
                    <a:lnTo>
                      <a:pt x="383846" y="0"/>
                    </a:lnTo>
                    <a:lnTo>
                      <a:pt x="0" y="0"/>
                    </a:ln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4" name="Google Shape;974;p40"/>
              <p:cNvSpPr/>
              <p:nvPr/>
            </p:nvSpPr>
            <p:spPr>
              <a:xfrm>
                <a:off x="5227511" y="3257438"/>
                <a:ext cx="356678" cy="116910"/>
              </a:xfrm>
              <a:custGeom>
                <a:avLst/>
                <a:gdLst/>
                <a:ahLst/>
                <a:cxnLst/>
                <a:rect l="l" t="t" r="r" b="b"/>
                <a:pathLst>
                  <a:path w="625750" h="205105" extrusionOk="0">
                    <a:moveTo>
                      <a:pt x="624891" y="429"/>
                    </a:moveTo>
                    <a:cubicBezTo>
                      <a:pt x="619739" y="3864"/>
                      <a:pt x="613728" y="5582"/>
                      <a:pt x="608146" y="8587"/>
                    </a:cubicBezTo>
                    <a:cubicBezTo>
                      <a:pt x="602994" y="11593"/>
                      <a:pt x="597842" y="14598"/>
                      <a:pt x="592690" y="18033"/>
                    </a:cubicBezTo>
                    <a:cubicBezTo>
                      <a:pt x="582385" y="24473"/>
                      <a:pt x="572510" y="30914"/>
                      <a:pt x="562205" y="37354"/>
                    </a:cubicBezTo>
                    <a:cubicBezTo>
                      <a:pt x="542455" y="50235"/>
                      <a:pt x="522275" y="62257"/>
                      <a:pt x="501666" y="74279"/>
                    </a:cubicBezTo>
                    <a:cubicBezTo>
                      <a:pt x="460877" y="98323"/>
                      <a:pt x="418800" y="119791"/>
                      <a:pt x="375435" y="138253"/>
                    </a:cubicBezTo>
                    <a:cubicBezTo>
                      <a:pt x="332928" y="156286"/>
                      <a:pt x="287846" y="172172"/>
                      <a:pt x="241904" y="178613"/>
                    </a:cubicBezTo>
                    <a:cubicBezTo>
                      <a:pt x="201545" y="184194"/>
                      <a:pt x="159467" y="183336"/>
                      <a:pt x="119967" y="173890"/>
                    </a:cubicBezTo>
                    <a:cubicBezTo>
                      <a:pt x="98928" y="169167"/>
                      <a:pt x="80466" y="162297"/>
                      <a:pt x="61574" y="151563"/>
                    </a:cubicBezTo>
                    <a:cubicBezTo>
                      <a:pt x="59427" y="150275"/>
                      <a:pt x="57280" y="148987"/>
                      <a:pt x="55563" y="147699"/>
                    </a:cubicBezTo>
                    <a:cubicBezTo>
                      <a:pt x="55134" y="147270"/>
                      <a:pt x="52128" y="145552"/>
                      <a:pt x="54275" y="146840"/>
                    </a:cubicBezTo>
                    <a:cubicBezTo>
                      <a:pt x="52987" y="145982"/>
                      <a:pt x="52128" y="145552"/>
                      <a:pt x="50840" y="144694"/>
                    </a:cubicBezTo>
                    <a:cubicBezTo>
                      <a:pt x="46546" y="141688"/>
                      <a:pt x="42253" y="138253"/>
                      <a:pt x="37959" y="134818"/>
                    </a:cubicBezTo>
                    <a:cubicBezTo>
                      <a:pt x="35813" y="133101"/>
                      <a:pt x="33666" y="131383"/>
                      <a:pt x="31948" y="129237"/>
                    </a:cubicBezTo>
                    <a:cubicBezTo>
                      <a:pt x="31519" y="128807"/>
                      <a:pt x="28943" y="126231"/>
                      <a:pt x="31090" y="128378"/>
                    </a:cubicBezTo>
                    <a:cubicBezTo>
                      <a:pt x="30231" y="127519"/>
                      <a:pt x="29372" y="126231"/>
                      <a:pt x="28084" y="125373"/>
                    </a:cubicBezTo>
                    <a:cubicBezTo>
                      <a:pt x="26796" y="124084"/>
                      <a:pt x="22503" y="119791"/>
                      <a:pt x="25079" y="122367"/>
                    </a:cubicBezTo>
                    <a:cubicBezTo>
                      <a:pt x="23361" y="120649"/>
                      <a:pt x="22073" y="118932"/>
                      <a:pt x="20356" y="117644"/>
                    </a:cubicBezTo>
                    <a:cubicBezTo>
                      <a:pt x="17779" y="115497"/>
                      <a:pt x="14774" y="114209"/>
                      <a:pt x="11769" y="112492"/>
                    </a:cubicBezTo>
                    <a:cubicBezTo>
                      <a:pt x="4040" y="108198"/>
                      <a:pt x="-1971" y="114209"/>
                      <a:pt x="605" y="121937"/>
                    </a:cubicBezTo>
                    <a:cubicBezTo>
                      <a:pt x="4469" y="133960"/>
                      <a:pt x="13486" y="142117"/>
                      <a:pt x="22932" y="150704"/>
                    </a:cubicBezTo>
                    <a:cubicBezTo>
                      <a:pt x="31090" y="158004"/>
                      <a:pt x="39677" y="164015"/>
                      <a:pt x="48693" y="169596"/>
                    </a:cubicBezTo>
                    <a:cubicBezTo>
                      <a:pt x="65868" y="180330"/>
                      <a:pt x="84759" y="188488"/>
                      <a:pt x="104510" y="194070"/>
                    </a:cubicBezTo>
                    <a:cubicBezTo>
                      <a:pt x="144011" y="205662"/>
                      <a:pt x="186088" y="207380"/>
                      <a:pt x="226877" y="202657"/>
                    </a:cubicBezTo>
                    <a:cubicBezTo>
                      <a:pt x="274536" y="197075"/>
                      <a:pt x="321335" y="182906"/>
                      <a:pt x="365130" y="163156"/>
                    </a:cubicBezTo>
                    <a:cubicBezTo>
                      <a:pt x="408495" y="143405"/>
                      <a:pt x="450572" y="120220"/>
                      <a:pt x="491790" y="95747"/>
                    </a:cubicBezTo>
                    <a:cubicBezTo>
                      <a:pt x="515405" y="82007"/>
                      <a:pt x="538161" y="67409"/>
                      <a:pt x="560917" y="52382"/>
                    </a:cubicBezTo>
                    <a:cubicBezTo>
                      <a:pt x="572510" y="44653"/>
                      <a:pt x="584102" y="36495"/>
                      <a:pt x="594836" y="28338"/>
                    </a:cubicBezTo>
                    <a:cubicBezTo>
                      <a:pt x="599989" y="24473"/>
                      <a:pt x="605570" y="20180"/>
                      <a:pt x="610293" y="15886"/>
                    </a:cubicBezTo>
                    <a:cubicBezTo>
                      <a:pt x="612869" y="13739"/>
                      <a:pt x="615445" y="11593"/>
                      <a:pt x="617592" y="9016"/>
                    </a:cubicBezTo>
                    <a:cubicBezTo>
                      <a:pt x="620169" y="6011"/>
                      <a:pt x="622315" y="2576"/>
                      <a:pt x="625750" y="0"/>
                    </a:cubicBezTo>
                    <a:cubicBezTo>
                      <a:pt x="625750" y="859"/>
                      <a:pt x="625321" y="429"/>
                      <a:pt x="624891" y="429"/>
                    </a:cubicBezTo>
                    <a:lnTo>
                      <a:pt x="624891" y="4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5" name="Google Shape;975;p40"/>
              <p:cNvSpPr/>
              <p:nvPr/>
            </p:nvSpPr>
            <p:spPr>
              <a:xfrm>
                <a:off x="5551794" y="3298635"/>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6" name="Google Shape;976;p40"/>
              <p:cNvSpPr/>
              <p:nvPr/>
            </p:nvSpPr>
            <p:spPr>
              <a:xfrm>
                <a:off x="5500297" y="3335173"/>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7" name="Google Shape;977;p40"/>
              <p:cNvSpPr/>
              <p:nvPr/>
            </p:nvSpPr>
            <p:spPr>
              <a:xfrm>
                <a:off x="5448801" y="3370730"/>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8" name="Google Shape;978;p40"/>
              <p:cNvSpPr/>
              <p:nvPr/>
            </p:nvSpPr>
            <p:spPr>
              <a:xfrm>
                <a:off x="5380139" y="3389121"/>
                <a:ext cx="28878" cy="28878"/>
              </a:xfrm>
              <a:custGeom>
                <a:avLst/>
                <a:gdLst/>
                <a:ahLst/>
                <a:cxnLst/>
                <a:rect l="l" t="t" r="r" b="b"/>
                <a:pathLst>
                  <a:path w="50664" h="50664" extrusionOk="0">
                    <a:moveTo>
                      <a:pt x="50664" y="25332"/>
                    </a:moveTo>
                    <a:cubicBezTo>
                      <a:pt x="50664" y="39323"/>
                      <a:pt x="39323" y="50664"/>
                      <a:pt x="25332" y="50664"/>
                    </a:cubicBezTo>
                    <a:cubicBezTo>
                      <a:pt x="11341" y="50664"/>
                      <a:pt x="0" y="39323"/>
                      <a:pt x="0" y="25332"/>
                    </a:cubicBezTo>
                    <a:cubicBezTo>
                      <a:pt x="0" y="11342"/>
                      <a:pt x="11341" y="0"/>
                      <a:pt x="25332" y="0"/>
                    </a:cubicBezTo>
                    <a:cubicBezTo>
                      <a:pt x="39323" y="0"/>
                      <a:pt x="50664" y="11342"/>
                      <a:pt x="50664" y="2533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9" name="Google Shape;979;p40"/>
              <p:cNvSpPr/>
              <p:nvPr/>
            </p:nvSpPr>
            <p:spPr>
              <a:xfrm>
                <a:off x="5267807" y="3249927"/>
                <a:ext cx="133155" cy="160727"/>
              </a:xfrm>
              <a:custGeom>
                <a:avLst/>
                <a:gdLst/>
                <a:ahLst/>
                <a:cxnLst/>
                <a:rect l="l" t="t" r="r" b="b"/>
                <a:pathLst>
                  <a:path w="233606" h="281977" extrusionOk="0">
                    <a:moveTo>
                      <a:pt x="6906" y="93871"/>
                    </a:moveTo>
                    <a:cubicBezTo>
                      <a:pt x="13346" y="92583"/>
                      <a:pt x="14634" y="89148"/>
                      <a:pt x="16352" y="83137"/>
                    </a:cubicBezTo>
                    <a:cubicBezTo>
                      <a:pt x="18498" y="76267"/>
                      <a:pt x="19786" y="69397"/>
                      <a:pt x="22792" y="62528"/>
                    </a:cubicBezTo>
                    <a:cubicBezTo>
                      <a:pt x="25368" y="56517"/>
                      <a:pt x="27944" y="50506"/>
                      <a:pt x="31379" y="44495"/>
                    </a:cubicBezTo>
                    <a:cubicBezTo>
                      <a:pt x="34814" y="37625"/>
                      <a:pt x="38678" y="32902"/>
                      <a:pt x="45119" y="28179"/>
                    </a:cubicBezTo>
                    <a:cubicBezTo>
                      <a:pt x="66586" y="12293"/>
                      <a:pt x="97929" y="12293"/>
                      <a:pt x="121115" y="24315"/>
                    </a:cubicBezTo>
                    <a:cubicBezTo>
                      <a:pt x="133137" y="30755"/>
                      <a:pt x="142583" y="39772"/>
                      <a:pt x="151170" y="50076"/>
                    </a:cubicBezTo>
                    <a:cubicBezTo>
                      <a:pt x="152887" y="52223"/>
                      <a:pt x="154605" y="54370"/>
                      <a:pt x="156322" y="56517"/>
                    </a:cubicBezTo>
                    <a:cubicBezTo>
                      <a:pt x="154605" y="54370"/>
                      <a:pt x="158040" y="58663"/>
                      <a:pt x="158040" y="58663"/>
                    </a:cubicBezTo>
                    <a:cubicBezTo>
                      <a:pt x="158898" y="59951"/>
                      <a:pt x="160186" y="61240"/>
                      <a:pt x="161045" y="62957"/>
                    </a:cubicBezTo>
                    <a:cubicBezTo>
                      <a:pt x="165339" y="68968"/>
                      <a:pt x="169203" y="75408"/>
                      <a:pt x="172638" y="81849"/>
                    </a:cubicBezTo>
                    <a:cubicBezTo>
                      <a:pt x="171350" y="79702"/>
                      <a:pt x="174355" y="84854"/>
                      <a:pt x="173926" y="84425"/>
                    </a:cubicBezTo>
                    <a:cubicBezTo>
                      <a:pt x="174784" y="86142"/>
                      <a:pt x="175643" y="87860"/>
                      <a:pt x="176073" y="89148"/>
                    </a:cubicBezTo>
                    <a:cubicBezTo>
                      <a:pt x="177790" y="92583"/>
                      <a:pt x="179078" y="95588"/>
                      <a:pt x="180366" y="99023"/>
                    </a:cubicBezTo>
                    <a:cubicBezTo>
                      <a:pt x="183371" y="106322"/>
                      <a:pt x="186377" y="113621"/>
                      <a:pt x="188524" y="121350"/>
                    </a:cubicBezTo>
                    <a:cubicBezTo>
                      <a:pt x="190241" y="126931"/>
                      <a:pt x="191959" y="133801"/>
                      <a:pt x="193676" y="140241"/>
                    </a:cubicBezTo>
                    <a:cubicBezTo>
                      <a:pt x="195394" y="147970"/>
                      <a:pt x="197111" y="155698"/>
                      <a:pt x="197970" y="163856"/>
                    </a:cubicBezTo>
                    <a:cubicBezTo>
                      <a:pt x="200546" y="180601"/>
                      <a:pt x="201834" y="196917"/>
                      <a:pt x="202263" y="213662"/>
                    </a:cubicBezTo>
                    <a:cubicBezTo>
                      <a:pt x="202263" y="222249"/>
                      <a:pt x="202263" y="230836"/>
                      <a:pt x="202263" y="239852"/>
                    </a:cubicBezTo>
                    <a:cubicBezTo>
                      <a:pt x="202263" y="244146"/>
                      <a:pt x="201834" y="248440"/>
                      <a:pt x="201834" y="252733"/>
                    </a:cubicBezTo>
                    <a:cubicBezTo>
                      <a:pt x="201834" y="260032"/>
                      <a:pt x="203981" y="265614"/>
                      <a:pt x="207416" y="271625"/>
                    </a:cubicBezTo>
                    <a:cubicBezTo>
                      <a:pt x="210850" y="278065"/>
                      <a:pt x="219867" y="284935"/>
                      <a:pt x="227166" y="280641"/>
                    </a:cubicBezTo>
                    <a:cubicBezTo>
                      <a:pt x="234894" y="275919"/>
                      <a:pt x="233177" y="264326"/>
                      <a:pt x="233606" y="256597"/>
                    </a:cubicBezTo>
                    <a:cubicBezTo>
                      <a:pt x="233606" y="248010"/>
                      <a:pt x="233606" y="239852"/>
                      <a:pt x="233606" y="231265"/>
                    </a:cubicBezTo>
                    <a:cubicBezTo>
                      <a:pt x="233177" y="213662"/>
                      <a:pt x="231889" y="196487"/>
                      <a:pt x="228884" y="179313"/>
                    </a:cubicBezTo>
                    <a:cubicBezTo>
                      <a:pt x="223302" y="144535"/>
                      <a:pt x="212997" y="110186"/>
                      <a:pt x="195394" y="79702"/>
                    </a:cubicBezTo>
                    <a:cubicBezTo>
                      <a:pt x="179078" y="51364"/>
                      <a:pt x="157181" y="26032"/>
                      <a:pt x="127555" y="11434"/>
                    </a:cubicBezTo>
                    <a:cubicBezTo>
                      <a:pt x="101364" y="-1017"/>
                      <a:pt x="69592" y="-5311"/>
                      <a:pt x="42972" y="8858"/>
                    </a:cubicBezTo>
                    <a:cubicBezTo>
                      <a:pt x="35673" y="12722"/>
                      <a:pt x="30091" y="17445"/>
                      <a:pt x="24080" y="23027"/>
                    </a:cubicBezTo>
                    <a:cubicBezTo>
                      <a:pt x="18069" y="28608"/>
                      <a:pt x="12487" y="34190"/>
                      <a:pt x="8623" y="41489"/>
                    </a:cubicBezTo>
                    <a:cubicBezTo>
                      <a:pt x="4759" y="49217"/>
                      <a:pt x="2612" y="58234"/>
                      <a:pt x="894" y="66392"/>
                    </a:cubicBezTo>
                    <a:cubicBezTo>
                      <a:pt x="-1252" y="76267"/>
                      <a:pt x="465" y="83996"/>
                      <a:pt x="6047" y="92153"/>
                    </a:cubicBezTo>
                    <a:cubicBezTo>
                      <a:pt x="6476" y="93442"/>
                      <a:pt x="6476" y="93871"/>
                      <a:pt x="6906" y="93871"/>
                    </a:cubicBezTo>
                    <a:lnTo>
                      <a:pt x="6906" y="938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0" name="Google Shape;980;p40"/>
              <p:cNvSpPr/>
              <p:nvPr/>
            </p:nvSpPr>
            <p:spPr>
              <a:xfrm>
                <a:off x="5348196" y="3226308"/>
                <a:ext cx="126443" cy="166698"/>
              </a:xfrm>
              <a:custGeom>
                <a:avLst/>
                <a:gdLst/>
                <a:ahLst/>
                <a:cxnLst/>
                <a:rect l="l" t="t" r="r" b="b"/>
                <a:pathLst>
                  <a:path w="221829" h="292452" extrusionOk="0">
                    <a:moveTo>
                      <a:pt x="6123" y="85848"/>
                    </a:moveTo>
                    <a:cubicBezTo>
                      <a:pt x="8269" y="85419"/>
                      <a:pt x="10846" y="84989"/>
                      <a:pt x="12992" y="83701"/>
                    </a:cubicBezTo>
                    <a:cubicBezTo>
                      <a:pt x="15139" y="81984"/>
                      <a:pt x="15998" y="78120"/>
                      <a:pt x="17286" y="75543"/>
                    </a:cubicBezTo>
                    <a:cubicBezTo>
                      <a:pt x="19862" y="69103"/>
                      <a:pt x="22009" y="62233"/>
                      <a:pt x="25014" y="56222"/>
                    </a:cubicBezTo>
                    <a:cubicBezTo>
                      <a:pt x="31026" y="44630"/>
                      <a:pt x="37036" y="32178"/>
                      <a:pt x="48200" y="24879"/>
                    </a:cubicBezTo>
                    <a:cubicBezTo>
                      <a:pt x="70956" y="9422"/>
                      <a:pt x="101870" y="11998"/>
                      <a:pt x="125055" y="25738"/>
                    </a:cubicBezTo>
                    <a:cubicBezTo>
                      <a:pt x="136218" y="32607"/>
                      <a:pt x="144805" y="42053"/>
                      <a:pt x="152104" y="52358"/>
                    </a:cubicBezTo>
                    <a:cubicBezTo>
                      <a:pt x="150816" y="50641"/>
                      <a:pt x="153822" y="54934"/>
                      <a:pt x="153822" y="54505"/>
                    </a:cubicBezTo>
                    <a:cubicBezTo>
                      <a:pt x="154681" y="55793"/>
                      <a:pt x="155539" y="57081"/>
                      <a:pt x="156398" y="58798"/>
                    </a:cubicBezTo>
                    <a:cubicBezTo>
                      <a:pt x="158115" y="61804"/>
                      <a:pt x="159833" y="64380"/>
                      <a:pt x="161550" y="67386"/>
                    </a:cubicBezTo>
                    <a:cubicBezTo>
                      <a:pt x="162409" y="68674"/>
                      <a:pt x="163268" y="70391"/>
                      <a:pt x="164126" y="71679"/>
                    </a:cubicBezTo>
                    <a:cubicBezTo>
                      <a:pt x="166702" y="76402"/>
                      <a:pt x="162838" y="69103"/>
                      <a:pt x="165414" y="74255"/>
                    </a:cubicBezTo>
                    <a:cubicBezTo>
                      <a:pt x="167132" y="77690"/>
                      <a:pt x="168849" y="81554"/>
                      <a:pt x="170567" y="85419"/>
                    </a:cubicBezTo>
                    <a:cubicBezTo>
                      <a:pt x="182159" y="112897"/>
                      <a:pt x="188600" y="141664"/>
                      <a:pt x="190317" y="171720"/>
                    </a:cubicBezTo>
                    <a:cubicBezTo>
                      <a:pt x="191605" y="188035"/>
                      <a:pt x="191176" y="204351"/>
                      <a:pt x="190317" y="220666"/>
                    </a:cubicBezTo>
                    <a:cubicBezTo>
                      <a:pt x="189888" y="229683"/>
                      <a:pt x="189029" y="238270"/>
                      <a:pt x="188170" y="247286"/>
                    </a:cubicBezTo>
                    <a:cubicBezTo>
                      <a:pt x="186882" y="258450"/>
                      <a:pt x="185165" y="267466"/>
                      <a:pt x="189888" y="278200"/>
                    </a:cubicBezTo>
                    <a:cubicBezTo>
                      <a:pt x="191605" y="282494"/>
                      <a:pt x="194611" y="286358"/>
                      <a:pt x="198475" y="288934"/>
                    </a:cubicBezTo>
                    <a:cubicBezTo>
                      <a:pt x="201051" y="290652"/>
                      <a:pt x="205774" y="293657"/>
                      <a:pt x="208779" y="291940"/>
                    </a:cubicBezTo>
                    <a:cubicBezTo>
                      <a:pt x="213932" y="289364"/>
                      <a:pt x="216079" y="287217"/>
                      <a:pt x="217367" y="281206"/>
                    </a:cubicBezTo>
                    <a:cubicBezTo>
                      <a:pt x="218225" y="276912"/>
                      <a:pt x="218655" y="272619"/>
                      <a:pt x="219084" y="268325"/>
                    </a:cubicBezTo>
                    <a:cubicBezTo>
                      <a:pt x="219943" y="259738"/>
                      <a:pt x="220801" y="251151"/>
                      <a:pt x="221231" y="242993"/>
                    </a:cubicBezTo>
                    <a:cubicBezTo>
                      <a:pt x="222090" y="225389"/>
                      <a:pt x="222090" y="207356"/>
                      <a:pt x="220801" y="189753"/>
                    </a:cubicBezTo>
                    <a:cubicBezTo>
                      <a:pt x="218225" y="155404"/>
                      <a:pt x="210926" y="120626"/>
                      <a:pt x="195899" y="89283"/>
                    </a:cubicBezTo>
                    <a:cubicBezTo>
                      <a:pt x="181301" y="59228"/>
                      <a:pt x="161550" y="31749"/>
                      <a:pt x="131925" y="15004"/>
                    </a:cubicBezTo>
                    <a:cubicBezTo>
                      <a:pt x="107022" y="406"/>
                      <a:pt x="74820" y="-5605"/>
                      <a:pt x="47341" y="6417"/>
                    </a:cubicBezTo>
                    <a:cubicBezTo>
                      <a:pt x="39613" y="9852"/>
                      <a:pt x="33602" y="14575"/>
                      <a:pt x="27161" y="19298"/>
                    </a:cubicBezTo>
                    <a:cubicBezTo>
                      <a:pt x="20721" y="24020"/>
                      <a:pt x="15139" y="29602"/>
                      <a:pt x="10846" y="36901"/>
                    </a:cubicBezTo>
                    <a:cubicBezTo>
                      <a:pt x="6552" y="44200"/>
                      <a:pt x="3976" y="52358"/>
                      <a:pt x="1829" y="60516"/>
                    </a:cubicBezTo>
                    <a:cubicBezTo>
                      <a:pt x="541" y="64380"/>
                      <a:pt x="-318" y="69532"/>
                      <a:pt x="112" y="73396"/>
                    </a:cubicBezTo>
                    <a:cubicBezTo>
                      <a:pt x="541" y="77690"/>
                      <a:pt x="3117" y="81984"/>
                      <a:pt x="5264" y="85848"/>
                    </a:cubicBezTo>
                    <a:cubicBezTo>
                      <a:pt x="5264" y="85419"/>
                      <a:pt x="5693" y="85848"/>
                      <a:pt x="6123" y="85848"/>
                    </a:cubicBezTo>
                    <a:lnTo>
                      <a:pt x="6123" y="85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1" name="Google Shape;981;p40"/>
              <p:cNvSpPr/>
              <p:nvPr/>
            </p:nvSpPr>
            <p:spPr>
              <a:xfrm>
                <a:off x="5408537" y="3190749"/>
                <a:ext cx="121238" cy="170856"/>
              </a:xfrm>
              <a:custGeom>
                <a:avLst/>
                <a:gdLst/>
                <a:ahLst/>
                <a:cxnLst/>
                <a:rect l="l" t="t" r="r" b="b"/>
                <a:pathLst>
                  <a:path w="212698" h="299748" extrusionOk="0">
                    <a:moveTo>
                      <a:pt x="4378" y="81130"/>
                    </a:moveTo>
                    <a:cubicBezTo>
                      <a:pt x="6954" y="80700"/>
                      <a:pt x="9530" y="80700"/>
                      <a:pt x="11677" y="78983"/>
                    </a:cubicBezTo>
                    <a:cubicBezTo>
                      <a:pt x="14253" y="77266"/>
                      <a:pt x="15112" y="73831"/>
                      <a:pt x="16400" y="71255"/>
                    </a:cubicBezTo>
                    <a:cubicBezTo>
                      <a:pt x="19405" y="64814"/>
                      <a:pt x="21982" y="58374"/>
                      <a:pt x="25846" y="52363"/>
                    </a:cubicBezTo>
                    <a:cubicBezTo>
                      <a:pt x="32286" y="41200"/>
                      <a:pt x="39156" y="29607"/>
                      <a:pt x="50319" y="23167"/>
                    </a:cubicBezTo>
                    <a:cubicBezTo>
                      <a:pt x="73934" y="9427"/>
                      <a:pt x="105706" y="13291"/>
                      <a:pt x="127603" y="29178"/>
                    </a:cubicBezTo>
                    <a:cubicBezTo>
                      <a:pt x="148213" y="44205"/>
                      <a:pt x="159805" y="67820"/>
                      <a:pt x="167963" y="90576"/>
                    </a:cubicBezTo>
                    <a:cubicBezTo>
                      <a:pt x="177409" y="117625"/>
                      <a:pt x="182132" y="147251"/>
                      <a:pt x="182132" y="176018"/>
                    </a:cubicBezTo>
                    <a:cubicBezTo>
                      <a:pt x="182132" y="193192"/>
                      <a:pt x="180844" y="210796"/>
                      <a:pt x="179126" y="227970"/>
                    </a:cubicBezTo>
                    <a:cubicBezTo>
                      <a:pt x="177838" y="236987"/>
                      <a:pt x="176550" y="246003"/>
                      <a:pt x="175262" y="254590"/>
                    </a:cubicBezTo>
                    <a:cubicBezTo>
                      <a:pt x="174404" y="258884"/>
                      <a:pt x="173545" y="263607"/>
                      <a:pt x="172686" y="267901"/>
                    </a:cubicBezTo>
                    <a:cubicBezTo>
                      <a:pt x="171398" y="274341"/>
                      <a:pt x="172686" y="279493"/>
                      <a:pt x="175262" y="285504"/>
                    </a:cubicBezTo>
                    <a:cubicBezTo>
                      <a:pt x="177409" y="291086"/>
                      <a:pt x="186855" y="302249"/>
                      <a:pt x="194154" y="299244"/>
                    </a:cubicBezTo>
                    <a:cubicBezTo>
                      <a:pt x="198447" y="297097"/>
                      <a:pt x="201453" y="294950"/>
                      <a:pt x="202741" y="290227"/>
                    </a:cubicBezTo>
                    <a:cubicBezTo>
                      <a:pt x="204029" y="285504"/>
                      <a:pt x="204888" y="280352"/>
                      <a:pt x="205747" y="275629"/>
                    </a:cubicBezTo>
                    <a:cubicBezTo>
                      <a:pt x="207035" y="267471"/>
                      <a:pt x="208323" y="258884"/>
                      <a:pt x="209611" y="250726"/>
                    </a:cubicBezTo>
                    <a:cubicBezTo>
                      <a:pt x="211757" y="233552"/>
                      <a:pt x="213046" y="216807"/>
                      <a:pt x="212616" y="199633"/>
                    </a:cubicBezTo>
                    <a:cubicBezTo>
                      <a:pt x="212187" y="163996"/>
                      <a:pt x="207035" y="128359"/>
                      <a:pt x="193725" y="95299"/>
                    </a:cubicBezTo>
                    <a:cubicBezTo>
                      <a:pt x="181273" y="64814"/>
                      <a:pt x="162811" y="37765"/>
                      <a:pt x="135332" y="18873"/>
                    </a:cubicBezTo>
                    <a:cubicBezTo>
                      <a:pt x="110858" y="2128"/>
                      <a:pt x="78227" y="-6030"/>
                      <a:pt x="49890" y="5134"/>
                    </a:cubicBezTo>
                    <a:cubicBezTo>
                      <a:pt x="42161" y="8139"/>
                      <a:pt x="35721" y="12862"/>
                      <a:pt x="28851" y="17585"/>
                    </a:cubicBezTo>
                    <a:cubicBezTo>
                      <a:pt x="22411" y="21878"/>
                      <a:pt x="16829" y="27460"/>
                      <a:pt x="12536" y="33901"/>
                    </a:cubicBezTo>
                    <a:cubicBezTo>
                      <a:pt x="8242" y="40770"/>
                      <a:pt x="4807" y="48499"/>
                      <a:pt x="2231" y="56227"/>
                    </a:cubicBezTo>
                    <a:cubicBezTo>
                      <a:pt x="943" y="60091"/>
                      <a:pt x="-345" y="64814"/>
                      <a:pt x="84" y="69108"/>
                    </a:cubicBezTo>
                    <a:cubicBezTo>
                      <a:pt x="514" y="73401"/>
                      <a:pt x="2660" y="77266"/>
                      <a:pt x="4378" y="81130"/>
                    </a:cubicBezTo>
                    <a:cubicBezTo>
                      <a:pt x="3519" y="80700"/>
                      <a:pt x="4378" y="81130"/>
                      <a:pt x="4378" y="81130"/>
                    </a:cubicBezTo>
                    <a:lnTo>
                      <a:pt x="4378" y="811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2" name="Google Shape;982;p40"/>
              <p:cNvSpPr/>
              <p:nvPr/>
            </p:nvSpPr>
            <p:spPr>
              <a:xfrm>
                <a:off x="5558031" y="3305250"/>
                <a:ext cx="44011" cy="123214"/>
              </a:xfrm>
              <a:custGeom>
                <a:avLst/>
                <a:gdLst/>
                <a:ahLst/>
                <a:cxnLst/>
                <a:rect l="l" t="t" r="r" b="b"/>
                <a:pathLst>
                  <a:path w="77212" h="216165" extrusionOk="0">
                    <a:moveTo>
                      <a:pt x="4964" y="16755"/>
                    </a:moveTo>
                    <a:cubicBezTo>
                      <a:pt x="5822" y="17185"/>
                      <a:pt x="9257" y="19332"/>
                      <a:pt x="9257" y="19332"/>
                    </a:cubicBezTo>
                    <a:cubicBezTo>
                      <a:pt x="10546" y="20620"/>
                      <a:pt x="10975" y="20620"/>
                      <a:pt x="9687" y="19761"/>
                    </a:cubicBezTo>
                    <a:cubicBezTo>
                      <a:pt x="10116" y="20620"/>
                      <a:pt x="10975" y="21478"/>
                      <a:pt x="11834" y="22337"/>
                    </a:cubicBezTo>
                    <a:cubicBezTo>
                      <a:pt x="15268" y="26201"/>
                      <a:pt x="10546" y="19761"/>
                      <a:pt x="12692" y="23625"/>
                    </a:cubicBezTo>
                    <a:cubicBezTo>
                      <a:pt x="13551" y="25342"/>
                      <a:pt x="13980" y="25342"/>
                      <a:pt x="13122" y="24054"/>
                    </a:cubicBezTo>
                    <a:cubicBezTo>
                      <a:pt x="13551" y="24913"/>
                      <a:pt x="13980" y="26201"/>
                      <a:pt x="14839" y="27060"/>
                    </a:cubicBezTo>
                    <a:cubicBezTo>
                      <a:pt x="18703" y="34788"/>
                      <a:pt x="22567" y="42087"/>
                      <a:pt x="26002" y="49816"/>
                    </a:cubicBezTo>
                    <a:cubicBezTo>
                      <a:pt x="32443" y="65702"/>
                      <a:pt x="37166" y="80730"/>
                      <a:pt x="41030" y="98763"/>
                    </a:cubicBezTo>
                    <a:cubicBezTo>
                      <a:pt x="44894" y="116366"/>
                      <a:pt x="47900" y="134399"/>
                      <a:pt x="50476" y="152432"/>
                    </a:cubicBezTo>
                    <a:cubicBezTo>
                      <a:pt x="51764" y="161878"/>
                      <a:pt x="53911" y="170895"/>
                      <a:pt x="55199" y="180770"/>
                    </a:cubicBezTo>
                    <a:cubicBezTo>
                      <a:pt x="55628" y="185064"/>
                      <a:pt x="56057" y="190216"/>
                      <a:pt x="57345" y="194509"/>
                    </a:cubicBezTo>
                    <a:cubicBezTo>
                      <a:pt x="58634" y="200091"/>
                      <a:pt x="60780" y="205673"/>
                      <a:pt x="62498" y="211255"/>
                    </a:cubicBezTo>
                    <a:cubicBezTo>
                      <a:pt x="62927" y="212543"/>
                      <a:pt x="67650" y="218553"/>
                      <a:pt x="68938" y="215119"/>
                    </a:cubicBezTo>
                    <a:cubicBezTo>
                      <a:pt x="70226" y="212113"/>
                      <a:pt x="71514" y="209537"/>
                      <a:pt x="72802" y="206531"/>
                    </a:cubicBezTo>
                    <a:cubicBezTo>
                      <a:pt x="74520" y="202667"/>
                      <a:pt x="74949" y="198374"/>
                      <a:pt x="74949" y="194509"/>
                    </a:cubicBezTo>
                    <a:cubicBezTo>
                      <a:pt x="75378" y="190645"/>
                      <a:pt x="75378" y="187210"/>
                      <a:pt x="75808" y="183346"/>
                    </a:cubicBezTo>
                    <a:cubicBezTo>
                      <a:pt x="76237" y="179482"/>
                      <a:pt x="77096" y="175618"/>
                      <a:pt x="77096" y="171754"/>
                    </a:cubicBezTo>
                    <a:cubicBezTo>
                      <a:pt x="77525" y="164025"/>
                      <a:pt x="76666" y="155438"/>
                      <a:pt x="76237" y="147709"/>
                    </a:cubicBezTo>
                    <a:cubicBezTo>
                      <a:pt x="75808" y="138693"/>
                      <a:pt x="74090" y="129247"/>
                      <a:pt x="72373" y="120231"/>
                    </a:cubicBezTo>
                    <a:cubicBezTo>
                      <a:pt x="66362" y="85882"/>
                      <a:pt x="55199" y="49816"/>
                      <a:pt x="35448" y="21049"/>
                    </a:cubicBezTo>
                    <a:cubicBezTo>
                      <a:pt x="29437" y="12032"/>
                      <a:pt x="19991" y="440"/>
                      <a:pt x="8399" y="10"/>
                    </a:cubicBezTo>
                    <a:cubicBezTo>
                      <a:pt x="-1906" y="-419"/>
                      <a:pt x="-2335" y="12462"/>
                      <a:pt x="4964" y="16755"/>
                    </a:cubicBezTo>
                    <a:lnTo>
                      <a:pt x="4964" y="16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983" name="Google Shape;983;p40"/>
            <p:cNvSpPr/>
            <p:nvPr/>
          </p:nvSpPr>
          <p:spPr>
            <a:xfrm>
              <a:off x="1704475" y="132977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
        <p:nvSpPr>
          <p:cNvPr id="984" name="Google Shape;984;p40"/>
          <p:cNvSpPr/>
          <p:nvPr/>
        </p:nvSpPr>
        <p:spPr>
          <a:xfrm>
            <a:off x="8337800" y="265588"/>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988"/>
        <p:cNvGrpSpPr/>
        <p:nvPr/>
      </p:nvGrpSpPr>
      <p:grpSpPr>
        <a:xfrm>
          <a:off x="0" y="0"/>
          <a:ext cx="0" cy="0"/>
          <a:chOff x="0" y="0"/>
          <a:chExt cx="0" cy="0"/>
        </a:xfrm>
      </p:grpSpPr>
      <p:grpSp>
        <p:nvGrpSpPr>
          <p:cNvPr id="989" name="Google Shape;989;p41"/>
          <p:cNvGrpSpPr/>
          <p:nvPr/>
        </p:nvGrpSpPr>
        <p:grpSpPr>
          <a:xfrm>
            <a:off x="715101" y="709411"/>
            <a:ext cx="1834973" cy="3724678"/>
            <a:chOff x="5186401" y="494525"/>
            <a:chExt cx="1834973" cy="3724678"/>
          </a:xfrm>
        </p:grpSpPr>
        <p:sp>
          <p:nvSpPr>
            <p:cNvPr id="990" name="Google Shape;990;p41"/>
            <p:cNvSpPr/>
            <p:nvPr/>
          </p:nvSpPr>
          <p:spPr>
            <a:xfrm>
              <a:off x="5186401" y="494525"/>
              <a:ext cx="1834973" cy="3724678"/>
            </a:xfrm>
            <a:custGeom>
              <a:avLst/>
              <a:gdLst/>
              <a:ahLst/>
              <a:cxnLst/>
              <a:rect l="l" t="t" r="r" b="b"/>
              <a:pathLst>
                <a:path w="93205" h="189190" extrusionOk="0">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41"/>
            <p:cNvSpPr/>
            <p:nvPr/>
          </p:nvSpPr>
          <p:spPr>
            <a:xfrm>
              <a:off x="5890455" y="3969678"/>
              <a:ext cx="458108" cy="154724"/>
            </a:xfrm>
            <a:custGeom>
              <a:avLst/>
              <a:gdLst/>
              <a:ahLst/>
              <a:cxnLst/>
              <a:rect l="l" t="t" r="r" b="b"/>
              <a:pathLst>
                <a:path w="23269" h="7859" extrusionOk="0">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2" name="Google Shape;992;p41"/>
          <p:cNvSpPr txBox="1">
            <a:spLocks noGrp="1"/>
          </p:cNvSpPr>
          <p:nvPr>
            <p:ph type="subTitle" idx="1"/>
          </p:nvPr>
        </p:nvSpPr>
        <p:spPr>
          <a:xfrm>
            <a:off x="4663950" y="1943675"/>
            <a:ext cx="3765000" cy="23523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AutoNum type="arabicPeriod"/>
            </a:pPr>
            <a:r>
              <a:rPr lang="en"/>
              <a:t>Product/website description: </a:t>
            </a:r>
            <a:br>
              <a:rPr lang="en"/>
            </a:br>
            <a:r>
              <a:rPr lang="en"/>
              <a:t>A brief overview of the product/website, including its key features, dimensions, and materials used</a:t>
            </a:r>
            <a:endParaRPr/>
          </a:p>
          <a:p>
            <a:pPr marL="457200" lvl="0" indent="-304800" algn="l" rtl="0">
              <a:spcBef>
                <a:spcPts val="0"/>
              </a:spcBef>
              <a:spcAft>
                <a:spcPts val="0"/>
              </a:spcAft>
              <a:buSzPts val="1200"/>
              <a:buAutoNum type="arabicPeriod"/>
            </a:pPr>
            <a:r>
              <a:rPr lang="en"/>
              <a:t>Features and benefits: A detailed explanation of the features and how they will benefit the user</a:t>
            </a:r>
            <a:endParaRPr/>
          </a:p>
          <a:p>
            <a:pPr marL="457200" lvl="0" indent="-304800" algn="l" rtl="0">
              <a:spcBef>
                <a:spcPts val="0"/>
              </a:spcBef>
              <a:spcAft>
                <a:spcPts val="0"/>
              </a:spcAft>
              <a:buSzPts val="1200"/>
              <a:buAutoNum type="arabicPeriod"/>
            </a:pPr>
            <a:r>
              <a:rPr lang="en"/>
              <a:t>Technical specifications: A list of the product's/website's technical specifications, such as dimensions, weight, power requirements, connectivity options and hosting platform</a:t>
            </a:r>
            <a:endParaRPr/>
          </a:p>
        </p:txBody>
      </p:sp>
      <p:sp>
        <p:nvSpPr>
          <p:cNvPr id="993" name="Google Shape;993;p41"/>
          <p:cNvSpPr txBox="1">
            <a:spLocks noGrp="1"/>
          </p:cNvSpPr>
          <p:nvPr>
            <p:ph type="title"/>
          </p:nvPr>
        </p:nvSpPr>
        <p:spPr>
          <a:xfrm>
            <a:off x="4663950" y="664075"/>
            <a:ext cx="3765000" cy="122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What to show </a:t>
            </a:r>
            <a:br>
              <a:rPr lang="en"/>
            </a:br>
            <a:r>
              <a:rPr lang="en"/>
              <a:t>in a mockup</a:t>
            </a:r>
            <a:endParaRPr/>
          </a:p>
        </p:txBody>
      </p:sp>
      <p:sp>
        <p:nvSpPr>
          <p:cNvPr id="994" name="Google Shape;994;p41"/>
          <p:cNvSpPr/>
          <p:nvPr/>
        </p:nvSpPr>
        <p:spPr>
          <a:xfrm>
            <a:off x="800279" y="891931"/>
            <a:ext cx="1664618" cy="3176204"/>
          </a:xfrm>
          <a:custGeom>
            <a:avLst/>
            <a:gdLst/>
            <a:ahLst/>
            <a:cxnLst/>
            <a:rect l="l" t="t" r="r" b="b"/>
            <a:pathLst>
              <a:path w="84552" h="161331" extrusionOk="0">
                <a:moveTo>
                  <a:pt x="1" y="1"/>
                </a:moveTo>
                <a:lnTo>
                  <a:pt x="1" y="161331"/>
                </a:lnTo>
                <a:lnTo>
                  <a:pt x="84551" y="161331"/>
                </a:lnTo>
                <a:lnTo>
                  <a:pt x="84551" y="1"/>
                </a:lnTo>
                <a:close/>
              </a:path>
            </a:pathLst>
          </a:custGeom>
          <a:solidFill>
            <a:srgbClr val="9090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95" name="Google Shape;995;p41"/>
          <p:cNvPicPr preferRelativeResize="0"/>
          <p:nvPr/>
        </p:nvPicPr>
        <p:blipFill rotWithShape="1">
          <a:blip r:embed="rId3">
            <a:alphaModFix/>
          </a:blip>
          <a:srcRect l="990" r="990"/>
          <a:stretch/>
        </p:blipFill>
        <p:spPr>
          <a:xfrm>
            <a:off x="800288" y="891935"/>
            <a:ext cx="1664599" cy="3176198"/>
          </a:xfrm>
          <a:prstGeom prst="rect">
            <a:avLst/>
          </a:prstGeom>
          <a:noFill/>
          <a:ln>
            <a:noFill/>
          </a:ln>
        </p:spPr>
      </p:pic>
      <p:sp>
        <p:nvSpPr>
          <p:cNvPr id="996" name="Google Shape;996;p41"/>
          <p:cNvSpPr/>
          <p:nvPr/>
        </p:nvSpPr>
        <p:spPr>
          <a:xfrm>
            <a:off x="3325900" y="808375"/>
            <a:ext cx="477000" cy="4770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1"/>
                </a:solidFill>
                <a:latin typeface="Grand Hotel"/>
                <a:ea typeface="Grand Hotel"/>
                <a:cs typeface="Grand Hotel"/>
                <a:sym typeface="Grand Hotel"/>
              </a:rPr>
              <a:t>1</a:t>
            </a:r>
            <a:endParaRPr sz="2000">
              <a:solidFill>
                <a:schemeClr val="dk1"/>
              </a:solidFill>
              <a:latin typeface="Grand Hotel"/>
              <a:ea typeface="Grand Hotel"/>
              <a:cs typeface="Grand Hotel"/>
              <a:sym typeface="Grand Hotel"/>
            </a:endParaRPr>
          </a:p>
        </p:txBody>
      </p:sp>
      <p:sp>
        <p:nvSpPr>
          <p:cNvPr id="997" name="Google Shape;997;p41"/>
          <p:cNvSpPr/>
          <p:nvPr/>
        </p:nvSpPr>
        <p:spPr>
          <a:xfrm>
            <a:off x="3325925" y="2333238"/>
            <a:ext cx="477000" cy="4770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1"/>
                </a:solidFill>
                <a:latin typeface="Grand Hotel"/>
                <a:ea typeface="Grand Hotel"/>
                <a:cs typeface="Grand Hotel"/>
                <a:sym typeface="Grand Hotel"/>
              </a:rPr>
              <a:t>2</a:t>
            </a:r>
            <a:endParaRPr sz="2000">
              <a:solidFill>
                <a:schemeClr val="dk1"/>
              </a:solidFill>
              <a:latin typeface="Grand Hotel"/>
              <a:ea typeface="Grand Hotel"/>
              <a:cs typeface="Grand Hotel"/>
              <a:sym typeface="Grand Hotel"/>
            </a:endParaRPr>
          </a:p>
        </p:txBody>
      </p:sp>
      <p:sp>
        <p:nvSpPr>
          <p:cNvPr id="998" name="Google Shape;998;p41"/>
          <p:cNvSpPr/>
          <p:nvPr/>
        </p:nvSpPr>
        <p:spPr>
          <a:xfrm>
            <a:off x="3325925" y="3858100"/>
            <a:ext cx="477000" cy="4770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1"/>
                </a:solidFill>
                <a:latin typeface="Grand Hotel"/>
                <a:ea typeface="Grand Hotel"/>
                <a:cs typeface="Grand Hotel"/>
                <a:sym typeface="Grand Hotel"/>
              </a:rPr>
              <a:t>3</a:t>
            </a:r>
            <a:endParaRPr sz="2000">
              <a:solidFill>
                <a:schemeClr val="dk1"/>
              </a:solidFill>
              <a:latin typeface="Grand Hotel"/>
              <a:ea typeface="Grand Hotel"/>
              <a:cs typeface="Grand Hotel"/>
              <a:sym typeface="Grand Hotel"/>
            </a:endParaRPr>
          </a:p>
        </p:txBody>
      </p:sp>
      <p:cxnSp>
        <p:nvCxnSpPr>
          <p:cNvPr id="999" name="Google Shape;999;p41"/>
          <p:cNvCxnSpPr>
            <a:stCxn id="996" idx="1"/>
          </p:cNvCxnSpPr>
          <p:nvPr/>
        </p:nvCxnSpPr>
        <p:spPr>
          <a:xfrm flipH="1">
            <a:off x="2561200" y="1046875"/>
            <a:ext cx="764700" cy="4278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1000" name="Google Shape;1000;p41"/>
          <p:cNvCxnSpPr>
            <a:stCxn id="997" idx="1"/>
          </p:cNvCxnSpPr>
          <p:nvPr/>
        </p:nvCxnSpPr>
        <p:spPr>
          <a:xfrm flipH="1">
            <a:off x="1899125" y="2571738"/>
            <a:ext cx="1426800" cy="4479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1001" name="Google Shape;1001;p41"/>
          <p:cNvCxnSpPr>
            <a:stCxn id="998" idx="1"/>
          </p:cNvCxnSpPr>
          <p:nvPr/>
        </p:nvCxnSpPr>
        <p:spPr>
          <a:xfrm rot="10800000">
            <a:off x="1646825" y="3895900"/>
            <a:ext cx="1679100" cy="200700"/>
          </a:xfrm>
          <a:prstGeom prst="bentConnector3">
            <a:avLst>
              <a:gd name="adj1" fmla="val 50000"/>
            </a:avLst>
          </a:prstGeom>
          <a:noFill/>
          <a:ln w="9525" cap="flat" cmpd="sng">
            <a:solidFill>
              <a:schemeClr val="dk1"/>
            </a:solidFill>
            <a:prstDash val="solid"/>
            <a:round/>
            <a:headEnd type="none" w="med" len="med"/>
            <a:tailEnd type="triangle" w="med" len="med"/>
          </a:ln>
        </p:spPr>
      </p:cxnSp>
      <p:pic>
        <p:nvPicPr>
          <p:cNvPr id="1002" name="Google Shape;1002;p41"/>
          <p:cNvPicPr preferRelativeResize="0"/>
          <p:nvPr/>
        </p:nvPicPr>
        <p:blipFill>
          <a:blip r:embed="rId4">
            <a:alphaModFix/>
          </a:blip>
          <a:stretch>
            <a:fillRect/>
          </a:stretch>
        </p:blipFill>
        <p:spPr>
          <a:xfrm>
            <a:off x="852875" y="3211225"/>
            <a:ext cx="995123" cy="566525"/>
          </a:xfrm>
          <a:prstGeom prst="rect">
            <a:avLst/>
          </a:prstGeom>
          <a:noFill/>
          <a:ln>
            <a:noFill/>
          </a:ln>
        </p:spPr>
      </p:pic>
      <p:sp>
        <p:nvSpPr>
          <p:cNvPr id="1003" name="Google Shape;1003;p41"/>
          <p:cNvSpPr/>
          <p:nvPr/>
        </p:nvSpPr>
        <p:spPr>
          <a:xfrm>
            <a:off x="507175" y="1339100"/>
            <a:ext cx="263700" cy="277200"/>
          </a:xfrm>
          <a:prstGeom prst="star10">
            <a:avLst>
              <a:gd name="adj" fmla="val 31156"/>
              <a:gd name="hf" fmla="val 105146"/>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1007"/>
        <p:cNvGrpSpPr/>
        <p:nvPr/>
      </p:nvGrpSpPr>
      <p:grpSpPr>
        <a:xfrm>
          <a:off x="0" y="0"/>
          <a:ext cx="0" cy="0"/>
          <a:chOff x="0" y="0"/>
          <a:chExt cx="0" cy="0"/>
        </a:xfrm>
      </p:grpSpPr>
      <p:sp>
        <p:nvSpPr>
          <p:cNvPr id="1008" name="Google Shape;1008;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Buyer persona infographic</a:t>
            </a:r>
            <a:endParaRPr/>
          </a:p>
        </p:txBody>
      </p:sp>
      <p:sp>
        <p:nvSpPr>
          <p:cNvPr id="1009" name="Google Shape;1009;p42"/>
          <p:cNvSpPr txBox="1">
            <a:spLocks noGrp="1"/>
          </p:cNvSpPr>
          <p:nvPr>
            <p:ph type="subTitle" idx="4294967295"/>
          </p:nvPr>
        </p:nvSpPr>
        <p:spPr>
          <a:xfrm>
            <a:off x="715175" y="3283675"/>
            <a:ext cx="23514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Bio</a:t>
            </a:r>
            <a:endParaRPr sz="2500">
              <a:latin typeface="Grand Hotel"/>
              <a:ea typeface="Grand Hotel"/>
              <a:cs typeface="Grand Hotel"/>
              <a:sym typeface="Grand Hotel"/>
            </a:endParaRPr>
          </a:p>
        </p:txBody>
      </p:sp>
      <p:sp>
        <p:nvSpPr>
          <p:cNvPr id="1010" name="Google Shape;1010;p42"/>
          <p:cNvSpPr txBox="1">
            <a:spLocks noGrp="1"/>
          </p:cNvSpPr>
          <p:nvPr>
            <p:ph type="subTitle" idx="4294967295"/>
          </p:nvPr>
        </p:nvSpPr>
        <p:spPr>
          <a:xfrm>
            <a:off x="715175" y="3750600"/>
            <a:ext cx="2351400" cy="80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Make a short description of what a typical customer would be. Be precise!</a:t>
            </a:r>
            <a:endParaRPr sz="1200"/>
          </a:p>
        </p:txBody>
      </p:sp>
      <p:sp>
        <p:nvSpPr>
          <p:cNvPr id="1011" name="Google Shape;1011;p42"/>
          <p:cNvSpPr txBox="1">
            <a:spLocks noGrp="1"/>
          </p:cNvSpPr>
          <p:nvPr>
            <p:ph type="subTitle" idx="4294967295"/>
          </p:nvPr>
        </p:nvSpPr>
        <p:spPr>
          <a:xfrm>
            <a:off x="715175" y="2314925"/>
            <a:ext cx="23514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Name</a:t>
            </a:r>
            <a:endParaRPr sz="2500">
              <a:latin typeface="Grand Hotel"/>
              <a:ea typeface="Grand Hotel"/>
              <a:cs typeface="Grand Hotel"/>
              <a:sym typeface="Grand Hotel"/>
            </a:endParaRPr>
          </a:p>
        </p:txBody>
      </p:sp>
      <p:sp>
        <p:nvSpPr>
          <p:cNvPr id="1012" name="Google Shape;1012;p42"/>
          <p:cNvSpPr txBox="1">
            <a:spLocks noGrp="1"/>
          </p:cNvSpPr>
          <p:nvPr>
            <p:ph type="subTitle" idx="4294967295"/>
          </p:nvPr>
        </p:nvSpPr>
        <p:spPr>
          <a:xfrm>
            <a:off x="715175" y="2792125"/>
            <a:ext cx="2351400" cy="40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Age and occupation</a:t>
            </a:r>
            <a:endParaRPr sz="1200"/>
          </a:p>
        </p:txBody>
      </p:sp>
      <p:sp>
        <p:nvSpPr>
          <p:cNvPr id="1013" name="Google Shape;1013;p42"/>
          <p:cNvSpPr txBox="1">
            <a:spLocks noGrp="1"/>
          </p:cNvSpPr>
          <p:nvPr>
            <p:ph type="subTitle" idx="4294967295"/>
          </p:nvPr>
        </p:nvSpPr>
        <p:spPr>
          <a:xfrm>
            <a:off x="2117125" y="1172375"/>
            <a:ext cx="3576600" cy="1053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latin typeface="Grand Hotel"/>
                <a:ea typeface="Grand Hotel"/>
                <a:cs typeface="Grand Hotel"/>
                <a:sym typeface="Grand Hotel"/>
              </a:rPr>
              <a:t>“This is a quote, words full of wisdom that can make the reader get inspired.”</a:t>
            </a:r>
            <a:endParaRPr sz="2000">
              <a:latin typeface="Grand Hotel"/>
              <a:ea typeface="Grand Hotel"/>
              <a:cs typeface="Grand Hotel"/>
              <a:sym typeface="Grand Hotel"/>
            </a:endParaRPr>
          </a:p>
        </p:txBody>
      </p:sp>
      <p:sp>
        <p:nvSpPr>
          <p:cNvPr id="1014" name="Google Shape;1014;p42"/>
          <p:cNvSpPr txBox="1">
            <a:spLocks noGrp="1"/>
          </p:cNvSpPr>
          <p:nvPr>
            <p:ph type="subTitle" idx="4294967295"/>
          </p:nvPr>
        </p:nvSpPr>
        <p:spPr>
          <a:xfrm>
            <a:off x="3217350" y="2314925"/>
            <a:ext cx="27093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Personality</a:t>
            </a:r>
            <a:endParaRPr sz="2500">
              <a:latin typeface="Grand Hotel"/>
              <a:ea typeface="Grand Hotel"/>
              <a:cs typeface="Grand Hotel"/>
              <a:sym typeface="Grand Hotel"/>
            </a:endParaRPr>
          </a:p>
        </p:txBody>
      </p:sp>
      <p:sp>
        <p:nvSpPr>
          <p:cNvPr id="1015" name="Google Shape;1015;p42"/>
          <p:cNvSpPr txBox="1">
            <a:spLocks noGrp="1"/>
          </p:cNvSpPr>
          <p:nvPr>
            <p:ph type="subTitle" idx="4294967295"/>
          </p:nvPr>
        </p:nvSpPr>
        <p:spPr>
          <a:xfrm>
            <a:off x="3217350" y="2792125"/>
            <a:ext cx="2709300" cy="1760400"/>
          </a:xfrm>
          <a:prstGeom prst="rect">
            <a:avLst/>
          </a:prstGeom>
        </p:spPr>
        <p:txBody>
          <a:bodyPr spcFirstLastPara="1" wrap="square" lIns="91425" tIns="91425" rIns="91425" bIns="91425" anchor="t" anchorCtr="0">
            <a:noAutofit/>
          </a:bodyPr>
          <a:lstStyle/>
          <a:p>
            <a:pPr marL="342900" lvl="0" indent="-304800" algn="l" rtl="0">
              <a:spcBef>
                <a:spcPts val="0"/>
              </a:spcBef>
              <a:spcAft>
                <a:spcPts val="0"/>
              </a:spcAft>
              <a:buSzPts val="1200"/>
              <a:buChar char="●"/>
            </a:pPr>
            <a:r>
              <a:rPr lang="en"/>
              <a:t>Explorer, adventurous. Likes the outdoors and camping</a:t>
            </a:r>
            <a:endParaRPr/>
          </a:p>
          <a:p>
            <a:pPr marL="342900" lvl="0" indent="-304800" algn="l" rtl="0">
              <a:spcBef>
                <a:spcPts val="1000"/>
              </a:spcBef>
              <a:spcAft>
                <a:spcPts val="0"/>
              </a:spcAft>
              <a:buSzPts val="1200"/>
              <a:buChar char="●"/>
            </a:pPr>
            <a:r>
              <a:rPr lang="en"/>
              <a:t>Engaged on social media, speaks for themselves</a:t>
            </a:r>
            <a:endParaRPr/>
          </a:p>
          <a:p>
            <a:pPr marL="342900" lvl="0" indent="-304800" algn="l" rtl="0">
              <a:spcBef>
                <a:spcPts val="1000"/>
              </a:spcBef>
              <a:spcAft>
                <a:spcPts val="1000"/>
              </a:spcAft>
              <a:buSzPts val="1200"/>
              <a:buChar char="●"/>
            </a:pPr>
            <a:r>
              <a:rPr lang="en"/>
              <a:t>Not easily influenced by ads or social media</a:t>
            </a:r>
            <a:endParaRPr/>
          </a:p>
        </p:txBody>
      </p:sp>
      <p:sp>
        <p:nvSpPr>
          <p:cNvPr id="1016" name="Google Shape;1016;p42"/>
          <p:cNvSpPr txBox="1">
            <a:spLocks noGrp="1"/>
          </p:cNvSpPr>
          <p:nvPr>
            <p:ph type="subTitle" idx="4294967295"/>
          </p:nvPr>
        </p:nvSpPr>
        <p:spPr>
          <a:xfrm>
            <a:off x="6077425" y="1172375"/>
            <a:ext cx="23514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Motivations</a:t>
            </a:r>
            <a:endParaRPr sz="2500">
              <a:latin typeface="Grand Hotel"/>
              <a:ea typeface="Grand Hotel"/>
              <a:cs typeface="Grand Hotel"/>
              <a:sym typeface="Grand Hotel"/>
            </a:endParaRPr>
          </a:p>
        </p:txBody>
      </p:sp>
      <p:sp>
        <p:nvSpPr>
          <p:cNvPr id="1017" name="Google Shape;1017;p42"/>
          <p:cNvSpPr txBox="1">
            <a:spLocks noGrp="1"/>
          </p:cNvSpPr>
          <p:nvPr>
            <p:ph type="subTitle" idx="4294967295"/>
          </p:nvPr>
        </p:nvSpPr>
        <p:spPr>
          <a:xfrm>
            <a:off x="6467919" y="1659875"/>
            <a:ext cx="1956300" cy="406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Creativity</a:t>
            </a:r>
            <a:endParaRPr sz="1200"/>
          </a:p>
        </p:txBody>
      </p:sp>
      <p:sp>
        <p:nvSpPr>
          <p:cNvPr id="1018" name="Google Shape;1018;p42"/>
          <p:cNvSpPr txBox="1">
            <a:spLocks noGrp="1"/>
          </p:cNvSpPr>
          <p:nvPr>
            <p:ph type="subTitle" idx="4294967295"/>
          </p:nvPr>
        </p:nvSpPr>
        <p:spPr>
          <a:xfrm>
            <a:off x="6072425" y="3216475"/>
            <a:ext cx="23514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Pain points</a:t>
            </a:r>
            <a:endParaRPr sz="2500">
              <a:latin typeface="Grand Hotel"/>
              <a:ea typeface="Grand Hotel"/>
              <a:cs typeface="Grand Hotel"/>
              <a:sym typeface="Grand Hotel"/>
            </a:endParaRPr>
          </a:p>
        </p:txBody>
      </p:sp>
      <p:sp>
        <p:nvSpPr>
          <p:cNvPr id="1019" name="Google Shape;1019;p42"/>
          <p:cNvSpPr txBox="1">
            <a:spLocks noGrp="1"/>
          </p:cNvSpPr>
          <p:nvPr>
            <p:ph type="subTitle" idx="4294967295"/>
          </p:nvPr>
        </p:nvSpPr>
        <p:spPr>
          <a:xfrm>
            <a:off x="6072425" y="3683400"/>
            <a:ext cx="2351400" cy="924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Knowing your buyer persona’s pain point will help you create messages that are tailored to their needs</a:t>
            </a:r>
            <a:endParaRPr sz="1200"/>
          </a:p>
        </p:txBody>
      </p:sp>
      <p:sp>
        <p:nvSpPr>
          <p:cNvPr id="1020" name="Google Shape;1020;p42"/>
          <p:cNvSpPr txBox="1">
            <a:spLocks noGrp="1"/>
          </p:cNvSpPr>
          <p:nvPr>
            <p:ph type="subTitle" idx="4294967295"/>
          </p:nvPr>
        </p:nvSpPr>
        <p:spPr>
          <a:xfrm>
            <a:off x="6467919" y="2184050"/>
            <a:ext cx="1956300" cy="406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Ecology</a:t>
            </a:r>
            <a:endParaRPr sz="1200"/>
          </a:p>
        </p:txBody>
      </p:sp>
      <p:sp>
        <p:nvSpPr>
          <p:cNvPr id="1021" name="Google Shape;1021;p42"/>
          <p:cNvSpPr txBox="1">
            <a:spLocks noGrp="1"/>
          </p:cNvSpPr>
          <p:nvPr>
            <p:ph type="subTitle" idx="4294967295"/>
          </p:nvPr>
        </p:nvSpPr>
        <p:spPr>
          <a:xfrm>
            <a:off x="6467919" y="2708225"/>
            <a:ext cx="1956300" cy="406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Music</a:t>
            </a:r>
            <a:endParaRPr sz="1200"/>
          </a:p>
        </p:txBody>
      </p:sp>
      <p:sp>
        <p:nvSpPr>
          <p:cNvPr id="1022" name="Google Shape;1022;p42"/>
          <p:cNvSpPr/>
          <p:nvPr/>
        </p:nvSpPr>
        <p:spPr>
          <a:xfrm>
            <a:off x="6072325" y="1706950"/>
            <a:ext cx="306900" cy="3069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Grand Hotel"/>
                <a:ea typeface="Grand Hotel"/>
                <a:cs typeface="Grand Hotel"/>
                <a:sym typeface="Grand Hotel"/>
              </a:rPr>
              <a:t>1</a:t>
            </a:r>
            <a:endParaRPr sz="1600" b="1">
              <a:solidFill>
                <a:schemeClr val="dk1"/>
              </a:solidFill>
              <a:latin typeface="Grand Hotel"/>
              <a:ea typeface="Grand Hotel"/>
              <a:cs typeface="Grand Hotel"/>
              <a:sym typeface="Grand Hotel"/>
            </a:endParaRPr>
          </a:p>
        </p:txBody>
      </p:sp>
      <p:sp>
        <p:nvSpPr>
          <p:cNvPr id="1023" name="Google Shape;1023;p42"/>
          <p:cNvSpPr/>
          <p:nvPr/>
        </p:nvSpPr>
        <p:spPr>
          <a:xfrm>
            <a:off x="6072425" y="2232387"/>
            <a:ext cx="306900" cy="3069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Grand Hotel"/>
                <a:ea typeface="Grand Hotel"/>
                <a:cs typeface="Grand Hotel"/>
                <a:sym typeface="Grand Hotel"/>
              </a:rPr>
              <a:t>2</a:t>
            </a:r>
            <a:endParaRPr sz="1600" b="1">
              <a:solidFill>
                <a:schemeClr val="dk1"/>
              </a:solidFill>
              <a:latin typeface="Grand Hotel"/>
              <a:ea typeface="Grand Hotel"/>
              <a:cs typeface="Grand Hotel"/>
              <a:sym typeface="Grand Hotel"/>
            </a:endParaRPr>
          </a:p>
        </p:txBody>
      </p:sp>
      <p:sp>
        <p:nvSpPr>
          <p:cNvPr id="1024" name="Google Shape;1024;p42"/>
          <p:cNvSpPr/>
          <p:nvPr/>
        </p:nvSpPr>
        <p:spPr>
          <a:xfrm>
            <a:off x="6072384" y="2757663"/>
            <a:ext cx="306900" cy="3069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Grand Hotel"/>
                <a:ea typeface="Grand Hotel"/>
                <a:cs typeface="Grand Hotel"/>
                <a:sym typeface="Grand Hotel"/>
              </a:rPr>
              <a:t>3</a:t>
            </a:r>
            <a:endParaRPr sz="1600" b="1">
              <a:solidFill>
                <a:schemeClr val="dk1"/>
              </a:solidFill>
              <a:latin typeface="Grand Hotel"/>
              <a:ea typeface="Grand Hotel"/>
              <a:cs typeface="Grand Hotel"/>
              <a:sym typeface="Grand Hotel"/>
            </a:endParaRPr>
          </a:p>
        </p:txBody>
      </p:sp>
      <p:pic>
        <p:nvPicPr>
          <p:cNvPr id="1025" name="Google Shape;1025;p42"/>
          <p:cNvPicPr preferRelativeResize="0"/>
          <p:nvPr/>
        </p:nvPicPr>
        <p:blipFill rotWithShape="1">
          <a:blip r:embed="rId3">
            <a:alphaModFix/>
          </a:blip>
          <a:srcRect l="20578" t="2223" b="44841"/>
          <a:stretch/>
        </p:blipFill>
        <p:spPr>
          <a:xfrm>
            <a:off x="764175" y="1150375"/>
            <a:ext cx="1097400" cy="1097400"/>
          </a:xfrm>
          <a:prstGeom prst="ellipse">
            <a:avLst/>
          </a:prstGeom>
          <a:noFill/>
          <a:ln>
            <a:noFill/>
          </a:ln>
        </p:spPr>
      </p:pic>
      <p:sp>
        <p:nvSpPr>
          <p:cNvPr id="1026" name="Google Shape;1026;p42"/>
          <p:cNvSpPr/>
          <p:nvPr/>
        </p:nvSpPr>
        <p:spPr>
          <a:xfrm>
            <a:off x="8512875" y="300692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027" name="Google Shape;1027;p42"/>
          <p:cNvSpPr/>
          <p:nvPr/>
        </p:nvSpPr>
        <p:spPr>
          <a:xfrm>
            <a:off x="658575" y="1312463"/>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1031"/>
        <p:cNvGrpSpPr/>
        <p:nvPr/>
      </p:nvGrpSpPr>
      <p:grpSpPr>
        <a:xfrm>
          <a:off x="0" y="0"/>
          <a:ext cx="0" cy="0"/>
          <a:chOff x="0" y="0"/>
          <a:chExt cx="0" cy="0"/>
        </a:xfrm>
      </p:grpSpPr>
      <p:sp>
        <p:nvSpPr>
          <p:cNvPr id="1032" name="Google Shape;1032;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Roadmap infographic</a:t>
            </a:r>
            <a:endParaRPr/>
          </a:p>
        </p:txBody>
      </p:sp>
      <p:graphicFrame>
        <p:nvGraphicFramePr>
          <p:cNvPr id="1033" name="Google Shape;1033;p43"/>
          <p:cNvGraphicFramePr/>
          <p:nvPr/>
        </p:nvGraphicFramePr>
        <p:xfrm>
          <a:off x="726875" y="1224388"/>
          <a:ext cx="7704050" cy="3337050"/>
        </p:xfrm>
        <a:graphic>
          <a:graphicData uri="http://schemas.openxmlformats.org/drawingml/2006/table">
            <a:tbl>
              <a:tblPr>
                <a:noFill/>
                <a:tableStyleId>{58D17F84-AC52-4ED1-82E9-318A1719A5E2}</a:tableStyleId>
              </a:tblPr>
              <a:tblGrid>
                <a:gridCol w="1361775">
                  <a:extLst>
                    <a:ext uri="{9D8B030D-6E8A-4147-A177-3AD203B41FA5}">
                      <a16:colId xmlns:a16="http://schemas.microsoft.com/office/drawing/2014/main" val="20000"/>
                    </a:ext>
                  </a:extLst>
                </a:gridCol>
                <a:gridCol w="2208575">
                  <a:extLst>
                    <a:ext uri="{9D8B030D-6E8A-4147-A177-3AD203B41FA5}">
                      <a16:colId xmlns:a16="http://schemas.microsoft.com/office/drawing/2014/main" val="20001"/>
                    </a:ext>
                  </a:extLst>
                </a:gridCol>
                <a:gridCol w="344475">
                  <a:extLst>
                    <a:ext uri="{9D8B030D-6E8A-4147-A177-3AD203B41FA5}">
                      <a16:colId xmlns:a16="http://schemas.microsoft.com/office/drawing/2014/main" val="20002"/>
                    </a:ext>
                  </a:extLst>
                </a:gridCol>
                <a:gridCol w="344475">
                  <a:extLst>
                    <a:ext uri="{9D8B030D-6E8A-4147-A177-3AD203B41FA5}">
                      <a16:colId xmlns:a16="http://schemas.microsoft.com/office/drawing/2014/main" val="20003"/>
                    </a:ext>
                  </a:extLst>
                </a:gridCol>
                <a:gridCol w="344475">
                  <a:extLst>
                    <a:ext uri="{9D8B030D-6E8A-4147-A177-3AD203B41FA5}">
                      <a16:colId xmlns:a16="http://schemas.microsoft.com/office/drawing/2014/main" val="20004"/>
                    </a:ext>
                  </a:extLst>
                </a:gridCol>
                <a:gridCol w="344475">
                  <a:extLst>
                    <a:ext uri="{9D8B030D-6E8A-4147-A177-3AD203B41FA5}">
                      <a16:colId xmlns:a16="http://schemas.microsoft.com/office/drawing/2014/main" val="20005"/>
                    </a:ext>
                  </a:extLst>
                </a:gridCol>
                <a:gridCol w="344475">
                  <a:extLst>
                    <a:ext uri="{9D8B030D-6E8A-4147-A177-3AD203B41FA5}">
                      <a16:colId xmlns:a16="http://schemas.microsoft.com/office/drawing/2014/main" val="20006"/>
                    </a:ext>
                  </a:extLst>
                </a:gridCol>
                <a:gridCol w="344475">
                  <a:extLst>
                    <a:ext uri="{9D8B030D-6E8A-4147-A177-3AD203B41FA5}">
                      <a16:colId xmlns:a16="http://schemas.microsoft.com/office/drawing/2014/main" val="20007"/>
                    </a:ext>
                  </a:extLst>
                </a:gridCol>
                <a:gridCol w="344475">
                  <a:extLst>
                    <a:ext uri="{9D8B030D-6E8A-4147-A177-3AD203B41FA5}">
                      <a16:colId xmlns:a16="http://schemas.microsoft.com/office/drawing/2014/main" val="20008"/>
                    </a:ext>
                  </a:extLst>
                </a:gridCol>
                <a:gridCol w="344475">
                  <a:extLst>
                    <a:ext uri="{9D8B030D-6E8A-4147-A177-3AD203B41FA5}">
                      <a16:colId xmlns:a16="http://schemas.microsoft.com/office/drawing/2014/main" val="20009"/>
                    </a:ext>
                  </a:extLst>
                </a:gridCol>
                <a:gridCol w="344475">
                  <a:extLst>
                    <a:ext uri="{9D8B030D-6E8A-4147-A177-3AD203B41FA5}">
                      <a16:colId xmlns:a16="http://schemas.microsoft.com/office/drawing/2014/main" val="20010"/>
                    </a:ext>
                  </a:extLst>
                </a:gridCol>
                <a:gridCol w="344475">
                  <a:extLst>
                    <a:ext uri="{9D8B030D-6E8A-4147-A177-3AD203B41FA5}">
                      <a16:colId xmlns:a16="http://schemas.microsoft.com/office/drawing/2014/main" val="20011"/>
                    </a:ext>
                  </a:extLst>
                </a:gridCol>
                <a:gridCol w="344475">
                  <a:extLst>
                    <a:ext uri="{9D8B030D-6E8A-4147-A177-3AD203B41FA5}">
                      <a16:colId xmlns:a16="http://schemas.microsoft.com/office/drawing/2014/main" val="20012"/>
                    </a:ext>
                  </a:extLst>
                </a:gridCol>
                <a:gridCol w="344475">
                  <a:extLst>
                    <a:ext uri="{9D8B030D-6E8A-4147-A177-3AD203B41FA5}">
                      <a16:colId xmlns:a16="http://schemas.microsoft.com/office/drawing/2014/main" val="20013"/>
                    </a:ext>
                  </a:extLst>
                </a:gridCol>
              </a:tblGrid>
              <a:tr h="499950">
                <a:tc>
                  <a:txBody>
                    <a:bodyPr/>
                    <a:lstStyle/>
                    <a:p>
                      <a:pPr marL="0" lvl="0" indent="0" algn="ctr" rtl="0">
                        <a:spcBef>
                          <a:spcPts val="0"/>
                        </a:spcBef>
                        <a:spcAft>
                          <a:spcPts val="0"/>
                        </a:spcAft>
                        <a:buNone/>
                      </a:pPr>
                      <a:r>
                        <a:rPr lang="en" sz="2000">
                          <a:solidFill>
                            <a:srgbClr val="191919"/>
                          </a:solidFill>
                          <a:latin typeface="Grand Hotel"/>
                          <a:ea typeface="Grand Hotel"/>
                          <a:cs typeface="Grand Hotel"/>
                          <a:sym typeface="Grand Hotel"/>
                        </a:rPr>
                        <a:t>Initiative</a:t>
                      </a:r>
                      <a:endParaRPr sz="2000">
                        <a:solidFill>
                          <a:srgbClr val="191919"/>
                        </a:solidFill>
                        <a:latin typeface="Grand Hotel"/>
                        <a:ea typeface="Grand Hotel"/>
                        <a:cs typeface="Grand Hotel"/>
                        <a:sym typeface="Grand Hotel"/>
                      </a:endParaRPr>
                    </a:p>
                  </a:txBody>
                  <a:tcPr marL="91425" marR="91425" marT="68575" marB="685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2000">
                          <a:solidFill>
                            <a:srgbClr val="191919"/>
                          </a:solidFill>
                          <a:latin typeface="Grand Hotel"/>
                          <a:ea typeface="Grand Hotel"/>
                          <a:cs typeface="Grand Hotel"/>
                          <a:sym typeface="Grand Hotel"/>
                        </a:rPr>
                        <a:t>Objective</a:t>
                      </a:r>
                      <a:endParaRPr sz="20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Jan</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Feb</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Mar</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Clr>
                          <a:srgbClr val="000000"/>
                        </a:buClr>
                        <a:buSzPts val="1100"/>
                        <a:buFont typeface="Arial"/>
                        <a:buNone/>
                      </a:pPr>
                      <a:r>
                        <a:rPr lang="en" sz="1700">
                          <a:solidFill>
                            <a:srgbClr val="191919"/>
                          </a:solidFill>
                          <a:latin typeface="Grand Hotel"/>
                          <a:ea typeface="Grand Hotel"/>
                          <a:cs typeface="Grand Hotel"/>
                          <a:sym typeface="Grand Hotel"/>
                        </a:rPr>
                        <a:t>Apr</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May</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Jun</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Jul</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Aug</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Sep</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Oct</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r>
                        <a:rPr lang="en" sz="1700">
                          <a:solidFill>
                            <a:srgbClr val="191919"/>
                          </a:solidFill>
                          <a:latin typeface="Grand Hotel"/>
                          <a:ea typeface="Grand Hotel"/>
                          <a:cs typeface="Grand Hotel"/>
                          <a:sym typeface="Grand Hotel"/>
                        </a:rPr>
                        <a:t>Nov</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Clr>
                          <a:srgbClr val="000000"/>
                        </a:buClr>
                        <a:buSzPts val="1100"/>
                        <a:buFont typeface="Arial"/>
                        <a:buNone/>
                      </a:pPr>
                      <a:r>
                        <a:rPr lang="en" sz="1700">
                          <a:solidFill>
                            <a:srgbClr val="191919"/>
                          </a:solidFill>
                          <a:latin typeface="Grand Hotel"/>
                          <a:ea typeface="Grand Hotel"/>
                          <a:cs typeface="Grand Hotel"/>
                          <a:sym typeface="Grand Hotel"/>
                        </a:rPr>
                        <a:t>Dec</a:t>
                      </a:r>
                      <a:endParaRPr sz="1700">
                        <a:solidFill>
                          <a:srgbClr val="191919"/>
                        </a:solidFill>
                        <a:latin typeface="Grand Hotel"/>
                        <a:ea typeface="Grand Hotel"/>
                        <a:cs typeface="Grand Hotel"/>
                        <a:sym typeface="Grand Hotel"/>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extLst>
                  <a:ext uri="{0D108BD9-81ED-4DB2-BD59-A6C34878D82A}">
                    <a16:rowId xmlns:a16="http://schemas.microsoft.com/office/drawing/2014/main" val="10000"/>
                  </a:ext>
                </a:extLst>
              </a:tr>
              <a:tr h="43497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Understanding</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Analyze and understand the needs of your target audience</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53472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Conduct research</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Research existing products in the industry and analyze how successful they are</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3497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Brainstorm ideas</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Generate ideas based on user feedback and research findings</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3497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Develop a prototype</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Create a basic version of the product to show investors</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53472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Test for usability</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Put the prototype through rigorous testing processes to ensure that it meets user requirements </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r h="434975">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Analyze feedback</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l" rtl="0">
                        <a:spcBef>
                          <a:spcPts val="0"/>
                        </a:spcBef>
                        <a:spcAft>
                          <a:spcPts val="0"/>
                        </a:spcAft>
                        <a:buNone/>
                      </a:pPr>
                      <a:r>
                        <a:rPr lang="en" sz="1000">
                          <a:solidFill>
                            <a:schemeClr val="dk1"/>
                          </a:solidFill>
                          <a:latin typeface="Inter"/>
                          <a:ea typeface="Inter"/>
                          <a:cs typeface="Inter"/>
                          <a:sym typeface="Inter"/>
                        </a:rPr>
                        <a:t>Analyze feedback</a:t>
                      </a:r>
                      <a:endParaRPr sz="1000">
                        <a:solidFill>
                          <a:schemeClr val="dk1"/>
                        </a:solidFill>
                        <a:latin typeface="Inter"/>
                        <a:ea typeface="Inter"/>
                        <a:cs typeface="Inter"/>
                        <a:sym typeface="Inter"/>
                      </a:endParaRPr>
                    </a:p>
                  </a:txBody>
                  <a:tcPr marL="45700" marR="45700" marT="45700" marB="457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3"/>
                    </a:solidFill>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00">
                        <a:solidFill>
                          <a:srgbClr val="191919"/>
                        </a:solidFill>
                        <a:latin typeface="Open Sans"/>
                        <a:ea typeface="Open Sans"/>
                        <a:cs typeface="Open Sans"/>
                        <a:sym typeface="Open Sans"/>
                      </a:endParaRPr>
                    </a:p>
                  </a:txBody>
                  <a:tcPr marL="0" marR="0" marT="0" marB="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accent1"/>
                    </a:solidFill>
                  </a:tcPr>
                </a:tc>
                <a:extLst>
                  <a:ext uri="{0D108BD9-81ED-4DB2-BD59-A6C34878D82A}">
                    <a16:rowId xmlns:a16="http://schemas.microsoft.com/office/drawing/2014/main" val="10006"/>
                  </a:ext>
                </a:extLst>
              </a:tr>
            </a:tbl>
          </a:graphicData>
        </a:graphic>
      </p:graphicFrame>
      <p:sp>
        <p:nvSpPr>
          <p:cNvPr id="1034" name="Google Shape;1034;p43"/>
          <p:cNvSpPr/>
          <p:nvPr/>
        </p:nvSpPr>
        <p:spPr>
          <a:xfrm>
            <a:off x="8317525" y="2310125"/>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035" name="Google Shape;1035;p43"/>
          <p:cNvGrpSpPr/>
          <p:nvPr/>
        </p:nvGrpSpPr>
        <p:grpSpPr>
          <a:xfrm>
            <a:off x="-45590" y="253625"/>
            <a:ext cx="887965" cy="669076"/>
            <a:chOff x="-45590" y="253625"/>
            <a:chExt cx="887965" cy="669076"/>
          </a:xfrm>
        </p:grpSpPr>
        <p:grpSp>
          <p:nvGrpSpPr>
            <p:cNvPr id="1036" name="Google Shape;1036;p43"/>
            <p:cNvGrpSpPr/>
            <p:nvPr/>
          </p:nvGrpSpPr>
          <p:grpSpPr>
            <a:xfrm>
              <a:off x="-45590" y="295693"/>
              <a:ext cx="627008" cy="627008"/>
              <a:chOff x="6118535" y="-1026182"/>
              <a:chExt cx="627008" cy="627008"/>
            </a:xfrm>
          </p:grpSpPr>
          <p:sp>
            <p:nvSpPr>
              <p:cNvPr id="1037" name="Google Shape;1037;p43"/>
              <p:cNvSpPr/>
              <p:nvPr/>
            </p:nvSpPr>
            <p:spPr>
              <a:xfrm>
                <a:off x="6118535" y="-1026182"/>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8" name="Google Shape;1038;p43"/>
              <p:cNvSpPr/>
              <p:nvPr/>
            </p:nvSpPr>
            <p:spPr>
              <a:xfrm>
                <a:off x="6149433" y="-988909"/>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9" name="Google Shape;1039;p43"/>
              <p:cNvSpPr/>
              <p:nvPr/>
            </p:nvSpPr>
            <p:spPr>
              <a:xfrm>
                <a:off x="6198968" y="-950654"/>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0" name="Google Shape;1040;p43"/>
              <p:cNvSpPr/>
              <p:nvPr/>
            </p:nvSpPr>
            <p:spPr>
              <a:xfrm>
                <a:off x="6182510" y="-75321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1" name="Google Shape;1041;p43"/>
              <p:cNvSpPr/>
              <p:nvPr/>
            </p:nvSpPr>
            <p:spPr>
              <a:xfrm>
                <a:off x="6279155" y="-761834"/>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2" name="Google Shape;1042;p43"/>
              <p:cNvSpPr/>
              <p:nvPr/>
            </p:nvSpPr>
            <p:spPr>
              <a:xfrm>
                <a:off x="6416478" y="-761589"/>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3" name="Google Shape;1043;p43"/>
              <p:cNvSpPr/>
              <p:nvPr/>
            </p:nvSpPr>
            <p:spPr>
              <a:xfrm>
                <a:off x="6344383" y="-676007"/>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44" name="Google Shape;1044;p43"/>
            <p:cNvSpPr/>
            <p:nvPr/>
          </p:nvSpPr>
          <p:spPr>
            <a:xfrm>
              <a:off x="660275" y="25362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1048"/>
        <p:cNvGrpSpPr/>
        <p:nvPr/>
      </p:nvGrpSpPr>
      <p:grpSpPr>
        <a:xfrm>
          <a:off x="0" y="0"/>
          <a:ext cx="0" cy="0"/>
          <a:chOff x="0" y="0"/>
          <a:chExt cx="0" cy="0"/>
        </a:xfrm>
      </p:grpSpPr>
      <p:sp>
        <p:nvSpPr>
          <p:cNvPr id="1049" name="Google Shape;1049;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 size overview</a:t>
            </a:r>
            <a:endParaRPr/>
          </a:p>
        </p:txBody>
      </p:sp>
      <p:sp>
        <p:nvSpPr>
          <p:cNvPr id="1050" name="Google Shape;1050;p44"/>
          <p:cNvSpPr/>
          <p:nvPr/>
        </p:nvSpPr>
        <p:spPr>
          <a:xfrm>
            <a:off x="720000" y="1188916"/>
            <a:ext cx="3249300" cy="3249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44"/>
          <p:cNvSpPr/>
          <p:nvPr/>
        </p:nvSpPr>
        <p:spPr>
          <a:xfrm>
            <a:off x="997050" y="1742991"/>
            <a:ext cx="2695200" cy="26952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44"/>
          <p:cNvSpPr/>
          <p:nvPr/>
        </p:nvSpPr>
        <p:spPr>
          <a:xfrm>
            <a:off x="1529700" y="2808366"/>
            <a:ext cx="1629900" cy="16299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44"/>
          <p:cNvSpPr txBox="1"/>
          <p:nvPr/>
        </p:nvSpPr>
        <p:spPr>
          <a:xfrm>
            <a:off x="1709700" y="1245691"/>
            <a:ext cx="1269900" cy="488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$100M</a:t>
            </a:r>
            <a:endParaRPr sz="2500">
              <a:solidFill>
                <a:schemeClr val="dk1"/>
              </a:solidFill>
              <a:latin typeface="Grand Hotel"/>
              <a:ea typeface="Grand Hotel"/>
              <a:cs typeface="Grand Hotel"/>
              <a:sym typeface="Grand Hotel"/>
            </a:endParaRPr>
          </a:p>
        </p:txBody>
      </p:sp>
      <p:sp>
        <p:nvSpPr>
          <p:cNvPr id="1054" name="Google Shape;1054;p44"/>
          <p:cNvSpPr txBox="1"/>
          <p:nvPr/>
        </p:nvSpPr>
        <p:spPr>
          <a:xfrm>
            <a:off x="1709700" y="2097691"/>
            <a:ext cx="1269900" cy="488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3"/>
                </a:solidFill>
                <a:latin typeface="Grand Hotel"/>
                <a:ea typeface="Grand Hotel"/>
                <a:cs typeface="Grand Hotel"/>
                <a:sym typeface="Grand Hotel"/>
              </a:rPr>
              <a:t>$20M</a:t>
            </a:r>
            <a:endParaRPr sz="2500">
              <a:solidFill>
                <a:schemeClr val="accent3"/>
              </a:solidFill>
              <a:latin typeface="Grand Hotel"/>
              <a:ea typeface="Grand Hotel"/>
              <a:cs typeface="Grand Hotel"/>
              <a:sym typeface="Grand Hotel"/>
            </a:endParaRPr>
          </a:p>
        </p:txBody>
      </p:sp>
      <p:sp>
        <p:nvSpPr>
          <p:cNvPr id="1055" name="Google Shape;1055;p44"/>
          <p:cNvSpPr txBox="1"/>
          <p:nvPr/>
        </p:nvSpPr>
        <p:spPr>
          <a:xfrm>
            <a:off x="1709700" y="3379116"/>
            <a:ext cx="1269900" cy="488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$5M</a:t>
            </a:r>
            <a:endParaRPr sz="2500">
              <a:solidFill>
                <a:schemeClr val="dk1"/>
              </a:solidFill>
              <a:latin typeface="Grand Hotel"/>
              <a:ea typeface="Grand Hotel"/>
              <a:cs typeface="Grand Hotel"/>
              <a:sym typeface="Grand Hotel"/>
            </a:endParaRPr>
          </a:p>
        </p:txBody>
      </p:sp>
      <p:sp>
        <p:nvSpPr>
          <p:cNvPr id="1056" name="Google Shape;1056;p44"/>
          <p:cNvSpPr/>
          <p:nvPr/>
        </p:nvSpPr>
        <p:spPr>
          <a:xfrm>
            <a:off x="4309575" y="1176315"/>
            <a:ext cx="288900" cy="2889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44"/>
          <p:cNvSpPr txBox="1"/>
          <p:nvPr/>
        </p:nvSpPr>
        <p:spPr>
          <a:xfrm>
            <a:off x="4713400" y="1116200"/>
            <a:ext cx="3710700" cy="424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500">
                <a:solidFill>
                  <a:schemeClr val="dk1"/>
                </a:solidFill>
                <a:latin typeface="Grand Hotel"/>
                <a:ea typeface="Grand Hotel"/>
                <a:cs typeface="Grand Hotel"/>
                <a:sym typeface="Grand Hotel"/>
              </a:rPr>
              <a:t>Outer circle</a:t>
            </a:r>
            <a:endParaRPr sz="2500">
              <a:solidFill>
                <a:schemeClr val="dk1"/>
              </a:solidFill>
              <a:latin typeface="Grand Hotel"/>
              <a:ea typeface="Grand Hotel"/>
              <a:cs typeface="Grand Hotel"/>
              <a:sym typeface="Grand Hotel"/>
            </a:endParaRPr>
          </a:p>
        </p:txBody>
      </p:sp>
      <p:sp>
        <p:nvSpPr>
          <p:cNvPr id="1058" name="Google Shape;1058;p44"/>
          <p:cNvSpPr txBox="1"/>
          <p:nvPr/>
        </p:nvSpPr>
        <p:spPr>
          <a:xfrm>
            <a:off x="4713400" y="1411453"/>
            <a:ext cx="3710700" cy="84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a:ea typeface="Inter"/>
                <a:cs typeface="Inter"/>
                <a:sym typeface="Inter"/>
              </a:rPr>
              <a:t>Include the total size of the market, which represents the entire potential customer base for the product or service</a:t>
            </a:r>
            <a:endParaRPr sz="1200">
              <a:solidFill>
                <a:schemeClr val="dk1"/>
              </a:solidFill>
              <a:latin typeface="Inter"/>
              <a:ea typeface="Inter"/>
              <a:cs typeface="Inter"/>
              <a:sym typeface="Inter"/>
            </a:endParaRPr>
          </a:p>
        </p:txBody>
      </p:sp>
      <p:sp>
        <p:nvSpPr>
          <p:cNvPr id="1059" name="Google Shape;1059;p44"/>
          <p:cNvSpPr txBox="1"/>
          <p:nvPr/>
        </p:nvSpPr>
        <p:spPr>
          <a:xfrm>
            <a:off x="4713400" y="2295418"/>
            <a:ext cx="3710700" cy="424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500">
                <a:solidFill>
                  <a:schemeClr val="dk1"/>
                </a:solidFill>
                <a:latin typeface="Grand Hotel"/>
                <a:ea typeface="Grand Hotel"/>
                <a:cs typeface="Grand Hotel"/>
                <a:sym typeface="Grand Hotel"/>
              </a:rPr>
              <a:t>Middle circle</a:t>
            </a:r>
            <a:endParaRPr sz="2500">
              <a:solidFill>
                <a:schemeClr val="dk1"/>
              </a:solidFill>
              <a:latin typeface="Grand Hotel"/>
              <a:ea typeface="Grand Hotel"/>
              <a:cs typeface="Grand Hotel"/>
              <a:sym typeface="Grand Hotel"/>
            </a:endParaRPr>
          </a:p>
        </p:txBody>
      </p:sp>
      <p:sp>
        <p:nvSpPr>
          <p:cNvPr id="1060" name="Google Shape;1060;p44"/>
          <p:cNvSpPr txBox="1"/>
          <p:nvPr/>
        </p:nvSpPr>
        <p:spPr>
          <a:xfrm>
            <a:off x="4713400" y="2590648"/>
            <a:ext cx="3710700" cy="84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a:ea typeface="Inter"/>
                <a:cs typeface="Inter"/>
                <a:sym typeface="Inter"/>
              </a:rPr>
              <a:t>Identify the target market for the product or service, which may be a subset of the total market. This could be based on factors such as demographics, geography, or specific needs</a:t>
            </a:r>
            <a:endParaRPr sz="1200">
              <a:solidFill>
                <a:schemeClr val="dk1"/>
              </a:solidFill>
              <a:latin typeface="Inter"/>
              <a:ea typeface="Inter"/>
              <a:cs typeface="Inter"/>
              <a:sym typeface="Inter"/>
            </a:endParaRPr>
          </a:p>
        </p:txBody>
      </p:sp>
      <p:sp>
        <p:nvSpPr>
          <p:cNvPr id="1061" name="Google Shape;1061;p44"/>
          <p:cNvSpPr txBox="1"/>
          <p:nvPr/>
        </p:nvSpPr>
        <p:spPr>
          <a:xfrm>
            <a:off x="4713400" y="3474635"/>
            <a:ext cx="3710700" cy="424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500">
                <a:solidFill>
                  <a:schemeClr val="dk1"/>
                </a:solidFill>
                <a:latin typeface="Grand Hotel"/>
                <a:ea typeface="Grand Hotel"/>
                <a:cs typeface="Grand Hotel"/>
                <a:sym typeface="Grand Hotel"/>
              </a:rPr>
              <a:t>Inner circle</a:t>
            </a:r>
            <a:endParaRPr sz="2500">
              <a:solidFill>
                <a:schemeClr val="dk1"/>
              </a:solidFill>
              <a:latin typeface="Grand Hotel"/>
              <a:ea typeface="Grand Hotel"/>
              <a:cs typeface="Grand Hotel"/>
              <a:sym typeface="Grand Hotel"/>
            </a:endParaRPr>
          </a:p>
        </p:txBody>
      </p:sp>
      <p:sp>
        <p:nvSpPr>
          <p:cNvPr id="1062" name="Google Shape;1062;p44"/>
          <p:cNvSpPr txBox="1"/>
          <p:nvPr/>
        </p:nvSpPr>
        <p:spPr>
          <a:xfrm>
            <a:off x="4713400" y="3769875"/>
            <a:ext cx="3710700" cy="84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a:ea typeface="Inter"/>
                <a:cs typeface="Inter"/>
                <a:sym typeface="Inter"/>
              </a:rPr>
              <a:t>Indicate the current market size, which represents the portion of the target market that the company has successfully captured</a:t>
            </a:r>
            <a:endParaRPr sz="1200">
              <a:solidFill>
                <a:schemeClr val="dk1"/>
              </a:solidFill>
              <a:latin typeface="Inter"/>
              <a:ea typeface="Inter"/>
              <a:cs typeface="Inter"/>
              <a:sym typeface="Inter"/>
            </a:endParaRPr>
          </a:p>
        </p:txBody>
      </p:sp>
      <p:sp>
        <p:nvSpPr>
          <p:cNvPr id="1063" name="Google Shape;1063;p44"/>
          <p:cNvSpPr/>
          <p:nvPr/>
        </p:nvSpPr>
        <p:spPr>
          <a:xfrm>
            <a:off x="4309575" y="2347659"/>
            <a:ext cx="288900" cy="288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44"/>
          <p:cNvSpPr/>
          <p:nvPr/>
        </p:nvSpPr>
        <p:spPr>
          <a:xfrm>
            <a:off x="4309575" y="3519004"/>
            <a:ext cx="288900" cy="2889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44"/>
          <p:cNvSpPr/>
          <p:nvPr/>
        </p:nvSpPr>
        <p:spPr>
          <a:xfrm>
            <a:off x="3741250" y="43998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066" name="Google Shape;1066;p44"/>
          <p:cNvGrpSpPr/>
          <p:nvPr/>
        </p:nvGrpSpPr>
        <p:grpSpPr>
          <a:xfrm rot="-1170349">
            <a:off x="8834535" y="3498686"/>
            <a:ext cx="294809" cy="877119"/>
            <a:chOff x="4158618" y="3532330"/>
            <a:chExt cx="294811" cy="877126"/>
          </a:xfrm>
        </p:grpSpPr>
        <p:sp>
          <p:nvSpPr>
            <p:cNvPr id="1067" name="Google Shape;1067;p44"/>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8" name="Google Shape;1068;p44"/>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9" name="Google Shape;1069;p44"/>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70" name="Google Shape;1070;p44"/>
          <p:cNvGrpSpPr/>
          <p:nvPr/>
        </p:nvGrpSpPr>
        <p:grpSpPr>
          <a:xfrm>
            <a:off x="-92116" y="711862"/>
            <a:ext cx="570766" cy="1031138"/>
            <a:chOff x="-92116" y="711862"/>
            <a:chExt cx="570766" cy="1031138"/>
          </a:xfrm>
        </p:grpSpPr>
        <p:sp>
          <p:nvSpPr>
            <p:cNvPr id="1071" name="Google Shape;1071;p44"/>
            <p:cNvSpPr/>
            <p:nvPr/>
          </p:nvSpPr>
          <p:spPr>
            <a:xfrm>
              <a:off x="296550" y="15516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072" name="Google Shape;1072;p44"/>
            <p:cNvGrpSpPr/>
            <p:nvPr/>
          </p:nvGrpSpPr>
          <p:grpSpPr>
            <a:xfrm rot="1170349" flipH="1">
              <a:off x="45860" y="735911"/>
              <a:ext cx="294809" cy="877119"/>
              <a:chOff x="4158618" y="3532330"/>
              <a:chExt cx="294811" cy="877126"/>
            </a:xfrm>
          </p:grpSpPr>
          <p:sp>
            <p:nvSpPr>
              <p:cNvPr id="1073" name="Google Shape;1073;p44"/>
              <p:cNvSpPr/>
              <p:nvPr/>
            </p:nvSpPr>
            <p:spPr>
              <a:xfrm>
                <a:off x="4158618" y="3532330"/>
                <a:ext cx="294811" cy="877126"/>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74" name="Google Shape;1074;p44"/>
              <p:cNvSpPr/>
              <p:nvPr/>
            </p:nvSpPr>
            <p:spPr>
              <a:xfrm>
                <a:off x="4225885" y="3759649"/>
                <a:ext cx="145861" cy="57023"/>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75" name="Google Shape;1075;p44"/>
              <p:cNvSpPr/>
              <p:nvPr/>
            </p:nvSpPr>
            <p:spPr>
              <a:xfrm>
                <a:off x="4266591" y="3711735"/>
                <a:ext cx="78070" cy="41211"/>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1079"/>
        <p:cNvGrpSpPr/>
        <p:nvPr/>
      </p:nvGrpSpPr>
      <p:grpSpPr>
        <a:xfrm>
          <a:off x="0" y="0"/>
          <a:ext cx="0" cy="0"/>
          <a:chOff x="0" y="0"/>
          <a:chExt cx="0" cy="0"/>
        </a:xfrm>
      </p:grpSpPr>
      <p:sp>
        <p:nvSpPr>
          <p:cNvPr id="1080" name="Google Shape;1080;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Social media stats</a:t>
            </a:r>
            <a:endParaRPr/>
          </a:p>
        </p:txBody>
      </p:sp>
      <p:sp>
        <p:nvSpPr>
          <p:cNvPr id="1081" name="Google Shape;1081;p45"/>
          <p:cNvSpPr txBox="1">
            <a:spLocks noGrp="1"/>
          </p:cNvSpPr>
          <p:nvPr>
            <p:ph type="subTitle" idx="4294967295"/>
          </p:nvPr>
        </p:nvSpPr>
        <p:spPr>
          <a:xfrm>
            <a:off x="707385" y="1666386"/>
            <a:ext cx="1287000" cy="441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latin typeface="Grand Hotel"/>
                <a:ea typeface="Grand Hotel"/>
                <a:cs typeface="Grand Hotel"/>
                <a:sym typeface="Grand Hotel"/>
              </a:rPr>
              <a:t>xxx billion</a:t>
            </a:r>
            <a:endParaRPr sz="2000">
              <a:latin typeface="Grand Hotel"/>
              <a:ea typeface="Grand Hotel"/>
              <a:cs typeface="Grand Hotel"/>
              <a:sym typeface="Grand Hotel"/>
            </a:endParaRPr>
          </a:p>
        </p:txBody>
      </p:sp>
      <p:sp>
        <p:nvSpPr>
          <p:cNvPr id="1082" name="Google Shape;1082;p45"/>
          <p:cNvSpPr txBox="1">
            <a:spLocks noGrp="1"/>
          </p:cNvSpPr>
          <p:nvPr>
            <p:ph type="subTitle" idx="4294967295"/>
          </p:nvPr>
        </p:nvSpPr>
        <p:spPr>
          <a:xfrm>
            <a:off x="707375" y="1955775"/>
            <a:ext cx="1287000" cy="487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Users worldwide</a:t>
            </a:r>
            <a:endParaRPr/>
          </a:p>
        </p:txBody>
      </p:sp>
      <p:sp>
        <p:nvSpPr>
          <p:cNvPr id="1083" name="Google Shape;1083;p45"/>
          <p:cNvSpPr txBox="1">
            <a:spLocks noGrp="1"/>
          </p:cNvSpPr>
          <p:nvPr>
            <p:ph type="subTitle" idx="4294967295"/>
          </p:nvPr>
        </p:nvSpPr>
        <p:spPr>
          <a:xfrm>
            <a:off x="1994489" y="1666386"/>
            <a:ext cx="1287000" cy="441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latin typeface="Grand Hotel"/>
                <a:ea typeface="Grand Hotel"/>
                <a:cs typeface="Grand Hotel"/>
                <a:sym typeface="Grand Hotel"/>
              </a:rPr>
              <a:t>xh xmin</a:t>
            </a:r>
            <a:endParaRPr sz="2000">
              <a:latin typeface="Grand Hotel"/>
              <a:ea typeface="Grand Hotel"/>
              <a:cs typeface="Grand Hotel"/>
              <a:sym typeface="Grand Hotel"/>
            </a:endParaRPr>
          </a:p>
        </p:txBody>
      </p:sp>
      <p:sp>
        <p:nvSpPr>
          <p:cNvPr id="1084" name="Google Shape;1084;p45"/>
          <p:cNvSpPr txBox="1">
            <a:spLocks noGrp="1"/>
          </p:cNvSpPr>
          <p:nvPr>
            <p:ph type="subTitle" idx="4294967295"/>
          </p:nvPr>
        </p:nvSpPr>
        <p:spPr>
          <a:xfrm>
            <a:off x="1994485" y="1955775"/>
            <a:ext cx="1287000" cy="487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Average</a:t>
            </a:r>
            <a:endParaRPr/>
          </a:p>
          <a:p>
            <a:pPr marL="0" lvl="0" indent="0" algn="ctr" rtl="0">
              <a:spcBef>
                <a:spcPts val="0"/>
              </a:spcBef>
              <a:spcAft>
                <a:spcPts val="0"/>
              </a:spcAft>
              <a:buNone/>
            </a:pPr>
            <a:r>
              <a:rPr lang="en"/>
              <a:t>time spent</a:t>
            </a:r>
            <a:endParaRPr/>
          </a:p>
        </p:txBody>
      </p:sp>
      <p:sp>
        <p:nvSpPr>
          <p:cNvPr id="1085" name="Google Shape;1085;p45"/>
          <p:cNvSpPr txBox="1">
            <a:spLocks noGrp="1"/>
          </p:cNvSpPr>
          <p:nvPr>
            <p:ph type="subTitle" idx="4294967295"/>
          </p:nvPr>
        </p:nvSpPr>
        <p:spPr>
          <a:xfrm>
            <a:off x="3281594" y="1666386"/>
            <a:ext cx="1287000" cy="441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latin typeface="Grand Hotel"/>
                <a:ea typeface="Grand Hotel"/>
                <a:cs typeface="Grand Hotel"/>
                <a:sym typeface="Grand Hotel"/>
              </a:rPr>
              <a:t>xx</a:t>
            </a:r>
            <a:endParaRPr sz="2000">
              <a:latin typeface="Grand Hotel"/>
              <a:ea typeface="Grand Hotel"/>
              <a:cs typeface="Grand Hotel"/>
              <a:sym typeface="Grand Hotel"/>
            </a:endParaRPr>
          </a:p>
        </p:txBody>
      </p:sp>
      <p:sp>
        <p:nvSpPr>
          <p:cNvPr id="1086" name="Google Shape;1086;p45"/>
          <p:cNvSpPr txBox="1">
            <a:spLocks noGrp="1"/>
          </p:cNvSpPr>
          <p:nvPr>
            <p:ph type="subTitle" idx="4294967295"/>
          </p:nvPr>
        </p:nvSpPr>
        <p:spPr>
          <a:xfrm>
            <a:off x="3281595" y="1955775"/>
            <a:ext cx="1287000" cy="487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Number of platforms used</a:t>
            </a:r>
            <a:endParaRPr/>
          </a:p>
        </p:txBody>
      </p:sp>
      <p:sp>
        <p:nvSpPr>
          <p:cNvPr id="1087" name="Google Shape;1087;p45"/>
          <p:cNvSpPr/>
          <p:nvPr/>
        </p:nvSpPr>
        <p:spPr>
          <a:xfrm>
            <a:off x="1107125" y="1178875"/>
            <a:ext cx="487500" cy="487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5"/>
          <p:cNvSpPr/>
          <p:nvPr/>
        </p:nvSpPr>
        <p:spPr>
          <a:xfrm>
            <a:off x="2394250" y="1178875"/>
            <a:ext cx="487500" cy="487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45"/>
          <p:cNvSpPr/>
          <p:nvPr/>
        </p:nvSpPr>
        <p:spPr>
          <a:xfrm>
            <a:off x="3681375" y="1178875"/>
            <a:ext cx="487500" cy="487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5"/>
          <p:cNvSpPr txBox="1">
            <a:spLocks noGrp="1"/>
          </p:cNvSpPr>
          <p:nvPr>
            <p:ph type="subTitle" idx="4294967295"/>
          </p:nvPr>
        </p:nvSpPr>
        <p:spPr>
          <a:xfrm>
            <a:off x="4639000" y="1192527"/>
            <a:ext cx="3789900" cy="383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latin typeface="Grand Hotel"/>
                <a:ea typeface="Grand Hotel"/>
                <a:cs typeface="Grand Hotel"/>
                <a:sym typeface="Grand Hotel"/>
              </a:rPr>
              <a:t>Worldwide reach</a:t>
            </a:r>
            <a:endParaRPr sz="2500">
              <a:latin typeface="Grand Hotel"/>
              <a:ea typeface="Grand Hotel"/>
              <a:cs typeface="Grand Hotel"/>
              <a:sym typeface="Grand Hotel"/>
            </a:endParaRPr>
          </a:p>
        </p:txBody>
      </p:sp>
      <p:sp>
        <p:nvSpPr>
          <p:cNvPr id="1091" name="Google Shape;1091;p45"/>
          <p:cNvSpPr txBox="1">
            <a:spLocks noGrp="1"/>
          </p:cNvSpPr>
          <p:nvPr>
            <p:ph type="subTitle" idx="4294967295"/>
          </p:nvPr>
        </p:nvSpPr>
        <p:spPr>
          <a:xfrm>
            <a:off x="5029807" y="4125771"/>
            <a:ext cx="1287000" cy="44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Country 1 users</a:t>
            </a:r>
            <a:endParaRPr/>
          </a:p>
        </p:txBody>
      </p:sp>
      <p:sp>
        <p:nvSpPr>
          <p:cNvPr id="1092" name="Google Shape;1092;p45"/>
          <p:cNvSpPr txBox="1">
            <a:spLocks noGrp="1"/>
          </p:cNvSpPr>
          <p:nvPr>
            <p:ph type="subTitle" idx="4294967295"/>
          </p:nvPr>
        </p:nvSpPr>
        <p:spPr>
          <a:xfrm>
            <a:off x="6751107" y="4125771"/>
            <a:ext cx="1287000" cy="44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Country 2 users</a:t>
            </a:r>
            <a:endParaRPr/>
          </a:p>
        </p:txBody>
      </p:sp>
      <p:sp>
        <p:nvSpPr>
          <p:cNvPr id="1093" name="Google Shape;1093;p45"/>
          <p:cNvSpPr txBox="1">
            <a:spLocks noGrp="1"/>
          </p:cNvSpPr>
          <p:nvPr>
            <p:ph type="subTitle" idx="4294967295"/>
          </p:nvPr>
        </p:nvSpPr>
        <p:spPr>
          <a:xfrm>
            <a:off x="5029800" y="3823674"/>
            <a:ext cx="1287000" cy="342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latin typeface="Grand Hotel"/>
                <a:ea typeface="Grand Hotel"/>
                <a:cs typeface="Grand Hotel"/>
                <a:sym typeface="Grand Hotel"/>
              </a:rPr>
              <a:t>xxx billion</a:t>
            </a:r>
            <a:endParaRPr sz="2000">
              <a:latin typeface="Grand Hotel"/>
              <a:ea typeface="Grand Hotel"/>
              <a:cs typeface="Grand Hotel"/>
              <a:sym typeface="Grand Hotel"/>
            </a:endParaRPr>
          </a:p>
        </p:txBody>
      </p:sp>
      <p:sp>
        <p:nvSpPr>
          <p:cNvPr id="1094" name="Google Shape;1094;p45"/>
          <p:cNvSpPr txBox="1">
            <a:spLocks noGrp="1"/>
          </p:cNvSpPr>
          <p:nvPr>
            <p:ph type="subTitle" idx="4294967295"/>
          </p:nvPr>
        </p:nvSpPr>
        <p:spPr>
          <a:xfrm>
            <a:off x="6751100" y="3823674"/>
            <a:ext cx="1287000" cy="342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latin typeface="Grand Hotel"/>
                <a:ea typeface="Grand Hotel"/>
                <a:cs typeface="Grand Hotel"/>
                <a:sym typeface="Grand Hotel"/>
              </a:rPr>
              <a:t>xxx billion</a:t>
            </a:r>
            <a:endParaRPr sz="2000">
              <a:latin typeface="Grand Hotel"/>
              <a:ea typeface="Grand Hotel"/>
              <a:cs typeface="Grand Hotel"/>
              <a:sym typeface="Grand Hotel"/>
            </a:endParaRPr>
          </a:p>
        </p:txBody>
      </p:sp>
      <p:sp>
        <p:nvSpPr>
          <p:cNvPr id="1095" name="Google Shape;1095;p45"/>
          <p:cNvSpPr txBox="1"/>
          <p:nvPr/>
        </p:nvSpPr>
        <p:spPr>
          <a:xfrm>
            <a:off x="743050" y="2595102"/>
            <a:ext cx="3789900" cy="383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500">
                <a:solidFill>
                  <a:schemeClr val="dk1"/>
                </a:solidFill>
                <a:latin typeface="Grand Hotel"/>
                <a:ea typeface="Grand Hotel"/>
                <a:cs typeface="Grand Hotel"/>
                <a:sym typeface="Grand Hotel"/>
              </a:rPr>
              <a:t>Platforms with most users</a:t>
            </a:r>
            <a:endParaRPr sz="2500">
              <a:solidFill>
                <a:schemeClr val="dk1"/>
              </a:solidFill>
              <a:latin typeface="Grand Hotel"/>
              <a:ea typeface="Grand Hotel"/>
              <a:cs typeface="Grand Hotel"/>
              <a:sym typeface="Grand Hotel"/>
            </a:endParaRPr>
          </a:p>
        </p:txBody>
      </p:sp>
      <p:sp>
        <p:nvSpPr>
          <p:cNvPr id="1096" name="Google Shape;1096;p45"/>
          <p:cNvSpPr txBox="1"/>
          <p:nvPr/>
        </p:nvSpPr>
        <p:spPr>
          <a:xfrm>
            <a:off x="743050" y="4355225"/>
            <a:ext cx="3789900" cy="253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chemeClr val="dk1"/>
                </a:solidFill>
                <a:latin typeface="Inter"/>
                <a:ea typeface="Inter"/>
                <a:cs typeface="Inter"/>
                <a:sym typeface="Inter"/>
              </a:rPr>
              <a:t>Follow the link in the graph to modify its data and then paste the new one here. </a:t>
            </a:r>
            <a:r>
              <a:rPr lang="en" sz="800" b="1" u="sng">
                <a:solidFill>
                  <a:schemeClr val="dk1"/>
                </a:solidFill>
                <a:latin typeface="Inter"/>
                <a:ea typeface="Inter"/>
                <a:cs typeface="Inter"/>
                <a:sym typeface="Inter"/>
                <a:hlinkClick r:id="rId3">
                  <a:extLst>
                    <a:ext uri="{A12FA001-AC4F-418D-AE19-62706E023703}">
                      <ahyp:hlinkClr xmlns:ahyp="http://schemas.microsoft.com/office/drawing/2018/hyperlinkcolor" val="tx"/>
                    </a:ext>
                  </a:extLst>
                </a:hlinkClick>
              </a:rPr>
              <a:t>For more info, click here</a:t>
            </a:r>
            <a:endParaRPr sz="800" b="1">
              <a:solidFill>
                <a:schemeClr val="dk1"/>
              </a:solidFill>
              <a:latin typeface="Inter"/>
              <a:ea typeface="Inter"/>
              <a:cs typeface="Inter"/>
              <a:sym typeface="Inter"/>
            </a:endParaRPr>
          </a:p>
        </p:txBody>
      </p:sp>
      <p:grpSp>
        <p:nvGrpSpPr>
          <p:cNvPr id="1097" name="Google Shape;1097;p45"/>
          <p:cNvGrpSpPr/>
          <p:nvPr/>
        </p:nvGrpSpPr>
        <p:grpSpPr>
          <a:xfrm>
            <a:off x="1226771" y="1270380"/>
            <a:ext cx="248200" cy="304492"/>
            <a:chOff x="5114834" y="-231502"/>
            <a:chExt cx="183025" cy="224535"/>
          </a:xfrm>
        </p:grpSpPr>
        <p:sp>
          <p:nvSpPr>
            <p:cNvPr id="1098" name="Google Shape;1098;p45"/>
            <p:cNvSpPr/>
            <p:nvPr/>
          </p:nvSpPr>
          <p:spPr>
            <a:xfrm>
              <a:off x="5114834" y="-231502"/>
              <a:ext cx="183025" cy="224535"/>
            </a:xfrm>
            <a:custGeom>
              <a:avLst/>
              <a:gdLst/>
              <a:ahLst/>
              <a:cxnLst/>
              <a:rect l="l" t="t" r="r" b="b"/>
              <a:pathLst>
                <a:path w="183025" h="224535" extrusionOk="0">
                  <a:moveTo>
                    <a:pt x="91513" y="0"/>
                  </a:moveTo>
                  <a:cubicBezTo>
                    <a:pt x="41511" y="0"/>
                    <a:pt x="0" y="40567"/>
                    <a:pt x="0" y="91513"/>
                  </a:cubicBezTo>
                  <a:cubicBezTo>
                    <a:pt x="0" y="112268"/>
                    <a:pt x="7547" y="132080"/>
                    <a:pt x="21699" y="150005"/>
                  </a:cubicBezTo>
                  <a:cubicBezTo>
                    <a:pt x="38681" y="171704"/>
                    <a:pt x="83965" y="219819"/>
                    <a:pt x="85852" y="221706"/>
                  </a:cubicBezTo>
                  <a:cubicBezTo>
                    <a:pt x="87739" y="223593"/>
                    <a:pt x="89626" y="224536"/>
                    <a:pt x="91513" y="224536"/>
                  </a:cubicBezTo>
                  <a:cubicBezTo>
                    <a:pt x="93399" y="224536"/>
                    <a:pt x="95286" y="223593"/>
                    <a:pt x="97173" y="221706"/>
                  </a:cubicBezTo>
                  <a:cubicBezTo>
                    <a:pt x="99060" y="219819"/>
                    <a:pt x="144345" y="171704"/>
                    <a:pt x="161326" y="150005"/>
                  </a:cubicBezTo>
                  <a:cubicBezTo>
                    <a:pt x="175478" y="132080"/>
                    <a:pt x="183025" y="111324"/>
                    <a:pt x="183025" y="91513"/>
                  </a:cubicBezTo>
                  <a:cubicBezTo>
                    <a:pt x="182082" y="40567"/>
                    <a:pt x="141514" y="0"/>
                    <a:pt x="91513" y="0"/>
                  </a:cubicBezTo>
                  <a:lnTo>
                    <a:pt x="91513" y="0"/>
                  </a:lnTo>
                  <a:close/>
                  <a:moveTo>
                    <a:pt x="91513" y="152836"/>
                  </a:moveTo>
                  <a:cubicBezTo>
                    <a:pt x="57549" y="152836"/>
                    <a:pt x="30190" y="125476"/>
                    <a:pt x="30190" y="91513"/>
                  </a:cubicBezTo>
                  <a:cubicBezTo>
                    <a:pt x="30190" y="57549"/>
                    <a:pt x="57549" y="30190"/>
                    <a:pt x="91513" y="30190"/>
                  </a:cubicBezTo>
                  <a:cubicBezTo>
                    <a:pt x="125476" y="30190"/>
                    <a:pt x="152835" y="57549"/>
                    <a:pt x="152835" y="91513"/>
                  </a:cubicBezTo>
                  <a:cubicBezTo>
                    <a:pt x="152835" y="125476"/>
                    <a:pt x="125476" y="152836"/>
                    <a:pt x="91513" y="152836"/>
                  </a:cubicBezTo>
                  <a:lnTo>
                    <a:pt x="91513" y="15283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99" name="Google Shape;1099;p45"/>
            <p:cNvSpPr/>
            <p:nvPr/>
          </p:nvSpPr>
          <p:spPr>
            <a:xfrm>
              <a:off x="5156345" y="-189992"/>
              <a:ext cx="100003" cy="100003"/>
            </a:xfrm>
            <a:custGeom>
              <a:avLst/>
              <a:gdLst/>
              <a:ahLst/>
              <a:cxnLst/>
              <a:rect l="l" t="t" r="r" b="b"/>
              <a:pathLst>
                <a:path w="100003" h="100003" extrusionOk="0">
                  <a:moveTo>
                    <a:pt x="50002" y="0"/>
                  </a:moveTo>
                  <a:cubicBezTo>
                    <a:pt x="22642" y="0"/>
                    <a:pt x="0" y="22642"/>
                    <a:pt x="0" y="50002"/>
                  </a:cubicBezTo>
                  <a:cubicBezTo>
                    <a:pt x="0" y="77361"/>
                    <a:pt x="22642" y="100003"/>
                    <a:pt x="50002" y="100003"/>
                  </a:cubicBezTo>
                  <a:cubicBezTo>
                    <a:pt x="77361" y="100003"/>
                    <a:pt x="100003" y="77361"/>
                    <a:pt x="100003" y="50002"/>
                  </a:cubicBezTo>
                  <a:cubicBezTo>
                    <a:pt x="100003" y="21699"/>
                    <a:pt x="77361" y="0"/>
                    <a:pt x="50002" y="0"/>
                  </a:cubicBezTo>
                  <a:lnTo>
                    <a:pt x="50002" y="0"/>
                  </a:lnTo>
                  <a:close/>
                  <a:moveTo>
                    <a:pt x="43398" y="36794"/>
                  </a:moveTo>
                  <a:cubicBezTo>
                    <a:pt x="39624" y="36794"/>
                    <a:pt x="35850" y="33020"/>
                    <a:pt x="35850" y="29246"/>
                  </a:cubicBezTo>
                  <a:cubicBezTo>
                    <a:pt x="35850" y="25473"/>
                    <a:pt x="39624" y="21699"/>
                    <a:pt x="43398" y="21699"/>
                  </a:cubicBezTo>
                  <a:cubicBezTo>
                    <a:pt x="47171" y="21699"/>
                    <a:pt x="50945" y="25473"/>
                    <a:pt x="50945" y="29246"/>
                  </a:cubicBezTo>
                  <a:cubicBezTo>
                    <a:pt x="50945" y="33020"/>
                    <a:pt x="47171" y="36794"/>
                    <a:pt x="43398" y="36794"/>
                  </a:cubicBezTo>
                  <a:lnTo>
                    <a:pt x="43398" y="36794"/>
                  </a:lnTo>
                  <a:close/>
                  <a:moveTo>
                    <a:pt x="58493" y="59436"/>
                  </a:moveTo>
                  <a:cubicBezTo>
                    <a:pt x="54719" y="59436"/>
                    <a:pt x="50945" y="55662"/>
                    <a:pt x="50945" y="51889"/>
                  </a:cubicBezTo>
                  <a:cubicBezTo>
                    <a:pt x="50945" y="48115"/>
                    <a:pt x="54719" y="44341"/>
                    <a:pt x="58493" y="44341"/>
                  </a:cubicBezTo>
                  <a:cubicBezTo>
                    <a:pt x="62266" y="44341"/>
                    <a:pt x="66040" y="48115"/>
                    <a:pt x="66040" y="51889"/>
                  </a:cubicBezTo>
                  <a:cubicBezTo>
                    <a:pt x="65097" y="55662"/>
                    <a:pt x="62266" y="59436"/>
                    <a:pt x="58493" y="59436"/>
                  </a:cubicBezTo>
                  <a:lnTo>
                    <a:pt x="58493" y="59436"/>
                  </a:lnTo>
                  <a:close/>
                  <a:moveTo>
                    <a:pt x="72644" y="36794"/>
                  </a:moveTo>
                  <a:cubicBezTo>
                    <a:pt x="68870" y="36794"/>
                    <a:pt x="65097" y="33020"/>
                    <a:pt x="65097" y="29246"/>
                  </a:cubicBezTo>
                  <a:cubicBezTo>
                    <a:pt x="65097" y="25473"/>
                    <a:pt x="68870" y="21699"/>
                    <a:pt x="72644" y="21699"/>
                  </a:cubicBezTo>
                  <a:cubicBezTo>
                    <a:pt x="76418" y="21699"/>
                    <a:pt x="80191" y="25473"/>
                    <a:pt x="80191" y="29246"/>
                  </a:cubicBezTo>
                  <a:cubicBezTo>
                    <a:pt x="80191" y="33020"/>
                    <a:pt x="77361" y="36794"/>
                    <a:pt x="72644" y="36794"/>
                  </a:cubicBezTo>
                  <a:lnTo>
                    <a:pt x="72644" y="3679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00" name="Google Shape;1100;p45"/>
          <p:cNvGrpSpPr/>
          <p:nvPr/>
        </p:nvGrpSpPr>
        <p:grpSpPr>
          <a:xfrm>
            <a:off x="2485758" y="1288292"/>
            <a:ext cx="304492" cy="268671"/>
            <a:chOff x="5095965" y="674188"/>
            <a:chExt cx="224535" cy="198120"/>
          </a:xfrm>
        </p:grpSpPr>
        <p:sp>
          <p:nvSpPr>
            <p:cNvPr id="1101" name="Google Shape;1101;p45"/>
            <p:cNvSpPr/>
            <p:nvPr/>
          </p:nvSpPr>
          <p:spPr>
            <a:xfrm>
              <a:off x="516106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2" name="Google Shape;1102;p45"/>
            <p:cNvSpPr/>
            <p:nvPr/>
          </p:nvSpPr>
          <p:spPr>
            <a:xfrm>
              <a:off x="5147854"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3" name="Google Shape;1103;p45"/>
            <p:cNvSpPr/>
            <p:nvPr/>
          </p:nvSpPr>
          <p:spPr>
            <a:xfrm>
              <a:off x="5095965" y="674188"/>
              <a:ext cx="224535" cy="198120"/>
            </a:xfrm>
            <a:custGeom>
              <a:avLst/>
              <a:gdLst/>
              <a:ahLst/>
              <a:cxnLst/>
              <a:rect l="l" t="t" r="r" b="b"/>
              <a:pathLst>
                <a:path w="224535" h="198120" extrusionOk="0">
                  <a:moveTo>
                    <a:pt x="217932" y="0"/>
                  </a:moveTo>
                  <a:lnTo>
                    <a:pt x="6604" y="0"/>
                  </a:lnTo>
                  <a:cubicBezTo>
                    <a:pt x="2830" y="0"/>
                    <a:pt x="0" y="2830"/>
                    <a:pt x="0" y="6604"/>
                  </a:cubicBezTo>
                  <a:lnTo>
                    <a:pt x="0" y="191516"/>
                  </a:lnTo>
                  <a:cubicBezTo>
                    <a:pt x="0" y="195290"/>
                    <a:pt x="2830" y="198120"/>
                    <a:pt x="6604" y="198120"/>
                  </a:cubicBezTo>
                  <a:lnTo>
                    <a:pt x="217932" y="198120"/>
                  </a:lnTo>
                  <a:cubicBezTo>
                    <a:pt x="221706" y="198120"/>
                    <a:pt x="224536" y="195290"/>
                    <a:pt x="224536" y="191516"/>
                  </a:cubicBezTo>
                  <a:lnTo>
                    <a:pt x="224536" y="6604"/>
                  </a:lnTo>
                  <a:cubicBezTo>
                    <a:pt x="224536" y="2830"/>
                    <a:pt x="221706" y="0"/>
                    <a:pt x="217932" y="0"/>
                  </a:cubicBezTo>
                  <a:lnTo>
                    <a:pt x="217932" y="0"/>
                  </a:lnTo>
                  <a:close/>
                  <a:moveTo>
                    <a:pt x="93399" y="46228"/>
                  </a:moveTo>
                  <a:cubicBezTo>
                    <a:pt x="93399" y="43398"/>
                    <a:pt x="96230" y="40567"/>
                    <a:pt x="99060" y="40567"/>
                  </a:cubicBezTo>
                  <a:lnTo>
                    <a:pt x="125476" y="40567"/>
                  </a:lnTo>
                  <a:cubicBezTo>
                    <a:pt x="128306" y="40567"/>
                    <a:pt x="131137" y="43398"/>
                    <a:pt x="131137" y="46228"/>
                  </a:cubicBezTo>
                  <a:lnTo>
                    <a:pt x="131137" y="99060"/>
                  </a:lnTo>
                  <a:cubicBezTo>
                    <a:pt x="131137" y="101890"/>
                    <a:pt x="128306" y="104721"/>
                    <a:pt x="125476" y="104721"/>
                  </a:cubicBezTo>
                  <a:lnTo>
                    <a:pt x="99060" y="104721"/>
                  </a:lnTo>
                  <a:cubicBezTo>
                    <a:pt x="96230" y="104721"/>
                    <a:pt x="93399" y="101890"/>
                    <a:pt x="93399" y="99060"/>
                  </a:cubicBezTo>
                  <a:lnTo>
                    <a:pt x="93399" y="46228"/>
                  </a:lnTo>
                  <a:close/>
                  <a:moveTo>
                    <a:pt x="16982" y="190573"/>
                  </a:moveTo>
                  <a:cubicBezTo>
                    <a:pt x="16038" y="191516"/>
                    <a:pt x="14151" y="192459"/>
                    <a:pt x="12265" y="192459"/>
                  </a:cubicBezTo>
                  <a:cubicBezTo>
                    <a:pt x="10378" y="192459"/>
                    <a:pt x="8491" y="191516"/>
                    <a:pt x="7547" y="190573"/>
                  </a:cubicBezTo>
                  <a:cubicBezTo>
                    <a:pt x="6604" y="189629"/>
                    <a:pt x="5661" y="187742"/>
                    <a:pt x="5661" y="185855"/>
                  </a:cubicBezTo>
                  <a:cubicBezTo>
                    <a:pt x="5661" y="183969"/>
                    <a:pt x="6604" y="182082"/>
                    <a:pt x="7547" y="181138"/>
                  </a:cubicBezTo>
                  <a:cubicBezTo>
                    <a:pt x="8491" y="180195"/>
                    <a:pt x="10378" y="179251"/>
                    <a:pt x="12265" y="179251"/>
                  </a:cubicBezTo>
                  <a:cubicBezTo>
                    <a:pt x="14151" y="179251"/>
                    <a:pt x="16038" y="180195"/>
                    <a:pt x="16982" y="181138"/>
                  </a:cubicBezTo>
                  <a:cubicBezTo>
                    <a:pt x="17925" y="182082"/>
                    <a:pt x="18869" y="183969"/>
                    <a:pt x="18869" y="185855"/>
                  </a:cubicBezTo>
                  <a:cubicBezTo>
                    <a:pt x="18869" y="187742"/>
                    <a:pt x="17925" y="189629"/>
                    <a:pt x="16982" y="190573"/>
                  </a:cubicBezTo>
                  <a:lnTo>
                    <a:pt x="16982" y="190573"/>
                  </a:lnTo>
                  <a:close/>
                  <a:moveTo>
                    <a:pt x="16982" y="16038"/>
                  </a:moveTo>
                  <a:cubicBezTo>
                    <a:pt x="16038" y="16982"/>
                    <a:pt x="14151" y="17925"/>
                    <a:pt x="12265" y="17925"/>
                  </a:cubicBezTo>
                  <a:cubicBezTo>
                    <a:pt x="10378" y="17925"/>
                    <a:pt x="8491" y="16982"/>
                    <a:pt x="7547" y="16038"/>
                  </a:cubicBezTo>
                  <a:cubicBezTo>
                    <a:pt x="6604" y="15095"/>
                    <a:pt x="5661" y="13208"/>
                    <a:pt x="5661" y="11321"/>
                  </a:cubicBezTo>
                  <a:cubicBezTo>
                    <a:pt x="5661" y="9434"/>
                    <a:pt x="6604" y="7547"/>
                    <a:pt x="7547" y="6604"/>
                  </a:cubicBezTo>
                  <a:cubicBezTo>
                    <a:pt x="8491" y="5661"/>
                    <a:pt x="10378" y="4717"/>
                    <a:pt x="12265" y="4717"/>
                  </a:cubicBezTo>
                  <a:cubicBezTo>
                    <a:pt x="14151" y="4717"/>
                    <a:pt x="16038" y="5661"/>
                    <a:pt x="16982" y="6604"/>
                  </a:cubicBezTo>
                  <a:cubicBezTo>
                    <a:pt x="17925" y="7547"/>
                    <a:pt x="18869" y="9434"/>
                    <a:pt x="18869" y="11321"/>
                  </a:cubicBezTo>
                  <a:cubicBezTo>
                    <a:pt x="18869" y="13208"/>
                    <a:pt x="17925" y="15095"/>
                    <a:pt x="16982" y="16038"/>
                  </a:cubicBezTo>
                  <a:lnTo>
                    <a:pt x="16982" y="16038"/>
                  </a:lnTo>
                  <a:close/>
                  <a:moveTo>
                    <a:pt x="40567" y="99060"/>
                  </a:moveTo>
                  <a:lnTo>
                    <a:pt x="40567" y="46228"/>
                  </a:lnTo>
                  <a:cubicBezTo>
                    <a:pt x="40567" y="43398"/>
                    <a:pt x="43398" y="40567"/>
                    <a:pt x="46228" y="40567"/>
                  </a:cubicBezTo>
                  <a:lnTo>
                    <a:pt x="72644" y="40567"/>
                  </a:lnTo>
                  <a:cubicBezTo>
                    <a:pt x="75474" y="40567"/>
                    <a:pt x="78305" y="43398"/>
                    <a:pt x="78305" y="46228"/>
                  </a:cubicBezTo>
                  <a:lnTo>
                    <a:pt x="78305" y="99060"/>
                  </a:lnTo>
                  <a:cubicBezTo>
                    <a:pt x="78305" y="101890"/>
                    <a:pt x="75474" y="104721"/>
                    <a:pt x="72644" y="104721"/>
                  </a:cubicBezTo>
                  <a:lnTo>
                    <a:pt x="46228" y="104721"/>
                  </a:lnTo>
                  <a:cubicBezTo>
                    <a:pt x="42454" y="104721"/>
                    <a:pt x="40567" y="101890"/>
                    <a:pt x="40567" y="99060"/>
                  </a:cubicBezTo>
                  <a:lnTo>
                    <a:pt x="40567" y="99060"/>
                  </a:lnTo>
                  <a:close/>
                  <a:moveTo>
                    <a:pt x="79248" y="170761"/>
                  </a:moveTo>
                  <a:cubicBezTo>
                    <a:pt x="65097" y="170761"/>
                    <a:pt x="53775" y="159439"/>
                    <a:pt x="53775" y="145288"/>
                  </a:cubicBezTo>
                  <a:cubicBezTo>
                    <a:pt x="53775" y="131137"/>
                    <a:pt x="65097" y="119815"/>
                    <a:pt x="79248" y="119815"/>
                  </a:cubicBezTo>
                  <a:cubicBezTo>
                    <a:pt x="93399" y="119815"/>
                    <a:pt x="104721" y="131137"/>
                    <a:pt x="104721" y="145288"/>
                  </a:cubicBezTo>
                  <a:cubicBezTo>
                    <a:pt x="104721" y="159439"/>
                    <a:pt x="93399" y="170761"/>
                    <a:pt x="79248" y="170761"/>
                  </a:cubicBezTo>
                  <a:lnTo>
                    <a:pt x="79248" y="170761"/>
                  </a:lnTo>
                  <a:close/>
                  <a:moveTo>
                    <a:pt x="145288" y="170761"/>
                  </a:moveTo>
                  <a:cubicBezTo>
                    <a:pt x="131137" y="170761"/>
                    <a:pt x="119815" y="159439"/>
                    <a:pt x="119815" y="145288"/>
                  </a:cubicBezTo>
                  <a:cubicBezTo>
                    <a:pt x="119815" y="131137"/>
                    <a:pt x="131137" y="119815"/>
                    <a:pt x="145288" y="119815"/>
                  </a:cubicBezTo>
                  <a:cubicBezTo>
                    <a:pt x="159439" y="119815"/>
                    <a:pt x="170761" y="131137"/>
                    <a:pt x="170761" y="145288"/>
                  </a:cubicBezTo>
                  <a:cubicBezTo>
                    <a:pt x="170761" y="159439"/>
                    <a:pt x="159439" y="170761"/>
                    <a:pt x="145288" y="170761"/>
                  </a:cubicBezTo>
                  <a:lnTo>
                    <a:pt x="145288" y="170761"/>
                  </a:lnTo>
                  <a:close/>
                  <a:moveTo>
                    <a:pt x="183969" y="99060"/>
                  </a:moveTo>
                  <a:cubicBezTo>
                    <a:pt x="183969" y="101890"/>
                    <a:pt x="181138" y="104721"/>
                    <a:pt x="178308" y="104721"/>
                  </a:cubicBezTo>
                  <a:lnTo>
                    <a:pt x="151892" y="104721"/>
                  </a:lnTo>
                  <a:cubicBezTo>
                    <a:pt x="149062" y="104721"/>
                    <a:pt x="146231" y="101890"/>
                    <a:pt x="146231" y="99060"/>
                  </a:cubicBezTo>
                  <a:cubicBezTo>
                    <a:pt x="146231" y="96230"/>
                    <a:pt x="149062" y="93399"/>
                    <a:pt x="151892" y="93399"/>
                  </a:cubicBezTo>
                  <a:lnTo>
                    <a:pt x="172647" y="93399"/>
                  </a:lnTo>
                  <a:lnTo>
                    <a:pt x="172647" y="78305"/>
                  </a:lnTo>
                  <a:lnTo>
                    <a:pt x="151892" y="78305"/>
                  </a:lnTo>
                  <a:cubicBezTo>
                    <a:pt x="149062" y="78305"/>
                    <a:pt x="146231" y="75474"/>
                    <a:pt x="146231" y="72644"/>
                  </a:cubicBezTo>
                  <a:cubicBezTo>
                    <a:pt x="146231" y="69814"/>
                    <a:pt x="149062" y="66983"/>
                    <a:pt x="151892" y="66983"/>
                  </a:cubicBezTo>
                  <a:lnTo>
                    <a:pt x="172647" y="66983"/>
                  </a:lnTo>
                  <a:lnTo>
                    <a:pt x="172647" y="51889"/>
                  </a:lnTo>
                  <a:lnTo>
                    <a:pt x="151892" y="51889"/>
                  </a:lnTo>
                  <a:cubicBezTo>
                    <a:pt x="149062" y="51889"/>
                    <a:pt x="146231" y="49058"/>
                    <a:pt x="146231" y="46228"/>
                  </a:cubicBezTo>
                  <a:cubicBezTo>
                    <a:pt x="146231" y="43398"/>
                    <a:pt x="149062" y="40567"/>
                    <a:pt x="151892" y="40567"/>
                  </a:cubicBezTo>
                  <a:lnTo>
                    <a:pt x="178308" y="40567"/>
                  </a:lnTo>
                  <a:cubicBezTo>
                    <a:pt x="181138" y="40567"/>
                    <a:pt x="183969" y="43398"/>
                    <a:pt x="183969" y="46228"/>
                  </a:cubicBezTo>
                  <a:lnTo>
                    <a:pt x="183969" y="99060"/>
                  </a:lnTo>
                  <a:close/>
                  <a:moveTo>
                    <a:pt x="216045" y="190573"/>
                  </a:moveTo>
                  <a:cubicBezTo>
                    <a:pt x="215102" y="191516"/>
                    <a:pt x="213215" y="192459"/>
                    <a:pt x="211328" y="192459"/>
                  </a:cubicBezTo>
                  <a:cubicBezTo>
                    <a:pt x="209441" y="192459"/>
                    <a:pt x="207554" y="191516"/>
                    <a:pt x="206611" y="190573"/>
                  </a:cubicBezTo>
                  <a:cubicBezTo>
                    <a:pt x="205667" y="189629"/>
                    <a:pt x="204724" y="187742"/>
                    <a:pt x="204724" y="185855"/>
                  </a:cubicBezTo>
                  <a:cubicBezTo>
                    <a:pt x="204724" y="183969"/>
                    <a:pt x="205667" y="182082"/>
                    <a:pt x="206611" y="181138"/>
                  </a:cubicBezTo>
                  <a:cubicBezTo>
                    <a:pt x="207554" y="180195"/>
                    <a:pt x="209441" y="179251"/>
                    <a:pt x="211328" y="179251"/>
                  </a:cubicBezTo>
                  <a:cubicBezTo>
                    <a:pt x="213215" y="179251"/>
                    <a:pt x="215102" y="180195"/>
                    <a:pt x="216045" y="181138"/>
                  </a:cubicBezTo>
                  <a:cubicBezTo>
                    <a:pt x="216989" y="182082"/>
                    <a:pt x="217932" y="183969"/>
                    <a:pt x="217932" y="185855"/>
                  </a:cubicBezTo>
                  <a:cubicBezTo>
                    <a:pt x="217932" y="187742"/>
                    <a:pt x="216989" y="189629"/>
                    <a:pt x="216045" y="190573"/>
                  </a:cubicBezTo>
                  <a:lnTo>
                    <a:pt x="216045" y="190573"/>
                  </a:lnTo>
                  <a:close/>
                  <a:moveTo>
                    <a:pt x="216045" y="16038"/>
                  </a:moveTo>
                  <a:cubicBezTo>
                    <a:pt x="215102" y="16982"/>
                    <a:pt x="213215" y="17925"/>
                    <a:pt x="211328" y="17925"/>
                  </a:cubicBezTo>
                  <a:cubicBezTo>
                    <a:pt x="209441" y="17925"/>
                    <a:pt x="207554" y="16982"/>
                    <a:pt x="206611" y="16038"/>
                  </a:cubicBezTo>
                  <a:cubicBezTo>
                    <a:pt x="205667" y="15095"/>
                    <a:pt x="204724" y="13208"/>
                    <a:pt x="204724" y="11321"/>
                  </a:cubicBezTo>
                  <a:cubicBezTo>
                    <a:pt x="204724" y="9434"/>
                    <a:pt x="205667" y="7547"/>
                    <a:pt x="206611" y="6604"/>
                  </a:cubicBezTo>
                  <a:cubicBezTo>
                    <a:pt x="207554" y="5661"/>
                    <a:pt x="209441" y="4717"/>
                    <a:pt x="211328" y="4717"/>
                  </a:cubicBezTo>
                  <a:cubicBezTo>
                    <a:pt x="213215" y="4717"/>
                    <a:pt x="215102" y="5661"/>
                    <a:pt x="216045" y="6604"/>
                  </a:cubicBezTo>
                  <a:cubicBezTo>
                    <a:pt x="216989" y="7547"/>
                    <a:pt x="217932" y="9434"/>
                    <a:pt x="217932" y="11321"/>
                  </a:cubicBezTo>
                  <a:cubicBezTo>
                    <a:pt x="217932" y="13208"/>
                    <a:pt x="216989" y="15095"/>
                    <a:pt x="216045" y="16038"/>
                  </a:cubicBezTo>
                  <a:lnTo>
                    <a:pt x="216045"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4" name="Google Shape;1104;p45"/>
            <p:cNvSpPr/>
            <p:nvPr/>
          </p:nvSpPr>
          <p:spPr>
            <a:xfrm>
              <a:off x="5200686"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5" name="Google Shape;1105;p45"/>
            <p:cNvSpPr/>
            <p:nvPr/>
          </p:nvSpPr>
          <p:spPr>
            <a:xfrm>
              <a:off x="522710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06" name="Google Shape;1106;p45"/>
          <p:cNvGrpSpPr/>
          <p:nvPr/>
        </p:nvGrpSpPr>
        <p:grpSpPr>
          <a:xfrm>
            <a:off x="3774778" y="1275097"/>
            <a:ext cx="300654" cy="295056"/>
            <a:chOff x="5982788" y="-230559"/>
            <a:chExt cx="221705" cy="217577"/>
          </a:xfrm>
        </p:grpSpPr>
        <p:sp>
          <p:nvSpPr>
            <p:cNvPr id="1107" name="Google Shape;1107;p45"/>
            <p:cNvSpPr/>
            <p:nvPr/>
          </p:nvSpPr>
          <p:spPr>
            <a:xfrm>
              <a:off x="6008261" y="-168293"/>
              <a:ext cx="17925" cy="12264"/>
            </a:xfrm>
            <a:custGeom>
              <a:avLst/>
              <a:gdLst/>
              <a:ahLst/>
              <a:cxnLst/>
              <a:rect l="l" t="t" r="r" b="b"/>
              <a:pathLst>
                <a:path w="17925" h="12264" extrusionOk="0">
                  <a:moveTo>
                    <a:pt x="1887" y="0"/>
                  </a:moveTo>
                  <a:cubicBezTo>
                    <a:pt x="1887" y="3774"/>
                    <a:pt x="943" y="8491"/>
                    <a:pt x="0" y="12264"/>
                  </a:cubicBezTo>
                  <a:lnTo>
                    <a:pt x="17925" y="12264"/>
                  </a:lnTo>
                  <a:cubicBezTo>
                    <a:pt x="16982" y="8491"/>
                    <a:pt x="16982" y="3774"/>
                    <a:pt x="16038" y="0"/>
                  </a:cubicBezTo>
                  <a:lnTo>
                    <a:pt x="188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8" name="Google Shape;1108;p45"/>
            <p:cNvSpPr/>
            <p:nvPr/>
          </p:nvSpPr>
          <p:spPr>
            <a:xfrm>
              <a:off x="6002600" y="-230559"/>
              <a:ext cx="30189" cy="50001"/>
            </a:xfrm>
            <a:custGeom>
              <a:avLst/>
              <a:gdLst/>
              <a:ahLst/>
              <a:cxnLst/>
              <a:rect l="l" t="t" r="r" b="b"/>
              <a:pathLst>
                <a:path w="30189" h="50001" extrusionOk="0">
                  <a:moveTo>
                    <a:pt x="7547" y="50002"/>
                  </a:moveTo>
                  <a:lnTo>
                    <a:pt x="21699" y="50002"/>
                  </a:lnTo>
                  <a:cubicBezTo>
                    <a:pt x="22642" y="41511"/>
                    <a:pt x="23586" y="33963"/>
                    <a:pt x="26416" y="29246"/>
                  </a:cubicBezTo>
                  <a:cubicBezTo>
                    <a:pt x="30190" y="20755"/>
                    <a:pt x="30190" y="19812"/>
                    <a:pt x="30190" y="17925"/>
                  </a:cubicBezTo>
                  <a:cubicBezTo>
                    <a:pt x="30190" y="16982"/>
                    <a:pt x="30190" y="16982"/>
                    <a:pt x="30190" y="16038"/>
                  </a:cubicBezTo>
                  <a:cubicBezTo>
                    <a:pt x="30190" y="9434"/>
                    <a:pt x="25473" y="0"/>
                    <a:pt x="15095" y="0"/>
                  </a:cubicBezTo>
                  <a:cubicBezTo>
                    <a:pt x="4717" y="0"/>
                    <a:pt x="0" y="9434"/>
                    <a:pt x="0" y="16038"/>
                  </a:cubicBezTo>
                  <a:cubicBezTo>
                    <a:pt x="0" y="16982"/>
                    <a:pt x="0" y="16982"/>
                    <a:pt x="0" y="17925"/>
                  </a:cubicBezTo>
                  <a:cubicBezTo>
                    <a:pt x="0" y="19812"/>
                    <a:pt x="0" y="21699"/>
                    <a:pt x="3774" y="29246"/>
                  </a:cubicBezTo>
                  <a:cubicBezTo>
                    <a:pt x="5661" y="33020"/>
                    <a:pt x="6604" y="40567"/>
                    <a:pt x="7547" y="50002"/>
                  </a:cubicBezTo>
                  <a:lnTo>
                    <a:pt x="7547" y="5000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09" name="Google Shape;1109;p45"/>
            <p:cNvSpPr/>
            <p:nvPr/>
          </p:nvSpPr>
          <p:spPr>
            <a:xfrm>
              <a:off x="5982788" y="-143764"/>
              <a:ext cx="66040" cy="125476"/>
            </a:xfrm>
            <a:custGeom>
              <a:avLst/>
              <a:gdLst/>
              <a:ahLst/>
              <a:cxnLst/>
              <a:rect l="l" t="t" r="r" b="b"/>
              <a:pathLst>
                <a:path w="66040" h="125476" extrusionOk="0">
                  <a:moveTo>
                    <a:pt x="55662" y="120759"/>
                  </a:moveTo>
                  <a:lnTo>
                    <a:pt x="46228" y="119816"/>
                  </a:lnTo>
                  <a:cubicBezTo>
                    <a:pt x="44341" y="119816"/>
                    <a:pt x="43398" y="118872"/>
                    <a:pt x="42454" y="116985"/>
                  </a:cubicBezTo>
                  <a:cubicBezTo>
                    <a:pt x="41511" y="115098"/>
                    <a:pt x="41511" y="113211"/>
                    <a:pt x="42454" y="112268"/>
                  </a:cubicBezTo>
                  <a:lnTo>
                    <a:pt x="55662" y="83965"/>
                  </a:lnTo>
                  <a:lnTo>
                    <a:pt x="42454" y="55663"/>
                  </a:lnTo>
                  <a:cubicBezTo>
                    <a:pt x="41511" y="52832"/>
                    <a:pt x="42454" y="50002"/>
                    <a:pt x="44341" y="48115"/>
                  </a:cubicBezTo>
                  <a:lnTo>
                    <a:pt x="66040" y="35850"/>
                  </a:lnTo>
                  <a:cubicBezTo>
                    <a:pt x="63210" y="26416"/>
                    <a:pt x="59436" y="17925"/>
                    <a:pt x="52832" y="9434"/>
                  </a:cubicBezTo>
                  <a:cubicBezTo>
                    <a:pt x="50945" y="6604"/>
                    <a:pt x="49058" y="3774"/>
                    <a:pt x="47171" y="0"/>
                  </a:cubicBezTo>
                  <a:lnTo>
                    <a:pt x="21699" y="0"/>
                  </a:lnTo>
                  <a:cubicBezTo>
                    <a:pt x="19812" y="3774"/>
                    <a:pt x="18869" y="6604"/>
                    <a:pt x="16038" y="9434"/>
                  </a:cubicBezTo>
                  <a:cubicBezTo>
                    <a:pt x="4717" y="23586"/>
                    <a:pt x="0" y="41511"/>
                    <a:pt x="0" y="62266"/>
                  </a:cubicBezTo>
                  <a:cubicBezTo>
                    <a:pt x="0" y="81135"/>
                    <a:pt x="5661" y="105664"/>
                    <a:pt x="13208" y="120759"/>
                  </a:cubicBezTo>
                  <a:cubicBezTo>
                    <a:pt x="15095" y="123589"/>
                    <a:pt x="17925" y="125476"/>
                    <a:pt x="21699" y="125476"/>
                  </a:cubicBezTo>
                  <a:lnTo>
                    <a:pt x="48115" y="125476"/>
                  </a:lnTo>
                  <a:cubicBezTo>
                    <a:pt x="50945" y="125476"/>
                    <a:pt x="54719" y="123589"/>
                    <a:pt x="55662" y="120759"/>
                  </a:cubicBezTo>
                  <a:lnTo>
                    <a:pt x="55662" y="12075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110" name="Google Shape;1110;p45"/>
            <p:cNvGrpSpPr/>
            <p:nvPr/>
          </p:nvGrpSpPr>
          <p:grpSpPr>
            <a:xfrm>
              <a:off x="6035620" y="-153198"/>
              <a:ext cx="168873" cy="140216"/>
              <a:chOff x="6035620" y="-153198"/>
              <a:chExt cx="168873" cy="140216"/>
            </a:xfrm>
          </p:grpSpPr>
          <p:sp>
            <p:nvSpPr>
              <p:cNvPr id="1111" name="Google Shape;1111;p45"/>
              <p:cNvSpPr/>
              <p:nvPr/>
            </p:nvSpPr>
            <p:spPr>
              <a:xfrm>
                <a:off x="6035620" y="-153198"/>
                <a:ext cx="168873" cy="122645"/>
              </a:xfrm>
              <a:custGeom>
                <a:avLst/>
                <a:gdLst/>
                <a:ahLst/>
                <a:cxnLst/>
                <a:rect l="l" t="t" r="r" b="b"/>
                <a:pathLst>
                  <a:path w="168873" h="122645" extrusionOk="0">
                    <a:moveTo>
                      <a:pt x="148118" y="50002"/>
                    </a:moveTo>
                    <a:cubicBezTo>
                      <a:pt x="146231" y="49058"/>
                      <a:pt x="145288" y="48115"/>
                      <a:pt x="145288" y="46228"/>
                    </a:cubicBezTo>
                    <a:lnTo>
                      <a:pt x="139627" y="17925"/>
                    </a:lnTo>
                    <a:lnTo>
                      <a:pt x="111325" y="21699"/>
                    </a:lnTo>
                    <a:cubicBezTo>
                      <a:pt x="109438" y="21699"/>
                      <a:pt x="107551" y="21699"/>
                      <a:pt x="106607" y="19812"/>
                    </a:cubicBezTo>
                    <a:lnTo>
                      <a:pt x="85852" y="0"/>
                    </a:lnTo>
                    <a:lnTo>
                      <a:pt x="65097" y="19812"/>
                    </a:lnTo>
                    <a:cubicBezTo>
                      <a:pt x="64153" y="20756"/>
                      <a:pt x="62266" y="21699"/>
                      <a:pt x="60379" y="21699"/>
                    </a:cubicBezTo>
                    <a:lnTo>
                      <a:pt x="32077" y="17925"/>
                    </a:lnTo>
                    <a:lnTo>
                      <a:pt x="27359" y="46228"/>
                    </a:lnTo>
                    <a:cubicBezTo>
                      <a:pt x="27359" y="48115"/>
                      <a:pt x="26416" y="49058"/>
                      <a:pt x="24529" y="50002"/>
                    </a:cubicBezTo>
                    <a:lnTo>
                      <a:pt x="0" y="64153"/>
                    </a:lnTo>
                    <a:lnTo>
                      <a:pt x="12265" y="89626"/>
                    </a:lnTo>
                    <a:cubicBezTo>
                      <a:pt x="13208" y="91513"/>
                      <a:pt x="13208" y="92456"/>
                      <a:pt x="12265" y="94343"/>
                    </a:cubicBezTo>
                    <a:lnTo>
                      <a:pt x="943" y="117929"/>
                    </a:lnTo>
                    <a:lnTo>
                      <a:pt x="35850" y="122646"/>
                    </a:lnTo>
                    <a:cubicBezTo>
                      <a:pt x="33020" y="118872"/>
                      <a:pt x="31133" y="115098"/>
                      <a:pt x="30190" y="110381"/>
                    </a:cubicBezTo>
                    <a:cubicBezTo>
                      <a:pt x="19812" y="79248"/>
                      <a:pt x="36794" y="46228"/>
                      <a:pt x="66983" y="35850"/>
                    </a:cubicBezTo>
                    <a:cubicBezTo>
                      <a:pt x="82078" y="31133"/>
                      <a:pt x="98117" y="32077"/>
                      <a:pt x="111325" y="38681"/>
                    </a:cubicBezTo>
                    <a:cubicBezTo>
                      <a:pt x="125476" y="45285"/>
                      <a:pt x="135854" y="57549"/>
                      <a:pt x="140571" y="72644"/>
                    </a:cubicBezTo>
                    <a:cubicBezTo>
                      <a:pt x="141514" y="76418"/>
                      <a:pt x="142458" y="81135"/>
                      <a:pt x="143401" y="85852"/>
                    </a:cubicBezTo>
                    <a:lnTo>
                      <a:pt x="168874" y="61323"/>
                    </a:lnTo>
                    <a:lnTo>
                      <a:pt x="148118" y="5000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12" name="Google Shape;1112;p45"/>
              <p:cNvSpPr/>
              <p:nvPr/>
            </p:nvSpPr>
            <p:spPr>
              <a:xfrm>
                <a:off x="6075599" y="-108291"/>
                <a:ext cx="95520" cy="95309"/>
              </a:xfrm>
              <a:custGeom>
                <a:avLst/>
                <a:gdLst/>
                <a:ahLst/>
                <a:cxnLst/>
                <a:rect l="l" t="t" r="r" b="b"/>
                <a:pathLst>
                  <a:path w="95520" h="95309" extrusionOk="0">
                    <a:moveTo>
                      <a:pt x="68516" y="5095"/>
                    </a:moveTo>
                    <a:cubicBezTo>
                      <a:pt x="57195" y="-566"/>
                      <a:pt x="43987" y="-1509"/>
                      <a:pt x="32665" y="2264"/>
                    </a:cubicBezTo>
                    <a:cubicBezTo>
                      <a:pt x="8136" y="10755"/>
                      <a:pt x="-6015" y="37171"/>
                      <a:pt x="2476" y="62644"/>
                    </a:cubicBezTo>
                    <a:cubicBezTo>
                      <a:pt x="10967" y="87173"/>
                      <a:pt x="37383" y="101324"/>
                      <a:pt x="62855" y="92833"/>
                    </a:cubicBezTo>
                    <a:cubicBezTo>
                      <a:pt x="87384" y="84343"/>
                      <a:pt x="101536" y="57927"/>
                      <a:pt x="93045" y="32454"/>
                    </a:cubicBezTo>
                    <a:cubicBezTo>
                      <a:pt x="88328" y="20190"/>
                      <a:pt x="79837" y="10755"/>
                      <a:pt x="68516" y="5095"/>
                    </a:cubicBezTo>
                    <a:lnTo>
                      <a:pt x="68516" y="5095"/>
                    </a:lnTo>
                    <a:close/>
                    <a:moveTo>
                      <a:pt x="43043" y="34341"/>
                    </a:moveTo>
                    <a:cubicBezTo>
                      <a:pt x="39269" y="35284"/>
                      <a:pt x="35496" y="33397"/>
                      <a:pt x="34552" y="30567"/>
                    </a:cubicBezTo>
                    <a:cubicBezTo>
                      <a:pt x="33609" y="26793"/>
                      <a:pt x="35496" y="23020"/>
                      <a:pt x="38326" y="22076"/>
                    </a:cubicBezTo>
                    <a:cubicBezTo>
                      <a:pt x="42100" y="21133"/>
                      <a:pt x="45873" y="23020"/>
                      <a:pt x="46817" y="25850"/>
                    </a:cubicBezTo>
                    <a:cubicBezTo>
                      <a:pt x="48704" y="29624"/>
                      <a:pt x="46817" y="33397"/>
                      <a:pt x="43043" y="34341"/>
                    </a:cubicBezTo>
                    <a:lnTo>
                      <a:pt x="43043" y="34341"/>
                    </a:lnTo>
                    <a:close/>
                    <a:moveTo>
                      <a:pt x="61912" y="49436"/>
                    </a:moveTo>
                    <a:cubicBezTo>
                      <a:pt x="58138" y="50379"/>
                      <a:pt x="54364" y="48492"/>
                      <a:pt x="53421" y="45662"/>
                    </a:cubicBezTo>
                    <a:cubicBezTo>
                      <a:pt x="52478" y="41888"/>
                      <a:pt x="54364" y="38115"/>
                      <a:pt x="57195" y="37171"/>
                    </a:cubicBezTo>
                    <a:cubicBezTo>
                      <a:pt x="60968" y="36228"/>
                      <a:pt x="64742" y="38115"/>
                      <a:pt x="65685" y="40945"/>
                    </a:cubicBezTo>
                    <a:cubicBezTo>
                      <a:pt x="67572" y="44718"/>
                      <a:pt x="65685" y="48492"/>
                      <a:pt x="61912" y="49436"/>
                    </a:cubicBezTo>
                    <a:lnTo>
                      <a:pt x="61912" y="49436"/>
                    </a:lnTo>
                    <a:close/>
                    <a:moveTo>
                      <a:pt x="68516" y="25850"/>
                    </a:moveTo>
                    <a:cubicBezTo>
                      <a:pt x="64742" y="26793"/>
                      <a:pt x="60968" y="24907"/>
                      <a:pt x="60025" y="22076"/>
                    </a:cubicBezTo>
                    <a:cubicBezTo>
                      <a:pt x="59081" y="18303"/>
                      <a:pt x="60968" y="14529"/>
                      <a:pt x="63799" y="13585"/>
                    </a:cubicBezTo>
                    <a:cubicBezTo>
                      <a:pt x="67572" y="12642"/>
                      <a:pt x="71346" y="14529"/>
                      <a:pt x="72289" y="17359"/>
                    </a:cubicBezTo>
                    <a:cubicBezTo>
                      <a:pt x="73233" y="21133"/>
                      <a:pt x="71346" y="24907"/>
                      <a:pt x="68516" y="25850"/>
                    </a:cubicBezTo>
                    <a:lnTo>
                      <a:pt x="68516" y="2585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pic>
        <p:nvPicPr>
          <p:cNvPr id="1113" name="Google Shape;1113;p45" title="Gráfico">
            <a:hlinkClick r:id="rId4"/>
          </p:cNvPr>
          <p:cNvPicPr preferRelativeResize="0"/>
          <p:nvPr/>
        </p:nvPicPr>
        <p:blipFill>
          <a:blip r:embed="rId5">
            <a:alphaModFix/>
          </a:blip>
          <a:stretch>
            <a:fillRect/>
          </a:stretch>
        </p:blipFill>
        <p:spPr>
          <a:xfrm>
            <a:off x="743050" y="2870774"/>
            <a:ext cx="3789901" cy="1448951"/>
          </a:xfrm>
          <a:prstGeom prst="rect">
            <a:avLst/>
          </a:prstGeom>
          <a:noFill/>
          <a:ln>
            <a:noFill/>
          </a:ln>
        </p:spPr>
      </p:pic>
      <p:pic>
        <p:nvPicPr>
          <p:cNvPr id="1114" name="Google Shape;1114;p45" title="Gráfico">
            <a:hlinkClick r:id="rId4"/>
          </p:cNvPr>
          <p:cNvPicPr preferRelativeResize="0"/>
          <p:nvPr/>
        </p:nvPicPr>
        <p:blipFill>
          <a:blip r:embed="rId6">
            <a:alphaModFix/>
          </a:blip>
          <a:stretch>
            <a:fillRect/>
          </a:stretch>
        </p:blipFill>
        <p:spPr>
          <a:xfrm>
            <a:off x="4926062" y="1636825"/>
            <a:ext cx="3215774" cy="1991653"/>
          </a:xfrm>
          <a:prstGeom prst="rect">
            <a:avLst/>
          </a:prstGeom>
          <a:noFill/>
          <a:ln>
            <a:noFill/>
          </a:ln>
        </p:spPr>
      </p:pic>
      <p:sp>
        <p:nvSpPr>
          <p:cNvPr id="1115" name="Google Shape;1115;p45"/>
          <p:cNvSpPr/>
          <p:nvPr/>
        </p:nvSpPr>
        <p:spPr>
          <a:xfrm>
            <a:off x="707375" y="1336875"/>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116" name="Google Shape;1116;p45"/>
          <p:cNvSpPr/>
          <p:nvPr/>
        </p:nvSpPr>
        <p:spPr>
          <a:xfrm>
            <a:off x="8263600" y="404250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1120"/>
        <p:cNvGrpSpPr/>
        <p:nvPr/>
      </p:nvGrpSpPr>
      <p:grpSpPr>
        <a:xfrm>
          <a:off x="0" y="0"/>
          <a:ext cx="0" cy="0"/>
          <a:chOff x="0" y="0"/>
          <a:chExt cx="0" cy="0"/>
        </a:xfrm>
      </p:grpSpPr>
      <p:sp>
        <p:nvSpPr>
          <p:cNvPr id="1121" name="Google Shape;1121;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Case studies</a:t>
            </a:r>
            <a:endParaRPr/>
          </a:p>
        </p:txBody>
      </p:sp>
      <p:sp>
        <p:nvSpPr>
          <p:cNvPr id="1122" name="Google Shape;1122;p46"/>
          <p:cNvSpPr txBox="1">
            <a:spLocks noGrp="1"/>
          </p:cNvSpPr>
          <p:nvPr>
            <p:ph type="subTitle" idx="4294967295"/>
          </p:nvPr>
        </p:nvSpPr>
        <p:spPr>
          <a:xfrm>
            <a:off x="1590475" y="1255075"/>
            <a:ext cx="2423400" cy="441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Instagram giveaway</a:t>
            </a:r>
            <a:endParaRPr sz="2500">
              <a:latin typeface="Grand Hotel"/>
              <a:ea typeface="Grand Hotel"/>
              <a:cs typeface="Grand Hotel"/>
              <a:sym typeface="Grand Hotel"/>
            </a:endParaRPr>
          </a:p>
        </p:txBody>
      </p:sp>
      <p:sp>
        <p:nvSpPr>
          <p:cNvPr id="1123" name="Google Shape;1123;p46"/>
          <p:cNvSpPr txBox="1">
            <a:spLocks noGrp="1"/>
          </p:cNvSpPr>
          <p:nvPr>
            <p:ph type="subTitle" idx="4294967295"/>
          </p:nvPr>
        </p:nvSpPr>
        <p:spPr>
          <a:xfrm>
            <a:off x="1590484" y="1696976"/>
            <a:ext cx="2423400" cy="552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product giveaway for our second anniversary</a:t>
            </a:r>
            <a:endParaRPr/>
          </a:p>
        </p:txBody>
      </p:sp>
      <p:sp>
        <p:nvSpPr>
          <p:cNvPr id="1124" name="Google Shape;1124;p46"/>
          <p:cNvSpPr txBox="1">
            <a:spLocks noGrp="1"/>
          </p:cNvSpPr>
          <p:nvPr>
            <p:ph type="subTitle" idx="4294967295"/>
          </p:nvPr>
        </p:nvSpPr>
        <p:spPr>
          <a:xfrm>
            <a:off x="796800" y="2643300"/>
            <a:ext cx="3217200" cy="48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Approach</a:t>
            </a:r>
            <a:endParaRPr sz="2500">
              <a:latin typeface="Grand Hotel"/>
              <a:ea typeface="Grand Hotel"/>
              <a:cs typeface="Grand Hotel"/>
              <a:sym typeface="Grand Hotel"/>
            </a:endParaRPr>
          </a:p>
        </p:txBody>
      </p:sp>
      <p:sp>
        <p:nvSpPr>
          <p:cNvPr id="1125" name="Google Shape;1125;p46"/>
          <p:cNvSpPr txBox="1">
            <a:spLocks noGrp="1"/>
          </p:cNvSpPr>
          <p:nvPr>
            <p:ph type="subTitle" idx="4294967295"/>
          </p:nvPr>
        </p:nvSpPr>
        <p:spPr>
          <a:xfrm>
            <a:off x="796800" y="3120500"/>
            <a:ext cx="3217200" cy="1488000"/>
          </a:xfrm>
          <a:prstGeom prst="rect">
            <a:avLst/>
          </a:prstGeom>
        </p:spPr>
        <p:txBody>
          <a:bodyPr spcFirstLastPara="1" wrap="square" lIns="91425" tIns="91425" rIns="91425" bIns="91425" anchor="t" anchorCtr="0">
            <a:noAutofit/>
          </a:bodyPr>
          <a:lstStyle/>
          <a:p>
            <a:pPr marL="342900" lvl="0" indent="-304800" algn="l" rtl="0">
              <a:spcBef>
                <a:spcPts val="0"/>
              </a:spcBef>
              <a:spcAft>
                <a:spcPts val="0"/>
              </a:spcAft>
              <a:buSzPts val="1200"/>
              <a:buChar char="●"/>
            </a:pPr>
            <a:r>
              <a:rPr lang="en"/>
              <a:t>Preparing a set of posts and stories we can share on Instagram to let more people know about our brand</a:t>
            </a:r>
            <a:endParaRPr/>
          </a:p>
          <a:p>
            <a:pPr marL="342900" lvl="0" indent="-304800" algn="l" rtl="0">
              <a:spcBef>
                <a:spcPts val="1000"/>
              </a:spcBef>
              <a:spcAft>
                <a:spcPts val="1000"/>
              </a:spcAft>
              <a:buSzPts val="1200"/>
              <a:buChar char="●"/>
            </a:pPr>
            <a:r>
              <a:rPr lang="en"/>
              <a:t>We can get shared more and maybe reach virality if our content is attractive and easy to share</a:t>
            </a:r>
            <a:endParaRPr/>
          </a:p>
        </p:txBody>
      </p:sp>
      <p:sp>
        <p:nvSpPr>
          <p:cNvPr id="1126" name="Google Shape;1126;p46"/>
          <p:cNvSpPr txBox="1">
            <a:spLocks noGrp="1"/>
          </p:cNvSpPr>
          <p:nvPr>
            <p:ph type="subTitle" idx="4294967295"/>
          </p:nvPr>
        </p:nvSpPr>
        <p:spPr>
          <a:xfrm>
            <a:off x="4464005" y="1255075"/>
            <a:ext cx="3960000" cy="441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500">
                <a:latin typeface="Grand Hotel"/>
                <a:ea typeface="Grand Hotel"/>
                <a:cs typeface="Grand Hotel"/>
                <a:sym typeface="Grand Hotel"/>
              </a:rPr>
              <a:t>Results</a:t>
            </a:r>
            <a:endParaRPr sz="2500">
              <a:latin typeface="Grand Hotel"/>
              <a:ea typeface="Grand Hotel"/>
              <a:cs typeface="Grand Hotel"/>
              <a:sym typeface="Grand Hotel"/>
            </a:endParaRPr>
          </a:p>
        </p:txBody>
      </p:sp>
      <p:sp>
        <p:nvSpPr>
          <p:cNvPr id="1127" name="Google Shape;1127;p46"/>
          <p:cNvSpPr txBox="1">
            <a:spLocks noGrp="1"/>
          </p:cNvSpPr>
          <p:nvPr>
            <p:ph type="subTitle" idx="4294967295"/>
          </p:nvPr>
        </p:nvSpPr>
        <p:spPr>
          <a:xfrm>
            <a:off x="4464000" y="2468050"/>
            <a:ext cx="1321500" cy="55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Increase in shares</a:t>
            </a:r>
            <a:endParaRPr/>
          </a:p>
        </p:txBody>
      </p:sp>
      <p:sp>
        <p:nvSpPr>
          <p:cNvPr id="1128" name="Google Shape;1128;p46"/>
          <p:cNvSpPr txBox="1">
            <a:spLocks noGrp="1"/>
          </p:cNvSpPr>
          <p:nvPr>
            <p:ph type="subTitle" idx="4294967295"/>
          </p:nvPr>
        </p:nvSpPr>
        <p:spPr>
          <a:xfrm>
            <a:off x="5785673" y="2468050"/>
            <a:ext cx="1321500" cy="55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Increase in followers</a:t>
            </a:r>
            <a:endParaRPr/>
          </a:p>
        </p:txBody>
      </p:sp>
      <p:sp>
        <p:nvSpPr>
          <p:cNvPr id="1129" name="Google Shape;1129;p46"/>
          <p:cNvSpPr txBox="1">
            <a:spLocks noGrp="1"/>
          </p:cNvSpPr>
          <p:nvPr>
            <p:ph type="subTitle" idx="4294967295"/>
          </p:nvPr>
        </p:nvSpPr>
        <p:spPr>
          <a:xfrm>
            <a:off x="7107346" y="2468050"/>
            <a:ext cx="1321500" cy="552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Increase in clicks</a:t>
            </a:r>
            <a:endParaRPr/>
          </a:p>
        </p:txBody>
      </p:sp>
      <p:sp>
        <p:nvSpPr>
          <p:cNvPr id="1130" name="Google Shape;1130;p46"/>
          <p:cNvSpPr txBox="1">
            <a:spLocks noGrp="1"/>
          </p:cNvSpPr>
          <p:nvPr>
            <p:ph type="subTitle" idx="4294967295"/>
          </p:nvPr>
        </p:nvSpPr>
        <p:spPr>
          <a:xfrm>
            <a:off x="4463997" y="3274475"/>
            <a:ext cx="1780200" cy="44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latin typeface="Grand Hotel"/>
                <a:ea typeface="Grand Hotel"/>
                <a:cs typeface="Grand Hotel"/>
                <a:sym typeface="Grand Hotel"/>
              </a:rPr>
              <a:t>Key takeaway 1</a:t>
            </a:r>
            <a:endParaRPr sz="2000">
              <a:latin typeface="Grand Hotel"/>
              <a:ea typeface="Grand Hotel"/>
              <a:cs typeface="Grand Hotel"/>
              <a:sym typeface="Grand Hotel"/>
            </a:endParaRPr>
          </a:p>
        </p:txBody>
      </p:sp>
      <p:sp>
        <p:nvSpPr>
          <p:cNvPr id="1131" name="Google Shape;1131;p46"/>
          <p:cNvSpPr txBox="1">
            <a:spLocks noGrp="1"/>
          </p:cNvSpPr>
          <p:nvPr>
            <p:ph type="subTitle" idx="4294967295"/>
          </p:nvPr>
        </p:nvSpPr>
        <p:spPr>
          <a:xfrm>
            <a:off x="4463997" y="4041100"/>
            <a:ext cx="1780200" cy="44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a:latin typeface="Grand Hotel"/>
                <a:ea typeface="Grand Hotel"/>
                <a:cs typeface="Grand Hotel"/>
                <a:sym typeface="Grand Hotel"/>
              </a:rPr>
              <a:t>Key takeaway 2</a:t>
            </a:r>
            <a:endParaRPr sz="2000">
              <a:latin typeface="Grand Hotel"/>
              <a:ea typeface="Grand Hotel"/>
              <a:cs typeface="Grand Hotel"/>
              <a:sym typeface="Grand Hotel"/>
            </a:endParaRPr>
          </a:p>
        </p:txBody>
      </p:sp>
      <p:sp>
        <p:nvSpPr>
          <p:cNvPr id="1132" name="Google Shape;1132;p46"/>
          <p:cNvSpPr txBox="1">
            <a:spLocks noGrp="1"/>
          </p:cNvSpPr>
          <p:nvPr>
            <p:ph type="subTitle" idx="4294967295"/>
          </p:nvPr>
        </p:nvSpPr>
        <p:spPr>
          <a:xfrm>
            <a:off x="6244200" y="3152975"/>
            <a:ext cx="2179800" cy="684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Content posted on weekdays is shared more</a:t>
            </a:r>
            <a:endParaRPr/>
          </a:p>
        </p:txBody>
      </p:sp>
      <p:sp>
        <p:nvSpPr>
          <p:cNvPr id="1133" name="Google Shape;1133;p46"/>
          <p:cNvSpPr txBox="1">
            <a:spLocks noGrp="1"/>
          </p:cNvSpPr>
          <p:nvPr>
            <p:ph type="subTitle" idx="4294967295"/>
          </p:nvPr>
        </p:nvSpPr>
        <p:spPr>
          <a:xfrm>
            <a:off x="6244200" y="3919600"/>
            <a:ext cx="2179800" cy="684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 must design new content to keep new users</a:t>
            </a:r>
            <a:endParaRPr/>
          </a:p>
        </p:txBody>
      </p:sp>
      <p:sp>
        <p:nvSpPr>
          <p:cNvPr id="1134" name="Google Shape;1134;p46"/>
          <p:cNvSpPr/>
          <p:nvPr/>
        </p:nvSpPr>
        <p:spPr>
          <a:xfrm>
            <a:off x="720000" y="1357300"/>
            <a:ext cx="723300" cy="723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135" name="Google Shape;1135;p46"/>
          <p:cNvGrpSpPr/>
          <p:nvPr/>
        </p:nvGrpSpPr>
        <p:grpSpPr>
          <a:xfrm>
            <a:off x="928918" y="1559893"/>
            <a:ext cx="305452" cy="295799"/>
            <a:chOff x="5982080" y="1541949"/>
            <a:chExt cx="225243" cy="218125"/>
          </a:xfrm>
        </p:grpSpPr>
        <p:sp>
          <p:nvSpPr>
            <p:cNvPr id="1136" name="Google Shape;1136;p46"/>
            <p:cNvSpPr/>
            <p:nvPr/>
          </p:nvSpPr>
          <p:spPr>
            <a:xfrm>
              <a:off x="6071470" y="1624221"/>
              <a:ext cx="135853" cy="135853"/>
            </a:xfrm>
            <a:custGeom>
              <a:avLst/>
              <a:gdLst/>
              <a:ahLst/>
              <a:cxnLst/>
              <a:rect l="l" t="t" r="r" b="b"/>
              <a:pathLst>
                <a:path w="135853" h="135853" extrusionOk="0">
                  <a:moveTo>
                    <a:pt x="67927" y="0"/>
                  </a:moveTo>
                  <a:cubicBezTo>
                    <a:pt x="30190" y="0"/>
                    <a:pt x="0" y="30190"/>
                    <a:pt x="0" y="67927"/>
                  </a:cubicBezTo>
                  <a:cubicBezTo>
                    <a:pt x="0" y="105664"/>
                    <a:pt x="30190" y="135854"/>
                    <a:pt x="67927" y="135854"/>
                  </a:cubicBezTo>
                  <a:cubicBezTo>
                    <a:pt x="105664" y="135854"/>
                    <a:pt x="135854" y="105664"/>
                    <a:pt x="135854" y="67927"/>
                  </a:cubicBezTo>
                  <a:cubicBezTo>
                    <a:pt x="135854" y="30190"/>
                    <a:pt x="104721" y="0"/>
                    <a:pt x="67927" y="0"/>
                  </a:cubicBezTo>
                  <a:lnTo>
                    <a:pt x="67927" y="0"/>
                  </a:lnTo>
                  <a:close/>
                  <a:moveTo>
                    <a:pt x="67927" y="49058"/>
                  </a:moveTo>
                  <a:cubicBezTo>
                    <a:pt x="63210" y="49058"/>
                    <a:pt x="58493" y="45285"/>
                    <a:pt x="58493" y="39624"/>
                  </a:cubicBezTo>
                  <a:cubicBezTo>
                    <a:pt x="58493" y="34907"/>
                    <a:pt x="62266" y="30190"/>
                    <a:pt x="67927" y="30190"/>
                  </a:cubicBezTo>
                  <a:cubicBezTo>
                    <a:pt x="72644" y="30190"/>
                    <a:pt x="77361" y="33963"/>
                    <a:pt x="77361" y="39624"/>
                  </a:cubicBezTo>
                  <a:cubicBezTo>
                    <a:pt x="77361" y="45285"/>
                    <a:pt x="72644" y="49058"/>
                    <a:pt x="67927" y="49058"/>
                  </a:cubicBezTo>
                  <a:lnTo>
                    <a:pt x="67927" y="49058"/>
                  </a:lnTo>
                  <a:close/>
                  <a:moveTo>
                    <a:pt x="85852" y="76418"/>
                  </a:moveTo>
                  <a:cubicBezTo>
                    <a:pt x="81135" y="76418"/>
                    <a:pt x="76418" y="72644"/>
                    <a:pt x="76418" y="66983"/>
                  </a:cubicBezTo>
                  <a:cubicBezTo>
                    <a:pt x="76418" y="62266"/>
                    <a:pt x="80191" y="57549"/>
                    <a:pt x="85852" y="57549"/>
                  </a:cubicBezTo>
                  <a:cubicBezTo>
                    <a:pt x="91513" y="57549"/>
                    <a:pt x="95286" y="61323"/>
                    <a:pt x="95286" y="66983"/>
                  </a:cubicBezTo>
                  <a:cubicBezTo>
                    <a:pt x="95286" y="72644"/>
                    <a:pt x="91513" y="76418"/>
                    <a:pt x="85852" y="76418"/>
                  </a:cubicBezTo>
                  <a:lnTo>
                    <a:pt x="85852" y="76418"/>
                  </a:lnTo>
                  <a:close/>
                  <a:moveTo>
                    <a:pt x="104721" y="49058"/>
                  </a:moveTo>
                  <a:cubicBezTo>
                    <a:pt x="100003" y="49058"/>
                    <a:pt x="95286" y="45285"/>
                    <a:pt x="95286" y="39624"/>
                  </a:cubicBezTo>
                  <a:cubicBezTo>
                    <a:pt x="95286" y="34907"/>
                    <a:pt x="99060" y="30190"/>
                    <a:pt x="104721" y="30190"/>
                  </a:cubicBezTo>
                  <a:cubicBezTo>
                    <a:pt x="109438" y="30190"/>
                    <a:pt x="114155" y="33963"/>
                    <a:pt x="114155" y="39624"/>
                  </a:cubicBezTo>
                  <a:cubicBezTo>
                    <a:pt x="114155" y="45285"/>
                    <a:pt x="109438" y="49058"/>
                    <a:pt x="104721" y="49058"/>
                  </a:cubicBezTo>
                  <a:lnTo>
                    <a:pt x="104721"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137" name="Google Shape;1137;p46"/>
            <p:cNvGrpSpPr/>
            <p:nvPr/>
          </p:nvGrpSpPr>
          <p:grpSpPr>
            <a:xfrm>
              <a:off x="5982080" y="1541949"/>
              <a:ext cx="213922" cy="206804"/>
              <a:chOff x="5982080" y="1541949"/>
              <a:chExt cx="213922" cy="206804"/>
            </a:xfrm>
          </p:grpSpPr>
          <p:sp>
            <p:nvSpPr>
              <p:cNvPr id="1138" name="Google Shape;1138;p46"/>
              <p:cNvSpPr/>
              <p:nvPr/>
            </p:nvSpPr>
            <p:spPr>
              <a:xfrm>
                <a:off x="6061093" y="1618437"/>
                <a:ext cx="33020" cy="34086"/>
              </a:xfrm>
              <a:custGeom>
                <a:avLst/>
                <a:gdLst/>
                <a:ahLst/>
                <a:cxnLst/>
                <a:rect l="l" t="t" r="r" b="b"/>
                <a:pathLst>
                  <a:path w="33020" h="34086" extrusionOk="0">
                    <a:moveTo>
                      <a:pt x="0" y="123"/>
                    </a:moveTo>
                    <a:cubicBezTo>
                      <a:pt x="0" y="123"/>
                      <a:pt x="0" y="123"/>
                      <a:pt x="0" y="123"/>
                    </a:cubicBezTo>
                    <a:cubicBezTo>
                      <a:pt x="0" y="8614"/>
                      <a:pt x="943" y="23708"/>
                      <a:pt x="8491" y="34086"/>
                    </a:cubicBezTo>
                    <a:cubicBezTo>
                      <a:pt x="14151" y="22765"/>
                      <a:pt x="22642" y="13331"/>
                      <a:pt x="33020" y="6727"/>
                    </a:cubicBezTo>
                    <a:cubicBezTo>
                      <a:pt x="26416" y="3896"/>
                      <a:pt x="15095" y="-821"/>
                      <a:pt x="0" y="123"/>
                    </a:cubicBezTo>
                    <a:lnTo>
                      <a:pt x="0" y="12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39" name="Google Shape;1139;p46"/>
              <p:cNvSpPr/>
              <p:nvPr/>
            </p:nvSpPr>
            <p:spPr>
              <a:xfrm>
                <a:off x="5982080" y="1541949"/>
                <a:ext cx="213922" cy="206804"/>
              </a:xfrm>
              <a:custGeom>
                <a:avLst/>
                <a:gdLst/>
                <a:ahLst/>
                <a:cxnLst/>
                <a:rect l="l" t="t" r="r" b="b"/>
                <a:pathLst>
                  <a:path w="213922" h="206804" extrusionOk="0">
                    <a:moveTo>
                      <a:pt x="128070" y="74724"/>
                    </a:moveTo>
                    <a:cubicBezTo>
                      <a:pt x="136561" y="70951"/>
                      <a:pt x="146939" y="69064"/>
                      <a:pt x="156373" y="69064"/>
                    </a:cubicBezTo>
                    <a:cubicBezTo>
                      <a:pt x="179016" y="69064"/>
                      <a:pt x="198828" y="78498"/>
                      <a:pt x="213922" y="93593"/>
                    </a:cubicBezTo>
                    <a:cubicBezTo>
                      <a:pt x="198828" y="69064"/>
                      <a:pt x="161090" y="16232"/>
                      <a:pt x="124297" y="9628"/>
                    </a:cubicBezTo>
                    <a:cubicBezTo>
                      <a:pt x="122410" y="9628"/>
                      <a:pt x="120523" y="10571"/>
                      <a:pt x="119580" y="12458"/>
                    </a:cubicBezTo>
                    <a:lnTo>
                      <a:pt x="112032" y="36044"/>
                    </a:lnTo>
                    <a:cubicBezTo>
                      <a:pt x="110145" y="32270"/>
                      <a:pt x="106372" y="26609"/>
                      <a:pt x="101654" y="21892"/>
                    </a:cubicBezTo>
                    <a:cubicBezTo>
                      <a:pt x="90333" y="10571"/>
                      <a:pt x="69578" y="-1693"/>
                      <a:pt x="31841" y="193"/>
                    </a:cubicBezTo>
                    <a:cubicBezTo>
                      <a:pt x="29954" y="193"/>
                      <a:pt x="28067" y="1137"/>
                      <a:pt x="28067" y="3024"/>
                    </a:cubicBezTo>
                    <a:cubicBezTo>
                      <a:pt x="27124" y="4911"/>
                      <a:pt x="16746" y="52082"/>
                      <a:pt x="33728" y="79441"/>
                    </a:cubicBezTo>
                    <a:lnTo>
                      <a:pt x="4481" y="77555"/>
                    </a:lnTo>
                    <a:cubicBezTo>
                      <a:pt x="3538" y="77555"/>
                      <a:pt x="1651" y="78498"/>
                      <a:pt x="708" y="79441"/>
                    </a:cubicBezTo>
                    <a:cubicBezTo>
                      <a:pt x="-236" y="80385"/>
                      <a:pt x="-236" y="82272"/>
                      <a:pt x="708" y="83215"/>
                    </a:cubicBezTo>
                    <a:cubicBezTo>
                      <a:pt x="708" y="84158"/>
                      <a:pt x="10142" y="105857"/>
                      <a:pt x="29954" y="133217"/>
                    </a:cubicBezTo>
                    <a:cubicBezTo>
                      <a:pt x="45049" y="154916"/>
                      <a:pt x="69578" y="185105"/>
                      <a:pt x="102598" y="206804"/>
                    </a:cubicBezTo>
                    <a:cubicBezTo>
                      <a:pt x="87503" y="192653"/>
                      <a:pt x="78069" y="171897"/>
                      <a:pt x="78069" y="149255"/>
                    </a:cubicBezTo>
                    <a:cubicBezTo>
                      <a:pt x="78069" y="141708"/>
                      <a:pt x="79012" y="135104"/>
                      <a:pt x="80899" y="127556"/>
                    </a:cubicBezTo>
                    <a:cubicBezTo>
                      <a:pt x="60144" y="107744"/>
                      <a:pt x="62974" y="70007"/>
                      <a:pt x="63917" y="68120"/>
                    </a:cubicBezTo>
                    <a:cubicBezTo>
                      <a:pt x="63917" y="64347"/>
                      <a:pt x="66748" y="61516"/>
                      <a:pt x="70521" y="60573"/>
                    </a:cubicBezTo>
                    <a:cubicBezTo>
                      <a:pt x="103541" y="55856"/>
                      <a:pt x="127127" y="74724"/>
                      <a:pt x="128070" y="74724"/>
                    </a:cubicBezTo>
                    <a:lnTo>
                      <a:pt x="128070" y="747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140" name="Google Shape;1140;p46"/>
          <p:cNvSpPr/>
          <p:nvPr/>
        </p:nvSpPr>
        <p:spPr>
          <a:xfrm>
            <a:off x="4763100" y="1650950"/>
            <a:ext cx="723300" cy="723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chemeClr val="dk1"/>
                </a:solidFill>
                <a:latin typeface="Grand Hotel"/>
                <a:ea typeface="Grand Hotel"/>
                <a:cs typeface="Grand Hotel"/>
                <a:sym typeface="Grand Hotel"/>
              </a:rPr>
              <a:t>23%</a:t>
            </a:r>
            <a:endParaRPr sz="1800">
              <a:solidFill>
                <a:schemeClr val="dk1"/>
              </a:solidFill>
              <a:latin typeface="Grand Hotel"/>
              <a:ea typeface="Grand Hotel"/>
              <a:cs typeface="Grand Hotel"/>
              <a:sym typeface="Grand Hotel"/>
            </a:endParaRPr>
          </a:p>
        </p:txBody>
      </p:sp>
      <p:sp>
        <p:nvSpPr>
          <p:cNvPr id="1141" name="Google Shape;1141;p46"/>
          <p:cNvSpPr/>
          <p:nvPr/>
        </p:nvSpPr>
        <p:spPr>
          <a:xfrm>
            <a:off x="6082850" y="1650950"/>
            <a:ext cx="723300" cy="723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chemeClr val="dk1"/>
                </a:solidFill>
                <a:latin typeface="Grand Hotel"/>
                <a:ea typeface="Grand Hotel"/>
                <a:cs typeface="Grand Hotel"/>
                <a:sym typeface="Grand Hotel"/>
              </a:rPr>
              <a:t>80%</a:t>
            </a:r>
            <a:endParaRPr sz="1800">
              <a:solidFill>
                <a:schemeClr val="dk1"/>
              </a:solidFill>
              <a:latin typeface="Grand Hotel"/>
              <a:ea typeface="Grand Hotel"/>
              <a:cs typeface="Grand Hotel"/>
              <a:sym typeface="Grand Hotel"/>
            </a:endParaRPr>
          </a:p>
        </p:txBody>
      </p:sp>
      <p:sp>
        <p:nvSpPr>
          <p:cNvPr id="1142" name="Google Shape;1142;p46"/>
          <p:cNvSpPr/>
          <p:nvPr/>
        </p:nvSpPr>
        <p:spPr>
          <a:xfrm>
            <a:off x="7402600" y="1650950"/>
            <a:ext cx="723300" cy="723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chemeClr val="dk1"/>
                </a:solidFill>
                <a:latin typeface="Grand Hotel"/>
                <a:ea typeface="Grand Hotel"/>
                <a:cs typeface="Grand Hotel"/>
                <a:sym typeface="Grand Hotel"/>
              </a:rPr>
              <a:t>10%</a:t>
            </a:r>
            <a:endParaRPr sz="1800">
              <a:solidFill>
                <a:schemeClr val="dk1"/>
              </a:solidFill>
              <a:latin typeface="Grand Hotel"/>
              <a:ea typeface="Grand Hotel"/>
              <a:cs typeface="Grand Hotel"/>
              <a:sym typeface="Grand Hotel"/>
            </a:endParaRPr>
          </a:p>
        </p:txBody>
      </p:sp>
      <p:sp>
        <p:nvSpPr>
          <p:cNvPr id="1143" name="Google Shape;1143;p46"/>
          <p:cNvSpPr/>
          <p:nvPr/>
        </p:nvSpPr>
        <p:spPr>
          <a:xfrm>
            <a:off x="4013875" y="233830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144" name="Google Shape;1144;p46"/>
          <p:cNvGrpSpPr/>
          <p:nvPr/>
        </p:nvGrpSpPr>
        <p:grpSpPr>
          <a:xfrm>
            <a:off x="6690460" y="-181982"/>
            <a:ext cx="894240" cy="665982"/>
            <a:chOff x="6690460" y="-181982"/>
            <a:chExt cx="894240" cy="665982"/>
          </a:xfrm>
        </p:grpSpPr>
        <p:sp>
          <p:nvSpPr>
            <p:cNvPr id="1145" name="Google Shape;1145;p46"/>
            <p:cNvSpPr/>
            <p:nvPr/>
          </p:nvSpPr>
          <p:spPr>
            <a:xfrm>
              <a:off x="7402600" y="2926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146" name="Google Shape;1146;p46"/>
            <p:cNvGrpSpPr/>
            <p:nvPr/>
          </p:nvGrpSpPr>
          <p:grpSpPr>
            <a:xfrm>
              <a:off x="6690460" y="-181982"/>
              <a:ext cx="627008" cy="627008"/>
              <a:chOff x="4329122" y="2173318"/>
              <a:chExt cx="627008" cy="627008"/>
            </a:xfrm>
          </p:grpSpPr>
          <p:sp>
            <p:nvSpPr>
              <p:cNvPr id="1147" name="Google Shape;1147;p46"/>
              <p:cNvSpPr/>
              <p:nvPr/>
            </p:nvSpPr>
            <p:spPr>
              <a:xfrm>
                <a:off x="4329122" y="2173318"/>
                <a:ext cx="627008" cy="627008"/>
              </a:xfrm>
              <a:custGeom>
                <a:avLst/>
                <a:gdLst/>
                <a:ahLst/>
                <a:cxnLst/>
                <a:rect l="l" t="t" r="r" b="b"/>
                <a:pathLst>
                  <a:path w="1100014" h="1100014" extrusionOk="0">
                    <a:moveTo>
                      <a:pt x="1100014" y="550007"/>
                    </a:moveTo>
                    <a:cubicBezTo>
                      <a:pt x="1100014" y="853768"/>
                      <a:pt x="853768" y="1100014"/>
                      <a:pt x="550007" y="1100014"/>
                    </a:cubicBezTo>
                    <a:cubicBezTo>
                      <a:pt x="246247" y="1100014"/>
                      <a:pt x="0" y="853768"/>
                      <a:pt x="0" y="550007"/>
                    </a:cubicBezTo>
                    <a:cubicBezTo>
                      <a:pt x="0" y="246247"/>
                      <a:pt x="246247" y="0"/>
                      <a:pt x="550007" y="0"/>
                    </a:cubicBezTo>
                    <a:cubicBezTo>
                      <a:pt x="853768" y="0"/>
                      <a:pt x="1100014" y="246247"/>
                      <a:pt x="1100014" y="55000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48" name="Google Shape;1148;p46"/>
              <p:cNvSpPr/>
              <p:nvPr/>
            </p:nvSpPr>
            <p:spPr>
              <a:xfrm>
                <a:off x="4360020" y="2210591"/>
                <a:ext cx="541351" cy="541351"/>
              </a:xfrm>
              <a:custGeom>
                <a:avLst/>
                <a:gdLst/>
                <a:ahLst/>
                <a:cxnLst/>
                <a:rect l="l" t="t" r="r" b="b"/>
                <a:pathLst>
                  <a:path w="949739" h="949739" extrusionOk="0">
                    <a:moveTo>
                      <a:pt x="949739" y="474870"/>
                    </a:moveTo>
                    <a:cubicBezTo>
                      <a:pt x="949739" y="737133"/>
                      <a:pt x="737133" y="949739"/>
                      <a:pt x="474870" y="949739"/>
                    </a:cubicBezTo>
                    <a:cubicBezTo>
                      <a:pt x="212606" y="949739"/>
                      <a:pt x="0" y="737133"/>
                      <a:pt x="0" y="474870"/>
                    </a:cubicBezTo>
                    <a:cubicBezTo>
                      <a:pt x="0" y="212606"/>
                      <a:pt x="212606" y="0"/>
                      <a:pt x="474870" y="0"/>
                    </a:cubicBezTo>
                    <a:cubicBezTo>
                      <a:pt x="737133" y="0"/>
                      <a:pt x="949739" y="212606"/>
                      <a:pt x="949739" y="47487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49" name="Google Shape;1149;p46"/>
              <p:cNvSpPr/>
              <p:nvPr/>
            </p:nvSpPr>
            <p:spPr>
              <a:xfrm>
                <a:off x="4409555" y="2248846"/>
                <a:ext cx="165929" cy="180766"/>
              </a:xfrm>
              <a:custGeom>
                <a:avLst/>
                <a:gdLst/>
                <a:ahLst/>
                <a:cxnLst/>
                <a:rect l="l" t="t" r="r" b="b"/>
                <a:pathLst>
                  <a:path w="291104" h="317133" extrusionOk="0">
                    <a:moveTo>
                      <a:pt x="290246" y="0"/>
                    </a:moveTo>
                    <a:cubicBezTo>
                      <a:pt x="283376" y="3435"/>
                      <a:pt x="274789" y="2576"/>
                      <a:pt x="267490" y="4294"/>
                    </a:cubicBezTo>
                    <a:cubicBezTo>
                      <a:pt x="259761" y="6011"/>
                      <a:pt x="252462" y="7299"/>
                      <a:pt x="244734" y="9016"/>
                    </a:cubicBezTo>
                    <a:cubicBezTo>
                      <a:pt x="230565" y="12881"/>
                      <a:pt x="216826" y="18892"/>
                      <a:pt x="203945" y="24903"/>
                    </a:cubicBezTo>
                    <a:cubicBezTo>
                      <a:pt x="190635" y="31343"/>
                      <a:pt x="177325" y="37783"/>
                      <a:pt x="164873" y="45941"/>
                    </a:cubicBezTo>
                    <a:cubicBezTo>
                      <a:pt x="152422" y="54099"/>
                      <a:pt x="140829" y="62686"/>
                      <a:pt x="129237" y="72132"/>
                    </a:cubicBezTo>
                    <a:cubicBezTo>
                      <a:pt x="106910" y="90594"/>
                      <a:pt x="87160" y="111633"/>
                      <a:pt x="69127" y="134389"/>
                    </a:cubicBezTo>
                    <a:cubicBezTo>
                      <a:pt x="51094" y="157574"/>
                      <a:pt x="33919" y="182477"/>
                      <a:pt x="21468" y="209527"/>
                    </a:cubicBezTo>
                    <a:cubicBezTo>
                      <a:pt x="18033" y="216826"/>
                      <a:pt x="15028" y="224554"/>
                      <a:pt x="12022" y="232282"/>
                    </a:cubicBezTo>
                    <a:cubicBezTo>
                      <a:pt x="9017" y="240440"/>
                      <a:pt x="7299" y="249027"/>
                      <a:pt x="5152" y="257615"/>
                    </a:cubicBezTo>
                    <a:cubicBezTo>
                      <a:pt x="3006" y="265772"/>
                      <a:pt x="859" y="274359"/>
                      <a:pt x="429" y="282947"/>
                    </a:cubicBezTo>
                    <a:cubicBezTo>
                      <a:pt x="0" y="291963"/>
                      <a:pt x="0" y="301409"/>
                      <a:pt x="0" y="310426"/>
                    </a:cubicBezTo>
                    <a:cubicBezTo>
                      <a:pt x="0" y="313002"/>
                      <a:pt x="5582" y="320301"/>
                      <a:pt x="7729" y="315578"/>
                    </a:cubicBezTo>
                    <a:cubicBezTo>
                      <a:pt x="10734" y="309567"/>
                      <a:pt x="13739" y="303985"/>
                      <a:pt x="17604" y="298833"/>
                    </a:cubicBezTo>
                    <a:cubicBezTo>
                      <a:pt x="21468" y="293251"/>
                      <a:pt x="24473" y="287240"/>
                      <a:pt x="27479" y="281229"/>
                    </a:cubicBezTo>
                    <a:cubicBezTo>
                      <a:pt x="29196" y="278224"/>
                      <a:pt x="30484" y="274789"/>
                      <a:pt x="32202" y="271783"/>
                    </a:cubicBezTo>
                    <a:cubicBezTo>
                      <a:pt x="33919" y="268778"/>
                      <a:pt x="36066" y="266202"/>
                      <a:pt x="37784" y="262767"/>
                    </a:cubicBezTo>
                    <a:cubicBezTo>
                      <a:pt x="40789" y="256326"/>
                      <a:pt x="43795" y="250315"/>
                      <a:pt x="47229" y="243875"/>
                    </a:cubicBezTo>
                    <a:cubicBezTo>
                      <a:pt x="60539" y="218543"/>
                      <a:pt x="74279" y="193640"/>
                      <a:pt x="91024" y="170455"/>
                    </a:cubicBezTo>
                    <a:cubicBezTo>
                      <a:pt x="106910" y="148128"/>
                      <a:pt x="126231" y="127090"/>
                      <a:pt x="145982" y="107769"/>
                    </a:cubicBezTo>
                    <a:cubicBezTo>
                      <a:pt x="166161" y="87589"/>
                      <a:pt x="188917" y="70415"/>
                      <a:pt x="211244" y="52381"/>
                    </a:cubicBezTo>
                    <a:cubicBezTo>
                      <a:pt x="223266" y="42506"/>
                      <a:pt x="237006" y="34349"/>
                      <a:pt x="250316" y="25761"/>
                    </a:cubicBezTo>
                    <a:cubicBezTo>
                      <a:pt x="256756" y="21468"/>
                      <a:pt x="262767" y="16316"/>
                      <a:pt x="269637" y="12451"/>
                    </a:cubicBezTo>
                    <a:cubicBezTo>
                      <a:pt x="273072" y="10304"/>
                      <a:pt x="275648" y="8587"/>
                      <a:pt x="278653" y="6011"/>
                    </a:cubicBezTo>
                    <a:cubicBezTo>
                      <a:pt x="281659" y="3435"/>
                      <a:pt x="287240" y="859"/>
                      <a:pt x="291105" y="0"/>
                    </a:cubicBezTo>
                    <a:cubicBezTo>
                      <a:pt x="291105" y="429"/>
                      <a:pt x="290675" y="0"/>
                      <a:pt x="290246" y="0"/>
                    </a:cubicBezTo>
                    <a:lnTo>
                      <a:pt x="290246"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50" name="Google Shape;1150;p46"/>
              <p:cNvSpPr/>
              <p:nvPr/>
            </p:nvSpPr>
            <p:spPr>
              <a:xfrm>
                <a:off x="4393098" y="2446285"/>
                <a:ext cx="15998" cy="46463"/>
              </a:xfrm>
              <a:custGeom>
                <a:avLst/>
                <a:gdLst/>
                <a:ahLst/>
                <a:cxnLst/>
                <a:rect l="l" t="t" r="r" b="b"/>
                <a:pathLst>
                  <a:path w="28067" h="81514" extrusionOk="0">
                    <a:moveTo>
                      <a:pt x="12070" y="2513"/>
                    </a:moveTo>
                    <a:cubicBezTo>
                      <a:pt x="8205" y="12817"/>
                      <a:pt x="4341" y="23122"/>
                      <a:pt x="2195" y="33856"/>
                    </a:cubicBezTo>
                    <a:cubicBezTo>
                      <a:pt x="1765" y="36432"/>
                      <a:pt x="906" y="39008"/>
                      <a:pt x="477" y="41584"/>
                    </a:cubicBezTo>
                    <a:cubicBezTo>
                      <a:pt x="48" y="44160"/>
                      <a:pt x="48" y="47166"/>
                      <a:pt x="48" y="49742"/>
                    </a:cubicBezTo>
                    <a:cubicBezTo>
                      <a:pt x="48" y="56182"/>
                      <a:pt x="-382" y="63052"/>
                      <a:pt x="1336" y="69063"/>
                    </a:cubicBezTo>
                    <a:cubicBezTo>
                      <a:pt x="2624" y="73786"/>
                      <a:pt x="5200" y="78079"/>
                      <a:pt x="9494" y="80226"/>
                    </a:cubicBezTo>
                    <a:cubicBezTo>
                      <a:pt x="12499" y="81514"/>
                      <a:pt x="17222" y="82803"/>
                      <a:pt x="18939" y="78938"/>
                    </a:cubicBezTo>
                    <a:cubicBezTo>
                      <a:pt x="21086" y="74215"/>
                      <a:pt x="21086" y="68204"/>
                      <a:pt x="22374" y="63481"/>
                    </a:cubicBezTo>
                    <a:cubicBezTo>
                      <a:pt x="22804" y="60905"/>
                      <a:pt x="23662" y="57900"/>
                      <a:pt x="24092" y="55324"/>
                    </a:cubicBezTo>
                    <a:cubicBezTo>
                      <a:pt x="24521" y="52747"/>
                      <a:pt x="24521" y="49742"/>
                      <a:pt x="24521" y="47166"/>
                    </a:cubicBezTo>
                    <a:cubicBezTo>
                      <a:pt x="25380" y="36002"/>
                      <a:pt x="26238" y="24839"/>
                      <a:pt x="27956" y="13676"/>
                    </a:cubicBezTo>
                    <a:cubicBezTo>
                      <a:pt x="28815" y="8953"/>
                      <a:pt x="24521" y="4230"/>
                      <a:pt x="21516" y="2083"/>
                    </a:cubicBezTo>
                    <a:cubicBezTo>
                      <a:pt x="19369" y="366"/>
                      <a:pt x="13787" y="-1781"/>
                      <a:pt x="12070" y="2513"/>
                    </a:cubicBezTo>
                    <a:lnTo>
                      <a:pt x="12070" y="25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51" name="Google Shape;1151;p46"/>
              <p:cNvSpPr/>
              <p:nvPr/>
            </p:nvSpPr>
            <p:spPr>
              <a:xfrm>
                <a:off x="4489742" y="2437666"/>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52" name="Google Shape;1152;p46"/>
              <p:cNvSpPr/>
              <p:nvPr/>
            </p:nvSpPr>
            <p:spPr>
              <a:xfrm>
                <a:off x="4627066" y="2437911"/>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3"/>
                      <a:pt x="27873" y="0"/>
                      <a:pt x="62257" y="0"/>
                    </a:cubicBezTo>
                    <a:cubicBezTo>
                      <a:pt x="96640" y="0"/>
                      <a:pt x="124514" y="27873"/>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53" name="Google Shape;1153;p46"/>
              <p:cNvSpPr/>
              <p:nvPr/>
            </p:nvSpPr>
            <p:spPr>
              <a:xfrm>
                <a:off x="4554971" y="2523493"/>
                <a:ext cx="70972" cy="70972"/>
              </a:xfrm>
              <a:custGeom>
                <a:avLst/>
                <a:gdLst/>
                <a:ahLst/>
                <a:cxnLst/>
                <a:rect l="l" t="t" r="r" b="b"/>
                <a:pathLst>
                  <a:path w="124513" h="124513" extrusionOk="0">
                    <a:moveTo>
                      <a:pt x="124514" y="62257"/>
                    </a:moveTo>
                    <a:cubicBezTo>
                      <a:pt x="124514" y="96640"/>
                      <a:pt x="96640" y="124514"/>
                      <a:pt x="62257" y="124514"/>
                    </a:cubicBezTo>
                    <a:cubicBezTo>
                      <a:pt x="27873" y="124514"/>
                      <a:pt x="0" y="96640"/>
                      <a:pt x="0" y="62257"/>
                    </a:cubicBezTo>
                    <a:cubicBezTo>
                      <a:pt x="0" y="27874"/>
                      <a:pt x="27873" y="0"/>
                      <a:pt x="62257" y="0"/>
                    </a:cubicBezTo>
                    <a:cubicBezTo>
                      <a:pt x="96640" y="0"/>
                      <a:pt x="124514" y="27874"/>
                      <a:pt x="124514" y="622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1157"/>
        <p:cNvGrpSpPr/>
        <p:nvPr/>
      </p:nvGrpSpPr>
      <p:grpSpPr>
        <a:xfrm>
          <a:off x="0" y="0"/>
          <a:ext cx="0" cy="0"/>
          <a:chOff x="0" y="0"/>
          <a:chExt cx="0" cy="0"/>
        </a:xfrm>
      </p:grpSpPr>
      <p:sp>
        <p:nvSpPr>
          <p:cNvPr id="1158" name="Google Shape;1158;p47"/>
          <p:cNvSpPr txBox="1">
            <a:spLocks noGrp="1"/>
          </p:cNvSpPr>
          <p:nvPr>
            <p:ph type="subTitle" idx="1"/>
          </p:nvPr>
        </p:nvSpPr>
        <p:spPr>
          <a:xfrm>
            <a:off x="943788" y="1540275"/>
            <a:ext cx="3856800" cy="1096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b="1"/>
              <a:t>Do you have any questions?</a:t>
            </a:r>
            <a:endParaRPr b="1"/>
          </a:p>
          <a:p>
            <a:pPr marL="0" lvl="0" indent="0" algn="ctr" rtl="0">
              <a:spcBef>
                <a:spcPts val="1000"/>
              </a:spcBef>
              <a:spcAft>
                <a:spcPts val="0"/>
              </a:spcAft>
              <a:buNone/>
            </a:pPr>
            <a:r>
              <a:rPr lang="en"/>
              <a:t>youremail@freepik.com </a:t>
            </a:r>
            <a:endParaRPr/>
          </a:p>
          <a:p>
            <a:pPr marL="0" lvl="0" indent="0" algn="ctr" rtl="0">
              <a:spcBef>
                <a:spcPts val="0"/>
              </a:spcBef>
              <a:spcAft>
                <a:spcPts val="0"/>
              </a:spcAft>
              <a:buNone/>
            </a:pPr>
            <a:r>
              <a:rPr lang="en"/>
              <a:t>+91  620 421 838 </a:t>
            </a:r>
            <a:endParaRPr/>
          </a:p>
          <a:p>
            <a:pPr marL="0" lvl="0" indent="0" algn="ctr" rtl="0">
              <a:spcBef>
                <a:spcPts val="0"/>
              </a:spcBef>
              <a:spcAft>
                <a:spcPts val="0"/>
              </a:spcAft>
              <a:buNone/>
            </a:pPr>
            <a:r>
              <a:rPr lang="en"/>
              <a:t>yourwebsite.com</a:t>
            </a:r>
            <a:endParaRPr/>
          </a:p>
        </p:txBody>
      </p:sp>
      <p:sp>
        <p:nvSpPr>
          <p:cNvPr id="1159" name="Google Shape;1159;p47"/>
          <p:cNvSpPr txBox="1">
            <a:spLocks noGrp="1"/>
          </p:cNvSpPr>
          <p:nvPr>
            <p:ph type="ctrTitle"/>
          </p:nvPr>
        </p:nvSpPr>
        <p:spPr>
          <a:xfrm>
            <a:off x="943700" y="546050"/>
            <a:ext cx="3856800" cy="105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6200"/>
              <a:t>Thanks</a:t>
            </a:r>
            <a:endParaRPr sz="6200"/>
          </a:p>
        </p:txBody>
      </p:sp>
      <p:sp>
        <p:nvSpPr>
          <p:cNvPr id="1160" name="Google Shape;1160;p47"/>
          <p:cNvSpPr txBox="1"/>
          <p:nvPr/>
        </p:nvSpPr>
        <p:spPr>
          <a:xfrm>
            <a:off x="943744" y="4233250"/>
            <a:ext cx="3856800" cy="28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Inter"/>
                <a:ea typeface="Inter"/>
                <a:cs typeface="Inter"/>
                <a:sym typeface="Inter"/>
              </a:rPr>
              <a:t>Please keep this slide for attribution</a:t>
            </a:r>
            <a:endParaRPr sz="1000">
              <a:solidFill>
                <a:schemeClr val="dk1"/>
              </a:solidFill>
              <a:latin typeface="Inter"/>
              <a:ea typeface="Inter"/>
              <a:cs typeface="Inter"/>
              <a:sym typeface="Inter"/>
            </a:endParaRPr>
          </a:p>
        </p:txBody>
      </p:sp>
      <p:sp>
        <p:nvSpPr>
          <p:cNvPr id="1161" name="Google Shape;1161;p47"/>
          <p:cNvSpPr/>
          <p:nvPr/>
        </p:nvSpPr>
        <p:spPr>
          <a:xfrm>
            <a:off x="1737175" y="2774875"/>
            <a:ext cx="616500" cy="6165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162" name="Google Shape;1162;p47"/>
          <p:cNvSpPr/>
          <p:nvPr/>
        </p:nvSpPr>
        <p:spPr>
          <a:xfrm>
            <a:off x="2563850" y="2774875"/>
            <a:ext cx="616500" cy="6165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163" name="Google Shape;1163;p47"/>
          <p:cNvSpPr/>
          <p:nvPr/>
        </p:nvSpPr>
        <p:spPr>
          <a:xfrm>
            <a:off x="3390525" y="2774875"/>
            <a:ext cx="616500" cy="6165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164" name="Google Shape;1164;p47"/>
          <p:cNvGrpSpPr/>
          <p:nvPr/>
        </p:nvGrpSpPr>
        <p:grpSpPr>
          <a:xfrm>
            <a:off x="2749732" y="2960757"/>
            <a:ext cx="244740" cy="244740"/>
            <a:chOff x="1379798" y="1723250"/>
            <a:chExt cx="397887" cy="397887"/>
          </a:xfrm>
        </p:grpSpPr>
        <p:sp>
          <p:nvSpPr>
            <p:cNvPr id="1165" name="Google Shape;1165;p47"/>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47"/>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47"/>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47"/>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 name="Google Shape;1169;p47"/>
          <p:cNvGrpSpPr/>
          <p:nvPr/>
        </p:nvGrpSpPr>
        <p:grpSpPr>
          <a:xfrm>
            <a:off x="1923062" y="2960757"/>
            <a:ext cx="244727" cy="244740"/>
            <a:chOff x="864491" y="1723250"/>
            <a:chExt cx="397866" cy="397887"/>
          </a:xfrm>
        </p:grpSpPr>
        <p:sp>
          <p:nvSpPr>
            <p:cNvPr id="1170" name="Google Shape;1170;p47"/>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47"/>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47"/>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3" name="Google Shape;1173;p47"/>
          <p:cNvSpPr/>
          <p:nvPr/>
        </p:nvSpPr>
        <p:spPr>
          <a:xfrm>
            <a:off x="3576402" y="2983018"/>
            <a:ext cx="245479" cy="200214"/>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 name="Google Shape;1174;p47"/>
          <p:cNvGrpSpPr/>
          <p:nvPr/>
        </p:nvGrpSpPr>
        <p:grpSpPr>
          <a:xfrm>
            <a:off x="5534655" y="1205151"/>
            <a:ext cx="2894237" cy="3257883"/>
            <a:chOff x="5222784" y="845011"/>
            <a:chExt cx="3265896" cy="3676239"/>
          </a:xfrm>
        </p:grpSpPr>
        <p:grpSp>
          <p:nvGrpSpPr>
            <p:cNvPr id="1175" name="Google Shape;1175;p47"/>
            <p:cNvGrpSpPr/>
            <p:nvPr/>
          </p:nvGrpSpPr>
          <p:grpSpPr>
            <a:xfrm>
              <a:off x="5222784" y="845011"/>
              <a:ext cx="3265896" cy="3453479"/>
              <a:chOff x="788133" y="2693239"/>
              <a:chExt cx="2857302" cy="3021417"/>
            </a:xfrm>
          </p:grpSpPr>
          <p:sp>
            <p:nvSpPr>
              <p:cNvPr id="1176" name="Google Shape;1176;p47"/>
              <p:cNvSpPr/>
              <p:nvPr/>
            </p:nvSpPr>
            <p:spPr>
              <a:xfrm rot="-5614580" flipH="1">
                <a:off x="1192090" y="4032453"/>
                <a:ext cx="393849" cy="1179462"/>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7" name="Google Shape;1177;p47"/>
              <p:cNvSpPr/>
              <p:nvPr/>
            </p:nvSpPr>
            <p:spPr>
              <a:xfrm rot="-5614580" flipH="1">
                <a:off x="1045938" y="4589192"/>
                <a:ext cx="194861" cy="76678"/>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8" name="Google Shape;1178;p47"/>
              <p:cNvSpPr/>
              <p:nvPr/>
            </p:nvSpPr>
            <p:spPr>
              <a:xfrm rot="-5614580" flipH="1">
                <a:off x="1016931" y="4613701"/>
                <a:ext cx="104297" cy="55416"/>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9" name="Google Shape;1179;p47"/>
              <p:cNvSpPr/>
              <p:nvPr/>
            </p:nvSpPr>
            <p:spPr>
              <a:xfrm rot="-2867368" flipH="1">
                <a:off x="1223635" y="3447744"/>
                <a:ext cx="394536" cy="1176969"/>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0" name="Google Shape;1180;p47"/>
              <p:cNvSpPr/>
              <p:nvPr/>
            </p:nvSpPr>
            <p:spPr>
              <a:xfrm rot="-2867368" flipH="1">
                <a:off x="1146608" y="3827918"/>
                <a:ext cx="195201" cy="76516"/>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1" name="Google Shape;1181;p47"/>
              <p:cNvSpPr/>
              <p:nvPr/>
            </p:nvSpPr>
            <p:spPr>
              <a:xfrm rot="-2867368" flipH="1">
                <a:off x="1130019" y="3795314"/>
                <a:ext cx="104478" cy="55299"/>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2" name="Google Shape;1182;p47"/>
              <p:cNvSpPr/>
              <p:nvPr/>
            </p:nvSpPr>
            <p:spPr>
              <a:xfrm flipH="1">
                <a:off x="1743051" y="3109611"/>
                <a:ext cx="396961" cy="1173348"/>
              </a:xfrm>
              <a:custGeom>
                <a:avLst/>
                <a:gdLst/>
                <a:ahLst/>
                <a:cxnLst/>
                <a:rect l="l" t="t" r="r" b="b"/>
                <a:pathLst>
                  <a:path w="517213" h="1538817" extrusionOk="0">
                    <a:moveTo>
                      <a:pt x="478867" y="608400"/>
                    </a:moveTo>
                    <a:cubicBezTo>
                      <a:pt x="346196" y="424205"/>
                      <a:pt x="330309" y="403166"/>
                      <a:pt x="315282" y="350356"/>
                    </a:cubicBezTo>
                    <a:cubicBezTo>
                      <a:pt x="294673" y="278223"/>
                      <a:pt x="385697" y="250744"/>
                      <a:pt x="379256" y="117644"/>
                    </a:cubicBezTo>
                    <a:cubicBezTo>
                      <a:pt x="379256" y="115068"/>
                      <a:pt x="378827" y="112062"/>
                      <a:pt x="378827" y="109486"/>
                    </a:cubicBezTo>
                    <a:cubicBezTo>
                      <a:pt x="366375" y="-36495"/>
                      <a:pt x="150409" y="-36495"/>
                      <a:pt x="138387" y="109486"/>
                    </a:cubicBezTo>
                    <a:cubicBezTo>
                      <a:pt x="137957" y="112062"/>
                      <a:pt x="137957" y="114638"/>
                      <a:pt x="137957" y="117644"/>
                    </a:cubicBezTo>
                    <a:cubicBezTo>
                      <a:pt x="131517" y="250744"/>
                      <a:pt x="222541" y="278223"/>
                      <a:pt x="201932" y="350356"/>
                    </a:cubicBezTo>
                    <a:cubicBezTo>
                      <a:pt x="186904" y="403166"/>
                      <a:pt x="171018" y="424205"/>
                      <a:pt x="38346" y="608400"/>
                    </a:cubicBezTo>
                    <a:cubicBezTo>
                      <a:pt x="-94325" y="792594"/>
                      <a:pt x="159854" y="1510051"/>
                      <a:pt x="159854" y="1510051"/>
                    </a:cubicBezTo>
                    <a:cubicBezTo>
                      <a:pt x="159854" y="1525937"/>
                      <a:pt x="204078" y="1538818"/>
                      <a:pt x="258607" y="1538818"/>
                    </a:cubicBezTo>
                    <a:cubicBezTo>
                      <a:pt x="313135" y="1538818"/>
                      <a:pt x="357359" y="1525937"/>
                      <a:pt x="357359" y="1510051"/>
                    </a:cubicBezTo>
                    <a:cubicBezTo>
                      <a:pt x="357359" y="1510051"/>
                      <a:pt x="611539" y="793023"/>
                      <a:pt x="478867" y="60840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3" name="Google Shape;1183;p47"/>
              <p:cNvSpPr/>
              <p:nvPr/>
            </p:nvSpPr>
            <p:spPr>
              <a:xfrm flipH="1">
                <a:off x="1853169" y="3413775"/>
                <a:ext cx="196401" cy="76281"/>
              </a:xfrm>
              <a:custGeom>
                <a:avLst/>
                <a:gdLst/>
                <a:ahLst/>
                <a:cxnLst/>
                <a:rect l="l" t="t" r="r" b="b"/>
                <a:pathLst>
                  <a:path w="255897" h="100040" extrusionOk="0">
                    <a:moveTo>
                      <a:pt x="45941" y="88018"/>
                    </a:moveTo>
                    <a:cubicBezTo>
                      <a:pt x="77284" y="80719"/>
                      <a:pt x="108627" y="74708"/>
                      <a:pt x="140829" y="70415"/>
                    </a:cubicBezTo>
                    <a:cubicBezTo>
                      <a:pt x="175607" y="66550"/>
                      <a:pt x="210815" y="63974"/>
                      <a:pt x="245593" y="63115"/>
                    </a:cubicBezTo>
                    <a:cubicBezTo>
                      <a:pt x="249027" y="63115"/>
                      <a:pt x="252462" y="63115"/>
                      <a:pt x="255897" y="62686"/>
                    </a:cubicBezTo>
                    <a:cubicBezTo>
                      <a:pt x="237864" y="36495"/>
                      <a:pt x="225842" y="18033"/>
                      <a:pt x="217684" y="2147"/>
                    </a:cubicBezTo>
                    <a:cubicBezTo>
                      <a:pt x="201798" y="859"/>
                      <a:pt x="185483" y="0"/>
                      <a:pt x="169596" y="0"/>
                    </a:cubicBezTo>
                    <a:cubicBezTo>
                      <a:pt x="142117" y="0"/>
                      <a:pt x="114639" y="1718"/>
                      <a:pt x="87589" y="4723"/>
                    </a:cubicBezTo>
                    <a:cubicBezTo>
                      <a:pt x="79002" y="5582"/>
                      <a:pt x="69985" y="6870"/>
                      <a:pt x="61398" y="8158"/>
                    </a:cubicBezTo>
                    <a:cubicBezTo>
                      <a:pt x="49376" y="29626"/>
                      <a:pt x="30914" y="56675"/>
                      <a:pt x="0" y="100041"/>
                    </a:cubicBezTo>
                    <a:cubicBezTo>
                      <a:pt x="15028" y="95747"/>
                      <a:pt x="30055" y="91453"/>
                      <a:pt x="45941" y="8801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4" name="Google Shape;1184;p47"/>
              <p:cNvSpPr/>
              <p:nvPr/>
            </p:nvSpPr>
            <p:spPr>
              <a:xfrm flipH="1">
                <a:off x="1889719" y="3349663"/>
                <a:ext cx="105121" cy="55129"/>
              </a:xfrm>
              <a:custGeom>
                <a:avLst/>
                <a:gdLst/>
                <a:ahLst/>
                <a:cxnLst/>
                <a:rect l="l" t="t" r="r" b="b"/>
                <a:pathLst>
                  <a:path w="136965" h="72300" extrusionOk="0">
                    <a:moveTo>
                      <a:pt x="126231" y="36235"/>
                    </a:moveTo>
                    <a:cubicBezTo>
                      <a:pt x="122796" y="24212"/>
                      <a:pt x="122367" y="13049"/>
                      <a:pt x="124514" y="2744"/>
                    </a:cubicBezTo>
                    <a:cubicBezTo>
                      <a:pt x="108198" y="1027"/>
                      <a:pt x="91883" y="598"/>
                      <a:pt x="75138" y="168"/>
                    </a:cubicBezTo>
                    <a:cubicBezTo>
                      <a:pt x="54958" y="-261"/>
                      <a:pt x="34778" y="168"/>
                      <a:pt x="14169" y="1027"/>
                    </a:cubicBezTo>
                    <a:cubicBezTo>
                      <a:pt x="16316" y="11761"/>
                      <a:pt x="16316" y="23354"/>
                      <a:pt x="12881" y="36235"/>
                    </a:cubicBezTo>
                    <a:cubicBezTo>
                      <a:pt x="9017" y="49115"/>
                      <a:pt x="5582" y="60278"/>
                      <a:pt x="0" y="72301"/>
                    </a:cubicBezTo>
                    <a:cubicBezTo>
                      <a:pt x="25332" y="70583"/>
                      <a:pt x="50235" y="69724"/>
                      <a:pt x="75567" y="68866"/>
                    </a:cubicBezTo>
                    <a:cubicBezTo>
                      <a:pt x="94029" y="68436"/>
                      <a:pt x="112492" y="67148"/>
                      <a:pt x="131383" y="67148"/>
                    </a:cubicBezTo>
                    <a:cubicBezTo>
                      <a:pt x="133101" y="67148"/>
                      <a:pt x="135248" y="67148"/>
                      <a:pt x="136965" y="67148"/>
                    </a:cubicBezTo>
                    <a:cubicBezTo>
                      <a:pt x="132672" y="56843"/>
                      <a:pt x="129237" y="46968"/>
                      <a:pt x="126231" y="3623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5" name="Google Shape;1185;p47"/>
              <p:cNvSpPr/>
              <p:nvPr/>
            </p:nvSpPr>
            <p:spPr>
              <a:xfrm flipH="1">
                <a:off x="1603197" y="3146744"/>
                <a:ext cx="21003" cy="19663"/>
              </a:xfrm>
              <a:custGeom>
                <a:avLst/>
                <a:gdLst/>
                <a:ahLst/>
                <a:cxnLst/>
                <a:rect l="l" t="t" r="r" b="b"/>
                <a:pathLst>
                  <a:path w="7299" h="6869" extrusionOk="0">
                    <a:moveTo>
                      <a:pt x="7299" y="0"/>
                    </a:moveTo>
                    <a:lnTo>
                      <a:pt x="0" y="3435"/>
                    </a:lnTo>
                    <a:cubicBezTo>
                      <a:pt x="0" y="4723"/>
                      <a:pt x="429" y="5582"/>
                      <a:pt x="429" y="6870"/>
                    </a:cubicBezTo>
                    <a:cubicBezTo>
                      <a:pt x="2576" y="4723"/>
                      <a:pt x="5152" y="2147"/>
                      <a:pt x="7299" y="0"/>
                    </a:cubicBezTo>
                    <a:close/>
                  </a:path>
                </a:pathLst>
              </a:custGeom>
              <a:solidFill>
                <a:srgbClr val="EAABA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6" name="Google Shape;1186;p47"/>
              <p:cNvSpPr/>
              <p:nvPr/>
            </p:nvSpPr>
            <p:spPr>
              <a:xfrm flipH="1">
                <a:off x="2020213" y="4240400"/>
                <a:ext cx="1312074" cy="1202631"/>
              </a:xfrm>
              <a:custGeom>
                <a:avLst/>
                <a:gdLst/>
                <a:ahLst/>
                <a:cxnLst/>
                <a:rect l="l" t="t" r="r" b="b"/>
                <a:pathLst>
                  <a:path w="455977" h="420133" extrusionOk="0">
                    <a:moveTo>
                      <a:pt x="48088" y="377322"/>
                    </a:moveTo>
                    <a:cubicBezTo>
                      <a:pt x="112063" y="409953"/>
                      <a:pt x="185053" y="424551"/>
                      <a:pt x="256327" y="418970"/>
                    </a:cubicBezTo>
                    <a:cubicBezTo>
                      <a:pt x="328029" y="413388"/>
                      <a:pt x="397585" y="388056"/>
                      <a:pt x="455978" y="346408"/>
                    </a:cubicBezTo>
                    <a:cubicBezTo>
                      <a:pt x="419483" y="258819"/>
                      <a:pt x="409178" y="161784"/>
                      <a:pt x="369248" y="75483"/>
                    </a:cubicBezTo>
                    <a:cubicBezTo>
                      <a:pt x="357226" y="49292"/>
                      <a:pt x="341339" y="23102"/>
                      <a:pt x="316007" y="9791"/>
                    </a:cubicBezTo>
                    <a:cubicBezTo>
                      <a:pt x="296257" y="-942"/>
                      <a:pt x="272642" y="-2230"/>
                      <a:pt x="250745" y="2922"/>
                    </a:cubicBezTo>
                    <a:cubicBezTo>
                      <a:pt x="228848" y="8503"/>
                      <a:pt x="209527" y="20525"/>
                      <a:pt x="192782" y="35553"/>
                    </a:cubicBezTo>
                    <a:cubicBezTo>
                      <a:pt x="192782" y="35553"/>
                      <a:pt x="136965" y="54445"/>
                      <a:pt x="54528" y="34265"/>
                    </a:cubicBezTo>
                    <a:lnTo>
                      <a:pt x="0" y="303472"/>
                    </a:lnTo>
                    <a:lnTo>
                      <a:pt x="48088" y="377322"/>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7" name="Google Shape;1187;p47"/>
              <p:cNvSpPr/>
              <p:nvPr/>
            </p:nvSpPr>
            <p:spPr>
              <a:xfrm flipH="1">
                <a:off x="2607972" y="4123183"/>
                <a:ext cx="545914" cy="360893"/>
              </a:xfrm>
              <a:custGeom>
                <a:avLst/>
                <a:gdLst/>
                <a:ahLst/>
                <a:cxnLst/>
                <a:rect l="l" t="t" r="r" b="b"/>
                <a:pathLst>
                  <a:path w="189718" h="126076" extrusionOk="0">
                    <a:moveTo>
                      <a:pt x="136907" y="0"/>
                    </a:moveTo>
                    <a:cubicBezTo>
                      <a:pt x="136478" y="22756"/>
                      <a:pt x="140342" y="46371"/>
                      <a:pt x="151076" y="66550"/>
                    </a:cubicBezTo>
                    <a:cubicBezTo>
                      <a:pt x="154940" y="73850"/>
                      <a:pt x="159664" y="80719"/>
                      <a:pt x="166533" y="85442"/>
                    </a:cubicBezTo>
                    <a:cubicBezTo>
                      <a:pt x="173403" y="89736"/>
                      <a:pt x="182849" y="91024"/>
                      <a:pt x="189719" y="86301"/>
                    </a:cubicBezTo>
                    <a:cubicBezTo>
                      <a:pt x="189719" y="86301"/>
                      <a:pt x="145065" y="173461"/>
                      <a:pt x="2089" y="89736"/>
                    </a:cubicBezTo>
                    <a:cubicBezTo>
                      <a:pt x="-9074" y="83296"/>
                      <a:pt x="27851" y="82437"/>
                      <a:pt x="33862" y="70844"/>
                    </a:cubicBezTo>
                    <a:cubicBezTo>
                      <a:pt x="39873" y="59251"/>
                      <a:pt x="40731" y="45512"/>
                      <a:pt x="39873" y="32202"/>
                    </a:cubicBezTo>
                    <a:cubicBezTo>
                      <a:pt x="39443" y="25761"/>
                      <a:pt x="39014" y="19321"/>
                      <a:pt x="36438" y="13310"/>
                    </a:cubicBezTo>
                    <a:lnTo>
                      <a:pt x="136907" y="0"/>
                    </a:ln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8" name="Google Shape;1188;p47"/>
              <p:cNvSpPr/>
              <p:nvPr/>
            </p:nvSpPr>
            <p:spPr>
              <a:xfrm flipH="1">
                <a:off x="2952332" y="5054306"/>
                <a:ext cx="691866" cy="310421"/>
              </a:xfrm>
              <a:custGeom>
                <a:avLst/>
                <a:gdLst/>
                <a:ahLst/>
                <a:cxnLst/>
                <a:rect l="l" t="t" r="r" b="b"/>
                <a:pathLst>
                  <a:path w="240440" h="108444" extrusionOk="0">
                    <a:moveTo>
                      <a:pt x="0" y="98240"/>
                    </a:moveTo>
                    <a:cubicBezTo>
                      <a:pt x="0" y="98240"/>
                      <a:pt x="85872" y="140317"/>
                      <a:pt x="240440" y="53587"/>
                    </a:cubicBezTo>
                    <a:cubicBezTo>
                      <a:pt x="240440" y="53587"/>
                      <a:pt x="237435" y="5928"/>
                      <a:pt x="190206" y="346"/>
                    </a:cubicBezTo>
                    <a:cubicBezTo>
                      <a:pt x="142547" y="-4806"/>
                      <a:pt x="18892" y="48435"/>
                      <a:pt x="0" y="9824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9" name="Google Shape;1189;p47"/>
              <p:cNvSpPr/>
              <p:nvPr/>
            </p:nvSpPr>
            <p:spPr>
              <a:xfrm flipH="1">
                <a:off x="2445519" y="4780711"/>
                <a:ext cx="378055" cy="640327"/>
              </a:xfrm>
              <a:custGeom>
                <a:avLst/>
                <a:gdLst/>
                <a:ahLst/>
                <a:cxnLst/>
                <a:rect l="l" t="t" r="r" b="b"/>
                <a:pathLst>
                  <a:path w="131383" h="223695" extrusionOk="0">
                    <a:moveTo>
                      <a:pt x="131383" y="208668"/>
                    </a:moveTo>
                    <a:cubicBezTo>
                      <a:pt x="130095" y="137394"/>
                      <a:pt x="120220" y="66980"/>
                      <a:pt x="99611" y="0"/>
                    </a:cubicBezTo>
                    <a:cubicBezTo>
                      <a:pt x="72132" y="26620"/>
                      <a:pt x="37783" y="45083"/>
                      <a:pt x="0" y="50664"/>
                    </a:cubicBezTo>
                    <a:cubicBezTo>
                      <a:pt x="5582" y="108198"/>
                      <a:pt x="5582" y="166161"/>
                      <a:pt x="0" y="223695"/>
                    </a:cubicBezTo>
                    <a:lnTo>
                      <a:pt x="131383" y="208668"/>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0" name="Google Shape;1190;p47"/>
              <p:cNvSpPr/>
              <p:nvPr/>
            </p:nvSpPr>
            <p:spPr>
              <a:xfrm flipH="1">
                <a:off x="2076226" y="4732690"/>
                <a:ext cx="1483806" cy="981966"/>
              </a:xfrm>
              <a:custGeom>
                <a:avLst/>
                <a:gdLst/>
                <a:ahLst/>
                <a:cxnLst/>
                <a:rect l="l" t="t" r="r" b="b"/>
                <a:pathLst>
                  <a:path w="515658" h="343045" extrusionOk="0">
                    <a:moveTo>
                      <a:pt x="140400" y="88877"/>
                    </a:moveTo>
                    <a:lnTo>
                      <a:pt x="203945" y="201369"/>
                    </a:lnTo>
                    <a:cubicBezTo>
                      <a:pt x="203945" y="201369"/>
                      <a:pt x="320301" y="130095"/>
                      <a:pt x="351215" y="104334"/>
                    </a:cubicBezTo>
                    <a:cubicBezTo>
                      <a:pt x="381270" y="79002"/>
                      <a:pt x="468000" y="0"/>
                      <a:pt x="468000" y="0"/>
                    </a:cubicBezTo>
                    <a:lnTo>
                      <a:pt x="515658" y="46800"/>
                    </a:lnTo>
                    <a:cubicBezTo>
                      <a:pt x="515658" y="46800"/>
                      <a:pt x="345633" y="355938"/>
                      <a:pt x="215537" y="342627"/>
                    </a:cubicBezTo>
                    <a:cubicBezTo>
                      <a:pt x="85442" y="329317"/>
                      <a:pt x="0" y="155857"/>
                      <a:pt x="0" y="155857"/>
                    </a:cubicBezTo>
                    <a:cubicBezTo>
                      <a:pt x="0" y="155857"/>
                      <a:pt x="53670" y="83296"/>
                      <a:pt x="140400" y="88877"/>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1" name="Google Shape;1191;p47"/>
              <p:cNvSpPr/>
              <p:nvPr/>
            </p:nvSpPr>
            <p:spPr>
              <a:xfrm flipH="1">
                <a:off x="2549812" y="4337436"/>
                <a:ext cx="1095623" cy="995517"/>
              </a:xfrm>
              <a:custGeom>
                <a:avLst/>
                <a:gdLst/>
                <a:ahLst/>
                <a:cxnLst/>
                <a:rect l="l" t="t" r="r" b="b"/>
                <a:pathLst>
                  <a:path w="380755" h="347779" extrusionOk="0">
                    <a:moveTo>
                      <a:pt x="340481" y="6870"/>
                    </a:moveTo>
                    <a:cubicBezTo>
                      <a:pt x="339193" y="25761"/>
                      <a:pt x="324594" y="42077"/>
                      <a:pt x="306991" y="49376"/>
                    </a:cubicBezTo>
                    <a:cubicBezTo>
                      <a:pt x="289387" y="56675"/>
                      <a:pt x="269207" y="55817"/>
                      <a:pt x="250745" y="51952"/>
                    </a:cubicBezTo>
                    <a:cubicBezTo>
                      <a:pt x="217255" y="44653"/>
                      <a:pt x="185912" y="26191"/>
                      <a:pt x="163156" y="0"/>
                    </a:cubicBezTo>
                    <a:cubicBezTo>
                      <a:pt x="111633" y="1288"/>
                      <a:pt x="64833" y="35207"/>
                      <a:pt x="38642" y="79431"/>
                    </a:cubicBezTo>
                    <a:cubicBezTo>
                      <a:pt x="12022" y="123655"/>
                      <a:pt x="3864" y="176466"/>
                      <a:pt x="4294" y="227560"/>
                    </a:cubicBezTo>
                    <a:cubicBezTo>
                      <a:pt x="4723" y="267919"/>
                      <a:pt x="10305" y="309138"/>
                      <a:pt x="0" y="347780"/>
                    </a:cubicBezTo>
                    <a:cubicBezTo>
                      <a:pt x="0" y="347780"/>
                      <a:pt x="58393" y="297974"/>
                      <a:pt x="95317" y="287670"/>
                    </a:cubicBezTo>
                    <a:cubicBezTo>
                      <a:pt x="119791" y="280800"/>
                      <a:pt x="145123" y="276077"/>
                      <a:pt x="170884" y="277365"/>
                    </a:cubicBezTo>
                    <a:cubicBezTo>
                      <a:pt x="196217" y="279083"/>
                      <a:pt x="221978" y="287240"/>
                      <a:pt x="241299" y="303985"/>
                    </a:cubicBezTo>
                    <a:cubicBezTo>
                      <a:pt x="241299" y="303985"/>
                      <a:pt x="252462" y="288099"/>
                      <a:pt x="268349" y="263196"/>
                    </a:cubicBezTo>
                    <a:cubicBezTo>
                      <a:pt x="276506" y="250745"/>
                      <a:pt x="270066" y="183336"/>
                      <a:pt x="270066" y="183336"/>
                    </a:cubicBezTo>
                    <a:cubicBezTo>
                      <a:pt x="270066" y="183336"/>
                      <a:pt x="317725" y="184624"/>
                      <a:pt x="328459" y="165732"/>
                    </a:cubicBezTo>
                    <a:cubicBezTo>
                      <a:pt x="361519" y="108198"/>
                      <a:pt x="388569" y="49376"/>
                      <a:pt x="378694" y="28767"/>
                    </a:cubicBezTo>
                    <a:cubicBezTo>
                      <a:pt x="356367" y="-16316"/>
                      <a:pt x="340481" y="6870"/>
                      <a:pt x="340481" y="687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2" name="Google Shape;1192;p47"/>
              <p:cNvSpPr/>
              <p:nvPr/>
            </p:nvSpPr>
            <p:spPr>
              <a:xfrm flipH="1">
                <a:off x="2539578" y="4428553"/>
                <a:ext cx="373114" cy="495301"/>
              </a:xfrm>
              <a:custGeom>
                <a:avLst/>
                <a:gdLst/>
                <a:ahLst/>
                <a:cxnLst/>
                <a:rect l="l" t="t" r="r" b="b"/>
                <a:pathLst>
                  <a:path w="129666" h="173031" extrusionOk="0">
                    <a:moveTo>
                      <a:pt x="76426" y="0"/>
                    </a:moveTo>
                    <a:cubicBezTo>
                      <a:pt x="76426" y="0"/>
                      <a:pt x="69985" y="8587"/>
                      <a:pt x="50664" y="14169"/>
                    </a:cubicBezTo>
                    <a:cubicBezTo>
                      <a:pt x="31343" y="20180"/>
                      <a:pt x="0" y="15886"/>
                      <a:pt x="0" y="15886"/>
                    </a:cubicBezTo>
                    <a:cubicBezTo>
                      <a:pt x="15028" y="67409"/>
                      <a:pt x="24903" y="120220"/>
                      <a:pt x="30055" y="173031"/>
                    </a:cubicBezTo>
                    <a:cubicBezTo>
                      <a:pt x="67838" y="167450"/>
                      <a:pt x="102187" y="148987"/>
                      <a:pt x="129666" y="122367"/>
                    </a:cubicBezTo>
                    <a:cubicBezTo>
                      <a:pt x="116785" y="80290"/>
                      <a:pt x="99182" y="39501"/>
                      <a:pt x="76426"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3" name="Google Shape;1193;p47"/>
              <p:cNvSpPr/>
              <p:nvPr/>
            </p:nvSpPr>
            <p:spPr>
              <a:xfrm flipH="1">
                <a:off x="2951159" y="4791583"/>
                <a:ext cx="53124" cy="418423"/>
              </a:xfrm>
              <a:custGeom>
                <a:avLst/>
                <a:gdLst/>
                <a:ahLst/>
                <a:cxnLst/>
                <a:rect l="l" t="t" r="r" b="b"/>
                <a:pathLst>
                  <a:path w="18462" h="146174" extrusionOk="0">
                    <a:moveTo>
                      <a:pt x="18462" y="146055"/>
                    </a:moveTo>
                    <a:cubicBezTo>
                      <a:pt x="18462" y="134891"/>
                      <a:pt x="16745" y="123728"/>
                      <a:pt x="15886" y="112994"/>
                    </a:cubicBezTo>
                    <a:cubicBezTo>
                      <a:pt x="14598" y="100972"/>
                      <a:pt x="13739" y="88950"/>
                      <a:pt x="12451" y="76928"/>
                    </a:cubicBezTo>
                    <a:cubicBezTo>
                      <a:pt x="11593" y="64906"/>
                      <a:pt x="10305" y="52884"/>
                      <a:pt x="9446" y="40433"/>
                    </a:cubicBezTo>
                    <a:cubicBezTo>
                      <a:pt x="8587" y="28411"/>
                      <a:pt x="9446" y="15530"/>
                      <a:pt x="6011" y="3937"/>
                    </a:cubicBezTo>
                    <a:cubicBezTo>
                      <a:pt x="5582" y="3079"/>
                      <a:pt x="1717" y="-2074"/>
                      <a:pt x="859" y="932"/>
                    </a:cubicBezTo>
                    <a:cubicBezTo>
                      <a:pt x="-429" y="6084"/>
                      <a:pt x="0" y="12095"/>
                      <a:pt x="429" y="17247"/>
                    </a:cubicBezTo>
                    <a:cubicBezTo>
                      <a:pt x="859" y="23258"/>
                      <a:pt x="1288" y="29699"/>
                      <a:pt x="1717" y="35710"/>
                    </a:cubicBezTo>
                    <a:cubicBezTo>
                      <a:pt x="2576" y="47732"/>
                      <a:pt x="3864" y="60183"/>
                      <a:pt x="5152" y="72205"/>
                    </a:cubicBezTo>
                    <a:cubicBezTo>
                      <a:pt x="7728" y="96678"/>
                      <a:pt x="10734" y="122011"/>
                      <a:pt x="18033" y="145625"/>
                    </a:cubicBezTo>
                    <a:cubicBezTo>
                      <a:pt x="17604" y="145625"/>
                      <a:pt x="18462" y="146484"/>
                      <a:pt x="18462" y="146055"/>
                    </a:cubicBezTo>
                    <a:lnTo>
                      <a:pt x="18462" y="1460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4" name="Google Shape;1194;p47"/>
              <p:cNvSpPr/>
              <p:nvPr/>
            </p:nvSpPr>
            <p:spPr>
              <a:xfrm flipH="1">
                <a:off x="2403202" y="2965738"/>
                <a:ext cx="250800" cy="691946"/>
              </a:xfrm>
              <a:custGeom>
                <a:avLst/>
                <a:gdLst/>
                <a:ahLst/>
                <a:cxnLst/>
                <a:rect l="l" t="t" r="r" b="b"/>
                <a:pathLst>
                  <a:path w="87159" h="241728" extrusionOk="0">
                    <a:moveTo>
                      <a:pt x="48947" y="0"/>
                    </a:moveTo>
                    <a:cubicBezTo>
                      <a:pt x="60110" y="12881"/>
                      <a:pt x="66121" y="29196"/>
                      <a:pt x="71703" y="45083"/>
                    </a:cubicBezTo>
                    <a:cubicBezTo>
                      <a:pt x="80719" y="72991"/>
                      <a:pt x="87160" y="101758"/>
                      <a:pt x="87160" y="131384"/>
                    </a:cubicBezTo>
                    <a:cubicBezTo>
                      <a:pt x="87160" y="160580"/>
                      <a:pt x="80719" y="190635"/>
                      <a:pt x="65262" y="215538"/>
                    </a:cubicBezTo>
                    <a:lnTo>
                      <a:pt x="9875" y="241728"/>
                    </a:lnTo>
                    <a:lnTo>
                      <a:pt x="0" y="33919"/>
                    </a:lnTo>
                    <a:lnTo>
                      <a:pt x="4894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5" name="Google Shape;1195;p47"/>
              <p:cNvSpPr/>
              <p:nvPr/>
            </p:nvSpPr>
            <p:spPr>
              <a:xfrm flipH="1">
                <a:off x="2340937" y="3539508"/>
                <a:ext cx="225803" cy="288895"/>
              </a:xfrm>
              <a:custGeom>
                <a:avLst/>
                <a:gdLst/>
                <a:ahLst/>
                <a:cxnLst/>
                <a:rect l="l" t="t" r="r" b="b"/>
                <a:pathLst>
                  <a:path w="78472" h="100924" extrusionOk="0">
                    <a:moveTo>
                      <a:pt x="1503" y="30923"/>
                    </a:moveTo>
                    <a:cubicBezTo>
                      <a:pt x="5367" y="23624"/>
                      <a:pt x="10949" y="16754"/>
                      <a:pt x="17389" y="11173"/>
                    </a:cubicBezTo>
                    <a:cubicBezTo>
                      <a:pt x="24688" y="5162"/>
                      <a:pt x="33705" y="10"/>
                      <a:pt x="43151" y="10"/>
                    </a:cubicBezTo>
                    <a:cubicBezTo>
                      <a:pt x="59466" y="-420"/>
                      <a:pt x="74065" y="13749"/>
                      <a:pt x="77499" y="29635"/>
                    </a:cubicBezTo>
                    <a:cubicBezTo>
                      <a:pt x="80934" y="45951"/>
                      <a:pt x="74923" y="62696"/>
                      <a:pt x="65048" y="76006"/>
                    </a:cubicBezTo>
                    <a:cubicBezTo>
                      <a:pt x="59037" y="84164"/>
                      <a:pt x="50879" y="91463"/>
                      <a:pt x="41863" y="96185"/>
                    </a:cubicBezTo>
                    <a:cubicBezTo>
                      <a:pt x="32846" y="100909"/>
                      <a:pt x="21683" y="102197"/>
                      <a:pt x="11808" y="99620"/>
                    </a:cubicBezTo>
                    <a:cubicBezTo>
                      <a:pt x="11378" y="99620"/>
                      <a:pt x="-4937" y="42516"/>
                      <a:pt x="1503" y="30923"/>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6" name="Google Shape;1196;p47"/>
              <p:cNvSpPr/>
              <p:nvPr/>
            </p:nvSpPr>
            <p:spPr>
              <a:xfrm flipH="1">
                <a:off x="2422699" y="3593716"/>
                <a:ext cx="84938" cy="191550"/>
              </a:xfrm>
              <a:custGeom>
                <a:avLst/>
                <a:gdLst/>
                <a:ahLst/>
                <a:cxnLst/>
                <a:rect l="l" t="t" r="r" b="b"/>
                <a:pathLst>
                  <a:path w="29518" h="66917" extrusionOk="0">
                    <a:moveTo>
                      <a:pt x="28659" y="430"/>
                    </a:moveTo>
                    <a:cubicBezTo>
                      <a:pt x="16637" y="-859"/>
                      <a:pt x="8480" y="13739"/>
                      <a:pt x="4616" y="23185"/>
                    </a:cubicBezTo>
                    <a:cubicBezTo>
                      <a:pt x="2039" y="29626"/>
                      <a:pt x="751" y="36495"/>
                      <a:pt x="322" y="43795"/>
                    </a:cubicBezTo>
                    <a:cubicBezTo>
                      <a:pt x="-107" y="47229"/>
                      <a:pt x="-107" y="51094"/>
                      <a:pt x="322" y="54528"/>
                    </a:cubicBezTo>
                    <a:cubicBezTo>
                      <a:pt x="322" y="58822"/>
                      <a:pt x="1610" y="62257"/>
                      <a:pt x="3327" y="66121"/>
                    </a:cubicBezTo>
                    <a:cubicBezTo>
                      <a:pt x="3327" y="66550"/>
                      <a:pt x="4616" y="67409"/>
                      <a:pt x="5045" y="66550"/>
                    </a:cubicBezTo>
                    <a:cubicBezTo>
                      <a:pt x="6333" y="63974"/>
                      <a:pt x="7192" y="61828"/>
                      <a:pt x="7621" y="58393"/>
                    </a:cubicBezTo>
                    <a:cubicBezTo>
                      <a:pt x="8050" y="54958"/>
                      <a:pt x="8050" y="51952"/>
                      <a:pt x="8480" y="48517"/>
                    </a:cubicBezTo>
                    <a:cubicBezTo>
                      <a:pt x="8909" y="41648"/>
                      <a:pt x="10627" y="35207"/>
                      <a:pt x="12773" y="28767"/>
                    </a:cubicBezTo>
                    <a:cubicBezTo>
                      <a:pt x="14491" y="23615"/>
                      <a:pt x="17067" y="18892"/>
                      <a:pt x="20502" y="14169"/>
                    </a:cubicBezTo>
                    <a:cubicBezTo>
                      <a:pt x="23937" y="9446"/>
                      <a:pt x="27801" y="5582"/>
                      <a:pt x="29518" y="0"/>
                    </a:cubicBezTo>
                    <a:cubicBezTo>
                      <a:pt x="29089" y="430"/>
                      <a:pt x="28659" y="430"/>
                      <a:pt x="28659" y="430"/>
                    </a:cubicBezTo>
                    <a:lnTo>
                      <a:pt x="28659" y="4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7" name="Google Shape;1197;p47"/>
              <p:cNvSpPr/>
              <p:nvPr/>
            </p:nvSpPr>
            <p:spPr>
              <a:xfrm flipH="1">
                <a:off x="2407608" y="3665853"/>
                <a:ext cx="84906" cy="71792"/>
              </a:xfrm>
              <a:custGeom>
                <a:avLst/>
                <a:gdLst/>
                <a:ahLst/>
                <a:cxnLst/>
                <a:rect l="l" t="t" r="r" b="b"/>
                <a:pathLst>
                  <a:path w="29507" h="25080" extrusionOk="0">
                    <a:moveTo>
                      <a:pt x="1086" y="6189"/>
                    </a:moveTo>
                    <a:cubicBezTo>
                      <a:pt x="2374" y="7048"/>
                      <a:pt x="3662" y="7477"/>
                      <a:pt x="5380" y="7906"/>
                    </a:cubicBezTo>
                    <a:cubicBezTo>
                      <a:pt x="7097" y="8336"/>
                      <a:pt x="7956" y="8336"/>
                      <a:pt x="9244" y="8765"/>
                    </a:cubicBezTo>
                    <a:cubicBezTo>
                      <a:pt x="9673" y="8765"/>
                      <a:pt x="10532" y="9194"/>
                      <a:pt x="10961" y="9194"/>
                    </a:cubicBezTo>
                    <a:cubicBezTo>
                      <a:pt x="11391" y="9194"/>
                      <a:pt x="10532" y="9194"/>
                      <a:pt x="11391" y="9194"/>
                    </a:cubicBezTo>
                    <a:cubicBezTo>
                      <a:pt x="11820" y="9194"/>
                      <a:pt x="11820" y="9624"/>
                      <a:pt x="12249" y="9624"/>
                    </a:cubicBezTo>
                    <a:cubicBezTo>
                      <a:pt x="12679" y="10053"/>
                      <a:pt x="13538" y="10053"/>
                      <a:pt x="13967" y="10482"/>
                    </a:cubicBezTo>
                    <a:cubicBezTo>
                      <a:pt x="13967" y="10482"/>
                      <a:pt x="14826" y="10912"/>
                      <a:pt x="13967" y="10482"/>
                    </a:cubicBezTo>
                    <a:cubicBezTo>
                      <a:pt x="14396" y="10482"/>
                      <a:pt x="14396" y="10912"/>
                      <a:pt x="14826" y="10912"/>
                    </a:cubicBezTo>
                    <a:cubicBezTo>
                      <a:pt x="15255" y="11341"/>
                      <a:pt x="15684" y="11771"/>
                      <a:pt x="16114" y="12200"/>
                    </a:cubicBezTo>
                    <a:cubicBezTo>
                      <a:pt x="16114" y="12200"/>
                      <a:pt x="16972" y="13059"/>
                      <a:pt x="16543" y="12629"/>
                    </a:cubicBezTo>
                    <a:cubicBezTo>
                      <a:pt x="16114" y="12200"/>
                      <a:pt x="16972" y="13059"/>
                      <a:pt x="16972" y="13059"/>
                    </a:cubicBezTo>
                    <a:cubicBezTo>
                      <a:pt x="17402" y="13488"/>
                      <a:pt x="17831" y="13917"/>
                      <a:pt x="18261" y="14347"/>
                    </a:cubicBezTo>
                    <a:cubicBezTo>
                      <a:pt x="18261" y="14347"/>
                      <a:pt x="19119" y="15205"/>
                      <a:pt x="18690" y="14776"/>
                    </a:cubicBezTo>
                    <a:cubicBezTo>
                      <a:pt x="18261" y="14347"/>
                      <a:pt x="19119" y="15205"/>
                      <a:pt x="19119" y="15205"/>
                    </a:cubicBezTo>
                    <a:cubicBezTo>
                      <a:pt x="19978" y="16064"/>
                      <a:pt x="20407" y="17352"/>
                      <a:pt x="21266" y="18640"/>
                    </a:cubicBezTo>
                    <a:cubicBezTo>
                      <a:pt x="21266" y="19069"/>
                      <a:pt x="21695" y="19069"/>
                      <a:pt x="21695" y="19499"/>
                    </a:cubicBezTo>
                    <a:cubicBezTo>
                      <a:pt x="21266" y="18640"/>
                      <a:pt x="21695" y="19499"/>
                      <a:pt x="21695" y="19499"/>
                    </a:cubicBezTo>
                    <a:cubicBezTo>
                      <a:pt x="22125" y="20358"/>
                      <a:pt x="22554" y="21216"/>
                      <a:pt x="22983" y="22075"/>
                    </a:cubicBezTo>
                    <a:cubicBezTo>
                      <a:pt x="23842" y="23363"/>
                      <a:pt x="25559" y="25081"/>
                      <a:pt x="27277" y="25081"/>
                    </a:cubicBezTo>
                    <a:cubicBezTo>
                      <a:pt x="28565" y="25081"/>
                      <a:pt x="29853" y="23793"/>
                      <a:pt x="29424" y="22505"/>
                    </a:cubicBezTo>
                    <a:cubicBezTo>
                      <a:pt x="28565" y="19069"/>
                      <a:pt x="26418" y="15205"/>
                      <a:pt x="24271" y="12629"/>
                    </a:cubicBezTo>
                    <a:cubicBezTo>
                      <a:pt x="22125" y="10053"/>
                      <a:pt x="19978" y="7477"/>
                      <a:pt x="16972" y="5330"/>
                    </a:cubicBezTo>
                    <a:cubicBezTo>
                      <a:pt x="13967" y="3183"/>
                      <a:pt x="10961" y="1466"/>
                      <a:pt x="7527" y="607"/>
                    </a:cubicBezTo>
                    <a:cubicBezTo>
                      <a:pt x="5809" y="178"/>
                      <a:pt x="4092" y="-252"/>
                      <a:pt x="2374" y="178"/>
                    </a:cubicBezTo>
                    <a:cubicBezTo>
                      <a:pt x="1086" y="607"/>
                      <a:pt x="657" y="1037"/>
                      <a:pt x="657" y="2325"/>
                    </a:cubicBezTo>
                    <a:cubicBezTo>
                      <a:pt x="-631" y="4042"/>
                      <a:pt x="228" y="5330"/>
                      <a:pt x="1086" y="6189"/>
                    </a:cubicBezTo>
                    <a:lnTo>
                      <a:pt x="1086" y="618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8" name="Google Shape;1198;p47"/>
              <p:cNvSpPr/>
              <p:nvPr/>
            </p:nvSpPr>
            <p:spPr>
              <a:xfrm flipH="1">
                <a:off x="3278319" y="3602557"/>
                <a:ext cx="267645" cy="294076"/>
              </a:xfrm>
              <a:custGeom>
                <a:avLst/>
                <a:gdLst/>
                <a:ahLst/>
                <a:cxnLst/>
                <a:rect l="l" t="t" r="r" b="b"/>
                <a:pathLst>
                  <a:path w="93013" h="102734" extrusionOk="0">
                    <a:moveTo>
                      <a:pt x="80133" y="20102"/>
                    </a:moveTo>
                    <a:cubicBezTo>
                      <a:pt x="73263" y="13662"/>
                      <a:pt x="65534" y="8080"/>
                      <a:pt x="56947" y="4645"/>
                    </a:cubicBezTo>
                    <a:cubicBezTo>
                      <a:pt x="47501" y="352"/>
                      <a:pt x="36338" y="-1366"/>
                      <a:pt x="26463" y="1210"/>
                    </a:cubicBezTo>
                    <a:cubicBezTo>
                      <a:pt x="8859" y="6363"/>
                      <a:pt x="-1875" y="26113"/>
                      <a:pt x="272" y="44146"/>
                    </a:cubicBezTo>
                    <a:cubicBezTo>
                      <a:pt x="1989" y="62179"/>
                      <a:pt x="14011" y="78065"/>
                      <a:pt x="28610" y="88799"/>
                    </a:cubicBezTo>
                    <a:cubicBezTo>
                      <a:pt x="38056" y="95669"/>
                      <a:pt x="48360" y="100392"/>
                      <a:pt x="59953" y="102109"/>
                    </a:cubicBezTo>
                    <a:cubicBezTo>
                      <a:pt x="71116" y="103827"/>
                      <a:pt x="83138" y="102109"/>
                      <a:pt x="93013" y="95669"/>
                    </a:cubicBezTo>
                    <a:cubicBezTo>
                      <a:pt x="92155" y="95669"/>
                      <a:pt x="90437" y="29977"/>
                      <a:pt x="80133" y="20102"/>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9" name="Google Shape;1199;p47"/>
              <p:cNvSpPr/>
              <p:nvPr/>
            </p:nvSpPr>
            <p:spPr>
              <a:xfrm flipH="1">
                <a:off x="3326953" y="3671090"/>
                <a:ext cx="128420" cy="163480"/>
              </a:xfrm>
              <a:custGeom>
                <a:avLst/>
                <a:gdLst/>
                <a:ahLst/>
                <a:cxnLst/>
                <a:rect l="l" t="t" r="r" b="b"/>
                <a:pathLst>
                  <a:path w="44629" h="57111" extrusionOk="0">
                    <a:moveTo>
                      <a:pt x="191" y="1357"/>
                    </a:moveTo>
                    <a:cubicBezTo>
                      <a:pt x="4484" y="5221"/>
                      <a:pt x="9637" y="7798"/>
                      <a:pt x="14360" y="11232"/>
                    </a:cubicBezTo>
                    <a:cubicBezTo>
                      <a:pt x="18653" y="14667"/>
                      <a:pt x="22517" y="18102"/>
                      <a:pt x="25523" y="22825"/>
                    </a:cubicBezTo>
                    <a:cubicBezTo>
                      <a:pt x="28958" y="27548"/>
                      <a:pt x="31963" y="33130"/>
                      <a:pt x="34540" y="38711"/>
                    </a:cubicBezTo>
                    <a:cubicBezTo>
                      <a:pt x="35828" y="41717"/>
                      <a:pt x="37116" y="44722"/>
                      <a:pt x="37974" y="47728"/>
                    </a:cubicBezTo>
                    <a:cubicBezTo>
                      <a:pt x="39262" y="50733"/>
                      <a:pt x="40980" y="53739"/>
                      <a:pt x="42697" y="56315"/>
                    </a:cubicBezTo>
                    <a:cubicBezTo>
                      <a:pt x="43127" y="56744"/>
                      <a:pt x="43985" y="57603"/>
                      <a:pt x="43985" y="56744"/>
                    </a:cubicBezTo>
                    <a:cubicBezTo>
                      <a:pt x="44844" y="53309"/>
                      <a:pt x="44844" y="50733"/>
                      <a:pt x="43985" y="47298"/>
                    </a:cubicBezTo>
                    <a:cubicBezTo>
                      <a:pt x="43127" y="43863"/>
                      <a:pt x="41838" y="40429"/>
                      <a:pt x="40550" y="37423"/>
                    </a:cubicBezTo>
                    <a:cubicBezTo>
                      <a:pt x="37545" y="30553"/>
                      <a:pt x="34110" y="23684"/>
                      <a:pt x="29387" y="17673"/>
                    </a:cubicBezTo>
                    <a:cubicBezTo>
                      <a:pt x="25523" y="12520"/>
                      <a:pt x="20370" y="7798"/>
                      <a:pt x="15218" y="4363"/>
                    </a:cubicBezTo>
                    <a:cubicBezTo>
                      <a:pt x="11354" y="1786"/>
                      <a:pt x="4914" y="-2078"/>
                      <a:pt x="191" y="1357"/>
                    </a:cubicBezTo>
                    <a:cubicBezTo>
                      <a:pt x="-239" y="928"/>
                      <a:pt x="191" y="1357"/>
                      <a:pt x="191" y="1357"/>
                    </a:cubicBezTo>
                    <a:lnTo>
                      <a:pt x="191" y="135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0" name="Google Shape;1200;p47"/>
              <p:cNvSpPr/>
              <p:nvPr/>
            </p:nvSpPr>
            <p:spPr>
              <a:xfrm flipH="1">
                <a:off x="3362965" y="3726252"/>
                <a:ext cx="66001" cy="86957"/>
              </a:xfrm>
              <a:custGeom>
                <a:avLst/>
                <a:gdLst/>
                <a:ahLst/>
                <a:cxnLst/>
                <a:rect l="l" t="t" r="r" b="b"/>
                <a:pathLst>
                  <a:path w="22937" h="30378" extrusionOk="0">
                    <a:moveTo>
                      <a:pt x="21515" y="1872"/>
                    </a:moveTo>
                    <a:cubicBezTo>
                      <a:pt x="19797" y="155"/>
                      <a:pt x="18080" y="-274"/>
                      <a:pt x="15933" y="155"/>
                    </a:cubicBezTo>
                    <a:cubicBezTo>
                      <a:pt x="14645" y="584"/>
                      <a:pt x="13357" y="1014"/>
                      <a:pt x="12069" y="1872"/>
                    </a:cubicBezTo>
                    <a:cubicBezTo>
                      <a:pt x="9493" y="3160"/>
                      <a:pt x="7775" y="5307"/>
                      <a:pt x="6058" y="7454"/>
                    </a:cubicBezTo>
                    <a:cubicBezTo>
                      <a:pt x="2193" y="12606"/>
                      <a:pt x="-383" y="19047"/>
                      <a:pt x="47" y="25487"/>
                    </a:cubicBezTo>
                    <a:cubicBezTo>
                      <a:pt x="47" y="27205"/>
                      <a:pt x="1764" y="29351"/>
                      <a:pt x="3481" y="29781"/>
                    </a:cubicBezTo>
                    <a:cubicBezTo>
                      <a:pt x="4340" y="30210"/>
                      <a:pt x="6487" y="31069"/>
                      <a:pt x="7346" y="29351"/>
                    </a:cubicBezTo>
                    <a:cubicBezTo>
                      <a:pt x="8205" y="26775"/>
                      <a:pt x="8205" y="23769"/>
                      <a:pt x="9493" y="21193"/>
                    </a:cubicBezTo>
                    <a:cubicBezTo>
                      <a:pt x="10351" y="18617"/>
                      <a:pt x="11639" y="16041"/>
                      <a:pt x="13357" y="13894"/>
                    </a:cubicBezTo>
                    <a:cubicBezTo>
                      <a:pt x="15074" y="11748"/>
                      <a:pt x="16792" y="10030"/>
                      <a:pt x="18938" y="8742"/>
                    </a:cubicBezTo>
                    <a:cubicBezTo>
                      <a:pt x="19797" y="7883"/>
                      <a:pt x="21085" y="7454"/>
                      <a:pt x="22373" y="7025"/>
                    </a:cubicBezTo>
                    <a:cubicBezTo>
                      <a:pt x="23232" y="5737"/>
                      <a:pt x="23232" y="3160"/>
                      <a:pt x="21515" y="1872"/>
                    </a:cubicBezTo>
                    <a:lnTo>
                      <a:pt x="21515" y="187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1" name="Google Shape;1201;p47"/>
              <p:cNvSpPr/>
              <p:nvPr/>
            </p:nvSpPr>
            <p:spPr>
              <a:xfrm flipH="1">
                <a:off x="2495114" y="3022380"/>
                <a:ext cx="904010" cy="1172211"/>
              </a:xfrm>
              <a:custGeom>
                <a:avLst/>
                <a:gdLst/>
                <a:ahLst/>
                <a:cxnLst/>
                <a:rect l="l" t="t" r="r" b="b"/>
                <a:pathLst>
                  <a:path w="314165" h="409506" extrusionOk="0">
                    <a:moveTo>
                      <a:pt x="0" y="136106"/>
                    </a:moveTo>
                    <a:cubicBezTo>
                      <a:pt x="4294" y="165732"/>
                      <a:pt x="9016" y="194928"/>
                      <a:pt x="14169" y="224554"/>
                    </a:cubicBezTo>
                    <a:cubicBezTo>
                      <a:pt x="19750" y="256756"/>
                      <a:pt x="25761" y="289387"/>
                      <a:pt x="38642" y="319442"/>
                    </a:cubicBezTo>
                    <a:cubicBezTo>
                      <a:pt x="51523" y="349497"/>
                      <a:pt x="71703" y="377405"/>
                      <a:pt x="100040" y="393721"/>
                    </a:cubicBezTo>
                    <a:cubicBezTo>
                      <a:pt x="137824" y="415618"/>
                      <a:pt x="186771" y="413901"/>
                      <a:pt x="224983" y="393721"/>
                    </a:cubicBezTo>
                    <a:cubicBezTo>
                      <a:pt x="263625" y="373112"/>
                      <a:pt x="291534" y="335758"/>
                      <a:pt x="303985" y="294110"/>
                    </a:cubicBezTo>
                    <a:cubicBezTo>
                      <a:pt x="316436" y="253321"/>
                      <a:pt x="315148" y="210385"/>
                      <a:pt x="312143" y="167879"/>
                    </a:cubicBezTo>
                    <a:cubicBezTo>
                      <a:pt x="308279" y="111633"/>
                      <a:pt x="301838" y="55387"/>
                      <a:pt x="292822" y="0"/>
                    </a:cubicBezTo>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2" name="Google Shape;1202;p47"/>
              <p:cNvSpPr/>
              <p:nvPr/>
            </p:nvSpPr>
            <p:spPr>
              <a:xfrm flipH="1">
                <a:off x="2655212" y="3485263"/>
                <a:ext cx="148692" cy="75184"/>
              </a:xfrm>
              <a:custGeom>
                <a:avLst/>
                <a:gdLst/>
                <a:ahLst/>
                <a:cxnLst/>
                <a:rect l="l" t="t" r="r" b="b"/>
                <a:pathLst>
                  <a:path w="51674" h="26265" extrusionOk="0">
                    <a:moveTo>
                      <a:pt x="51569" y="19354"/>
                    </a:moveTo>
                    <a:cubicBezTo>
                      <a:pt x="50281" y="27512"/>
                      <a:pt x="38689" y="27082"/>
                      <a:pt x="24520" y="24936"/>
                    </a:cubicBezTo>
                    <a:cubicBezTo>
                      <a:pt x="10351" y="22789"/>
                      <a:pt x="-812" y="20213"/>
                      <a:pt x="46" y="12055"/>
                    </a:cubicBezTo>
                    <a:cubicBezTo>
                      <a:pt x="1334" y="3897"/>
                      <a:pt x="13786" y="-1685"/>
                      <a:pt x="27955" y="462"/>
                    </a:cubicBezTo>
                    <a:cubicBezTo>
                      <a:pt x="42123" y="2609"/>
                      <a:pt x="52857" y="11196"/>
                      <a:pt x="51569" y="1935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3" name="Google Shape;1203;p47"/>
              <p:cNvSpPr/>
              <p:nvPr/>
            </p:nvSpPr>
            <p:spPr>
              <a:xfrm flipH="1">
                <a:off x="1436900" y="3775949"/>
                <a:ext cx="1129223" cy="1123337"/>
              </a:xfrm>
              <a:custGeom>
                <a:avLst/>
                <a:gdLst/>
                <a:ahLst/>
                <a:cxnLst/>
                <a:rect l="l" t="t" r="r" b="b"/>
                <a:pathLst>
                  <a:path w="392432" h="392432" extrusionOk="0">
                    <a:moveTo>
                      <a:pt x="392433" y="196216"/>
                    </a:moveTo>
                    <a:cubicBezTo>
                      <a:pt x="392433" y="304584"/>
                      <a:pt x="304584" y="392433"/>
                      <a:pt x="196216" y="392433"/>
                    </a:cubicBezTo>
                    <a:cubicBezTo>
                      <a:pt x="87849" y="392433"/>
                      <a:pt x="0" y="304584"/>
                      <a:pt x="0" y="196216"/>
                    </a:cubicBezTo>
                    <a:cubicBezTo>
                      <a:pt x="0" y="87849"/>
                      <a:pt x="87849" y="0"/>
                      <a:pt x="196217" y="0"/>
                    </a:cubicBezTo>
                    <a:cubicBezTo>
                      <a:pt x="304584" y="0"/>
                      <a:pt x="392433" y="87849"/>
                      <a:pt x="392433" y="196216"/>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4" name="Google Shape;1204;p47"/>
              <p:cNvSpPr/>
              <p:nvPr/>
            </p:nvSpPr>
            <p:spPr>
              <a:xfrm flipH="1">
                <a:off x="1988312" y="4615714"/>
                <a:ext cx="116133" cy="115528"/>
              </a:xfrm>
              <a:custGeom>
                <a:avLst/>
                <a:gdLst/>
                <a:ahLst/>
                <a:cxnLst/>
                <a:rect l="l" t="t" r="r" b="b"/>
                <a:pathLst>
                  <a:path w="40359" h="40359" extrusionOk="0">
                    <a:moveTo>
                      <a:pt x="40360" y="20180"/>
                    </a:moveTo>
                    <a:cubicBezTo>
                      <a:pt x="40360" y="31343"/>
                      <a:pt x="31343" y="40360"/>
                      <a:pt x="20180" y="40360"/>
                    </a:cubicBezTo>
                    <a:cubicBezTo>
                      <a:pt x="9017" y="40360"/>
                      <a:pt x="0" y="31343"/>
                      <a:pt x="0" y="20180"/>
                    </a:cubicBezTo>
                    <a:cubicBezTo>
                      <a:pt x="0" y="9017"/>
                      <a:pt x="9017" y="0"/>
                      <a:pt x="20180" y="0"/>
                    </a:cubicBezTo>
                    <a:cubicBezTo>
                      <a:pt x="31343" y="0"/>
                      <a:pt x="40360" y="9017"/>
                      <a:pt x="40360"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5" name="Google Shape;1205;p47"/>
              <p:cNvSpPr/>
              <p:nvPr/>
            </p:nvSpPr>
            <p:spPr>
              <a:xfrm flipH="1">
                <a:off x="2332404" y="4592321"/>
                <a:ext cx="116133" cy="115528"/>
              </a:xfrm>
              <a:custGeom>
                <a:avLst/>
                <a:gdLst/>
                <a:ahLst/>
                <a:cxnLst/>
                <a:rect l="l" t="t" r="r" b="b"/>
                <a:pathLst>
                  <a:path w="40359" h="40359" extrusionOk="0">
                    <a:moveTo>
                      <a:pt x="40359" y="20180"/>
                    </a:moveTo>
                    <a:cubicBezTo>
                      <a:pt x="40359" y="31343"/>
                      <a:pt x="31343" y="40359"/>
                      <a:pt x="20180" y="40359"/>
                    </a:cubicBezTo>
                    <a:cubicBezTo>
                      <a:pt x="9016" y="40359"/>
                      <a:pt x="0" y="31343"/>
                      <a:pt x="0" y="20180"/>
                    </a:cubicBezTo>
                    <a:cubicBezTo>
                      <a:pt x="0" y="9016"/>
                      <a:pt x="9016" y="0"/>
                      <a:pt x="20180" y="0"/>
                    </a:cubicBezTo>
                    <a:cubicBezTo>
                      <a:pt x="31343" y="0"/>
                      <a:pt x="40359" y="9016"/>
                      <a:pt x="40359"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6" name="Google Shape;1206;p47"/>
              <p:cNvSpPr/>
              <p:nvPr/>
            </p:nvSpPr>
            <p:spPr>
              <a:xfrm flipH="1">
                <a:off x="2100946" y="4563998"/>
                <a:ext cx="116133" cy="115528"/>
              </a:xfrm>
              <a:custGeom>
                <a:avLst/>
                <a:gdLst/>
                <a:ahLst/>
                <a:cxnLst/>
                <a:rect l="l" t="t" r="r" b="b"/>
                <a:pathLst>
                  <a:path w="40359" h="40359" extrusionOk="0">
                    <a:moveTo>
                      <a:pt x="40359" y="20180"/>
                    </a:moveTo>
                    <a:cubicBezTo>
                      <a:pt x="40359" y="31343"/>
                      <a:pt x="31343" y="40360"/>
                      <a:pt x="20180" y="40360"/>
                    </a:cubicBezTo>
                    <a:cubicBezTo>
                      <a:pt x="9016" y="40360"/>
                      <a:pt x="0" y="31343"/>
                      <a:pt x="0" y="20180"/>
                    </a:cubicBezTo>
                    <a:cubicBezTo>
                      <a:pt x="0" y="9017"/>
                      <a:pt x="9016" y="0"/>
                      <a:pt x="20180" y="0"/>
                    </a:cubicBezTo>
                    <a:cubicBezTo>
                      <a:pt x="31343" y="0"/>
                      <a:pt x="40359" y="9017"/>
                      <a:pt x="40359" y="201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7" name="Google Shape;1207;p47"/>
              <p:cNvSpPr/>
              <p:nvPr/>
            </p:nvSpPr>
            <p:spPr>
              <a:xfrm flipH="1">
                <a:off x="1893834" y="4429540"/>
                <a:ext cx="538104" cy="489616"/>
              </a:xfrm>
              <a:custGeom>
                <a:avLst/>
                <a:gdLst/>
                <a:ahLst/>
                <a:cxnLst/>
                <a:rect l="l" t="t" r="r" b="b"/>
                <a:pathLst>
                  <a:path w="187004" h="171045" extrusionOk="0">
                    <a:moveTo>
                      <a:pt x="32456" y="142203"/>
                    </a:moveTo>
                    <a:cubicBezTo>
                      <a:pt x="32456" y="142203"/>
                      <a:pt x="-8333" y="123311"/>
                      <a:pt x="1542" y="74794"/>
                    </a:cubicBezTo>
                    <a:cubicBezTo>
                      <a:pt x="2401" y="70930"/>
                      <a:pt x="4977" y="67495"/>
                      <a:pt x="8412" y="65777"/>
                    </a:cubicBezTo>
                    <a:cubicBezTo>
                      <a:pt x="12705" y="64060"/>
                      <a:pt x="18287" y="64918"/>
                      <a:pt x="22580" y="76940"/>
                    </a:cubicBezTo>
                    <a:cubicBezTo>
                      <a:pt x="30309" y="98838"/>
                      <a:pt x="34173" y="105278"/>
                      <a:pt x="40184" y="104419"/>
                    </a:cubicBezTo>
                    <a:cubicBezTo>
                      <a:pt x="46195" y="103561"/>
                      <a:pt x="53065" y="67495"/>
                      <a:pt x="57358" y="46027"/>
                    </a:cubicBezTo>
                    <a:cubicBezTo>
                      <a:pt x="61652" y="24559"/>
                      <a:pt x="68951" y="-4208"/>
                      <a:pt x="80973" y="515"/>
                    </a:cubicBezTo>
                    <a:cubicBezTo>
                      <a:pt x="94283" y="5667"/>
                      <a:pt x="83549" y="61913"/>
                      <a:pt x="83549" y="61913"/>
                    </a:cubicBezTo>
                    <a:cubicBezTo>
                      <a:pt x="83549" y="61913"/>
                      <a:pt x="89990" y="48603"/>
                      <a:pt x="102012" y="54614"/>
                    </a:cubicBezTo>
                    <a:cubicBezTo>
                      <a:pt x="114463" y="60625"/>
                      <a:pt x="109740" y="78658"/>
                      <a:pt x="109740" y="78658"/>
                    </a:cubicBezTo>
                    <a:cubicBezTo>
                      <a:pt x="109740" y="78658"/>
                      <a:pt x="128632" y="65348"/>
                      <a:pt x="140654" y="72647"/>
                    </a:cubicBezTo>
                    <a:cubicBezTo>
                      <a:pt x="152676" y="79517"/>
                      <a:pt x="141083" y="100555"/>
                      <a:pt x="141083" y="100555"/>
                    </a:cubicBezTo>
                    <a:cubicBezTo>
                      <a:pt x="141083" y="100555"/>
                      <a:pt x="173714" y="54185"/>
                      <a:pt x="184878" y="63201"/>
                    </a:cubicBezTo>
                    <a:cubicBezTo>
                      <a:pt x="199046" y="74364"/>
                      <a:pt x="139366" y="182133"/>
                      <a:pt x="96859" y="170111"/>
                    </a:cubicBezTo>
                    <a:cubicBezTo>
                      <a:pt x="53065" y="157230"/>
                      <a:pt x="32456" y="142203"/>
                      <a:pt x="32456" y="142203"/>
                    </a:cubicBezTo>
                    <a:close/>
                  </a:path>
                </a:pathLst>
              </a:custGeom>
              <a:solidFill>
                <a:srgbClr val="92625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8" name="Google Shape;1208;p47"/>
              <p:cNvSpPr/>
              <p:nvPr/>
            </p:nvSpPr>
            <p:spPr>
              <a:xfrm flipH="1">
                <a:off x="2110687" y="4651068"/>
                <a:ext cx="28415" cy="47392"/>
              </a:xfrm>
              <a:custGeom>
                <a:avLst/>
                <a:gdLst/>
                <a:ahLst/>
                <a:cxnLst/>
                <a:rect l="l" t="t" r="r" b="b"/>
                <a:pathLst>
                  <a:path w="9875" h="16556" extrusionOk="0">
                    <a:moveTo>
                      <a:pt x="9016" y="124"/>
                    </a:moveTo>
                    <a:cubicBezTo>
                      <a:pt x="7299" y="2700"/>
                      <a:pt x="5152" y="4847"/>
                      <a:pt x="3864" y="7423"/>
                    </a:cubicBezTo>
                    <a:cubicBezTo>
                      <a:pt x="3005" y="8711"/>
                      <a:pt x="2147" y="9999"/>
                      <a:pt x="1717" y="11287"/>
                    </a:cubicBezTo>
                    <a:cubicBezTo>
                      <a:pt x="1288" y="12146"/>
                      <a:pt x="859" y="12575"/>
                      <a:pt x="859" y="13434"/>
                    </a:cubicBezTo>
                    <a:cubicBezTo>
                      <a:pt x="429" y="14293"/>
                      <a:pt x="0" y="14722"/>
                      <a:pt x="0" y="15581"/>
                    </a:cubicBezTo>
                    <a:cubicBezTo>
                      <a:pt x="0" y="16010"/>
                      <a:pt x="429" y="16869"/>
                      <a:pt x="859" y="16440"/>
                    </a:cubicBezTo>
                    <a:cubicBezTo>
                      <a:pt x="1288" y="16010"/>
                      <a:pt x="1717" y="15152"/>
                      <a:pt x="2147" y="14722"/>
                    </a:cubicBezTo>
                    <a:cubicBezTo>
                      <a:pt x="2576" y="13864"/>
                      <a:pt x="3005" y="13434"/>
                      <a:pt x="3435" y="12575"/>
                    </a:cubicBezTo>
                    <a:cubicBezTo>
                      <a:pt x="4294" y="11287"/>
                      <a:pt x="4723" y="9999"/>
                      <a:pt x="5582" y="8711"/>
                    </a:cubicBezTo>
                    <a:cubicBezTo>
                      <a:pt x="6870" y="6135"/>
                      <a:pt x="8587" y="3130"/>
                      <a:pt x="9875" y="124"/>
                    </a:cubicBezTo>
                    <a:cubicBezTo>
                      <a:pt x="9446" y="553"/>
                      <a:pt x="9016" y="-305"/>
                      <a:pt x="9016" y="124"/>
                    </a:cubicBezTo>
                    <a:lnTo>
                      <a:pt x="9016" y="1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9" name="Google Shape;1209;p47"/>
              <p:cNvSpPr/>
              <p:nvPr/>
            </p:nvSpPr>
            <p:spPr>
              <a:xfrm flipH="1">
                <a:off x="2183711" y="4594781"/>
                <a:ext cx="28415" cy="47037"/>
              </a:xfrm>
              <a:custGeom>
                <a:avLst/>
                <a:gdLst/>
                <a:ahLst/>
                <a:cxnLst/>
                <a:rect l="l" t="t" r="r" b="b"/>
                <a:pathLst>
                  <a:path w="9875" h="16432" extrusionOk="0">
                    <a:moveTo>
                      <a:pt x="9017" y="0"/>
                    </a:moveTo>
                    <a:cubicBezTo>
                      <a:pt x="7299" y="2576"/>
                      <a:pt x="5152" y="4723"/>
                      <a:pt x="3864" y="7299"/>
                    </a:cubicBezTo>
                    <a:cubicBezTo>
                      <a:pt x="3006" y="8587"/>
                      <a:pt x="2147" y="9875"/>
                      <a:pt x="1718" y="11163"/>
                    </a:cubicBezTo>
                    <a:cubicBezTo>
                      <a:pt x="1288" y="12022"/>
                      <a:pt x="859" y="12451"/>
                      <a:pt x="859" y="13310"/>
                    </a:cubicBezTo>
                    <a:cubicBezTo>
                      <a:pt x="430" y="14169"/>
                      <a:pt x="0" y="14598"/>
                      <a:pt x="0" y="15457"/>
                    </a:cubicBezTo>
                    <a:cubicBezTo>
                      <a:pt x="0" y="15886"/>
                      <a:pt x="430" y="16745"/>
                      <a:pt x="859" y="16316"/>
                    </a:cubicBezTo>
                    <a:cubicBezTo>
                      <a:pt x="1288" y="15886"/>
                      <a:pt x="1718" y="15028"/>
                      <a:pt x="2147" y="14598"/>
                    </a:cubicBezTo>
                    <a:cubicBezTo>
                      <a:pt x="2576" y="13739"/>
                      <a:pt x="3006" y="13310"/>
                      <a:pt x="3435" y="12451"/>
                    </a:cubicBezTo>
                    <a:cubicBezTo>
                      <a:pt x="4294" y="11163"/>
                      <a:pt x="4723" y="9875"/>
                      <a:pt x="5582" y="8587"/>
                    </a:cubicBezTo>
                    <a:cubicBezTo>
                      <a:pt x="6870" y="6011"/>
                      <a:pt x="8587" y="3006"/>
                      <a:pt x="9875" y="0"/>
                    </a:cubicBezTo>
                    <a:cubicBezTo>
                      <a:pt x="9446" y="430"/>
                      <a:pt x="9017" y="0"/>
                      <a:pt x="9017" y="0"/>
                    </a:cubicBezTo>
                    <a:lnTo>
                      <a:pt x="901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0" name="Google Shape;1210;p47"/>
              <p:cNvSpPr/>
              <p:nvPr/>
            </p:nvSpPr>
            <p:spPr>
              <a:xfrm flipH="1">
                <a:off x="2011669" y="4698898"/>
                <a:ext cx="28415" cy="47583"/>
              </a:xfrm>
              <a:custGeom>
                <a:avLst/>
                <a:gdLst/>
                <a:ahLst/>
                <a:cxnLst/>
                <a:rect l="l" t="t" r="r" b="b"/>
                <a:pathLst>
                  <a:path w="9875" h="16623" extrusionOk="0">
                    <a:moveTo>
                      <a:pt x="9016" y="191"/>
                    </a:moveTo>
                    <a:cubicBezTo>
                      <a:pt x="7299" y="2767"/>
                      <a:pt x="5152" y="4914"/>
                      <a:pt x="3864" y="7490"/>
                    </a:cubicBezTo>
                    <a:cubicBezTo>
                      <a:pt x="3005" y="8778"/>
                      <a:pt x="2147" y="10066"/>
                      <a:pt x="1717" y="11354"/>
                    </a:cubicBezTo>
                    <a:cubicBezTo>
                      <a:pt x="1288" y="12213"/>
                      <a:pt x="859" y="12642"/>
                      <a:pt x="859" y="13501"/>
                    </a:cubicBezTo>
                    <a:cubicBezTo>
                      <a:pt x="429" y="14360"/>
                      <a:pt x="0" y="14789"/>
                      <a:pt x="0" y="15648"/>
                    </a:cubicBezTo>
                    <a:cubicBezTo>
                      <a:pt x="0" y="16077"/>
                      <a:pt x="429" y="16936"/>
                      <a:pt x="859" y="16507"/>
                    </a:cubicBezTo>
                    <a:cubicBezTo>
                      <a:pt x="1288" y="16077"/>
                      <a:pt x="1717" y="15218"/>
                      <a:pt x="2147" y="14789"/>
                    </a:cubicBezTo>
                    <a:cubicBezTo>
                      <a:pt x="2576" y="13930"/>
                      <a:pt x="3005" y="13501"/>
                      <a:pt x="3435" y="12642"/>
                    </a:cubicBezTo>
                    <a:cubicBezTo>
                      <a:pt x="4294" y="11354"/>
                      <a:pt x="4723" y="10066"/>
                      <a:pt x="5582" y="8778"/>
                    </a:cubicBezTo>
                    <a:cubicBezTo>
                      <a:pt x="6870" y="6202"/>
                      <a:pt x="8587" y="3196"/>
                      <a:pt x="9875" y="191"/>
                    </a:cubicBezTo>
                    <a:cubicBezTo>
                      <a:pt x="9446" y="191"/>
                      <a:pt x="9016" y="-238"/>
                      <a:pt x="9016" y="191"/>
                    </a:cubicBezTo>
                    <a:lnTo>
                      <a:pt x="9016" y="19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1" name="Google Shape;1211;p47"/>
              <p:cNvSpPr/>
              <p:nvPr/>
            </p:nvSpPr>
            <p:spPr>
              <a:xfrm flipH="1">
                <a:off x="2973667" y="5312646"/>
                <a:ext cx="54460" cy="90172"/>
              </a:xfrm>
              <a:custGeom>
                <a:avLst/>
                <a:gdLst/>
                <a:ahLst/>
                <a:cxnLst/>
                <a:rect l="l" t="t" r="r" b="b"/>
                <a:pathLst>
                  <a:path w="18926" h="31501" extrusionOk="0">
                    <a:moveTo>
                      <a:pt x="18575" y="0"/>
                    </a:moveTo>
                    <a:cubicBezTo>
                      <a:pt x="17287" y="0"/>
                      <a:pt x="16428" y="859"/>
                      <a:pt x="15999" y="1717"/>
                    </a:cubicBezTo>
                    <a:cubicBezTo>
                      <a:pt x="15140" y="2576"/>
                      <a:pt x="14282" y="3864"/>
                      <a:pt x="13852" y="5152"/>
                    </a:cubicBezTo>
                    <a:cubicBezTo>
                      <a:pt x="12135" y="7728"/>
                      <a:pt x="10847" y="9875"/>
                      <a:pt x="9129" y="12451"/>
                    </a:cubicBezTo>
                    <a:cubicBezTo>
                      <a:pt x="6124" y="17174"/>
                      <a:pt x="3118" y="22326"/>
                      <a:pt x="113" y="27049"/>
                    </a:cubicBezTo>
                    <a:cubicBezTo>
                      <a:pt x="-746" y="28767"/>
                      <a:pt x="3548" y="33060"/>
                      <a:pt x="4407" y="30914"/>
                    </a:cubicBezTo>
                    <a:cubicBezTo>
                      <a:pt x="6983" y="25761"/>
                      <a:pt x="9559" y="20609"/>
                      <a:pt x="12135" y="15457"/>
                    </a:cubicBezTo>
                    <a:cubicBezTo>
                      <a:pt x="13423" y="12881"/>
                      <a:pt x="14711" y="10734"/>
                      <a:pt x="15999" y="8158"/>
                    </a:cubicBezTo>
                    <a:cubicBezTo>
                      <a:pt x="17287" y="6011"/>
                      <a:pt x="19863" y="3005"/>
                      <a:pt x="18575" y="0"/>
                    </a:cubicBezTo>
                    <a:cubicBezTo>
                      <a:pt x="19005" y="0"/>
                      <a:pt x="19005" y="0"/>
                      <a:pt x="18575" y="0"/>
                    </a:cubicBezTo>
                    <a:lnTo>
                      <a:pt x="1857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2" name="Google Shape;1212;p47"/>
              <p:cNvSpPr/>
              <p:nvPr/>
            </p:nvSpPr>
            <p:spPr>
              <a:xfrm flipH="1">
                <a:off x="2165272" y="3892925"/>
                <a:ext cx="280830" cy="327112"/>
              </a:xfrm>
              <a:custGeom>
                <a:avLst/>
                <a:gdLst/>
                <a:ahLst/>
                <a:cxnLst/>
                <a:rect l="l" t="t" r="r" b="b"/>
                <a:pathLst>
                  <a:path w="97595" h="114275" extrusionOk="0">
                    <a:moveTo>
                      <a:pt x="96620" y="0"/>
                    </a:moveTo>
                    <a:cubicBezTo>
                      <a:pt x="83309" y="2576"/>
                      <a:pt x="71287" y="5152"/>
                      <a:pt x="59695" y="12022"/>
                    </a:cubicBezTo>
                    <a:cubicBezTo>
                      <a:pt x="48961" y="18463"/>
                      <a:pt x="39086" y="27050"/>
                      <a:pt x="30928" y="36925"/>
                    </a:cubicBezTo>
                    <a:cubicBezTo>
                      <a:pt x="14612" y="55817"/>
                      <a:pt x="2161" y="80290"/>
                      <a:pt x="14" y="105622"/>
                    </a:cubicBezTo>
                    <a:cubicBezTo>
                      <a:pt x="-415" y="110345"/>
                      <a:pt x="9031" y="118503"/>
                      <a:pt x="10748" y="111633"/>
                    </a:cubicBezTo>
                    <a:cubicBezTo>
                      <a:pt x="16330" y="87589"/>
                      <a:pt x="25346" y="65692"/>
                      <a:pt x="41232" y="46371"/>
                    </a:cubicBezTo>
                    <a:cubicBezTo>
                      <a:pt x="48961" y="37354"/>
                      <a:pt x="57548" y="28767"/>
                      <a:pt x="66994" y="21897"/>
                    </a:cubicBezTo>
                    <a:cubicBezTo>
                      <a:pt x="76440" y="14598"/>
                      <a:pt x="86315" y="6011"/>
                      <a:pt x="97478" y="859"/>
                    </a:cubicBezTo>
                    <a:cubicBezTo>
                      <a:pt x="97908" y="859"/>
                      <a:pt x="97049" y="0"/>
                      <a:pt x="96620" y="0"/>
                    </a:cubicBezTo>
                    <a:lnTo>
                      <a:pt x="96620"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3" name="Google Shape;1213;p47"/>
              <p:cNvSpPr/>
              <p:nvPr/>
            </p:nvSpPr>
            <p:spPr>
              <a:xfrm flipH="1">
                <a:off x="2438494" y="4269096"/>
                <a:ext cx="28608" cy="87089"/>
              </a:xfrm>
              <a:custGeom>
                <a:avLst/>
                <a:gdLst/>
                <a:ahLst/>
                <a:cxnLst/>
                <a:rect l="l" t="t" r="r" b="b"/>
                <a:pathLst>
                  <a:path w="9942" h="30424" extrusionOk="0">
                    <a:moveTo>
                      <a:pt x="3864" y="1073"/>
                    </a:moveTo>
                    <a:cubicBezTo>
                      <a:pt x="2147" y="4938"/>
                      <a:pt x="1288" y="9231"/>
                      <a:pt x="429" y="13095"/>
                    </a:cubicBezTo>
                    <a:cubicBezTo>
                      <a:pt x="0" y="15242"/>
                      <a:pt x="0" y="17389"/>
                      <a:pt x="0" y="19106"/>
                    </a:cubicBezTo>
                    <a:cubicBezTo>
                      <a:pt x="0" y="19536"/>
                      <a:pt x="0" y="20395"/>
                      <a:pt x="0" y="20824"/>
                    </a:cubicBezTo>
                    <a:cubicBezTo>
                      <a:pt x="0" y="21683"/>
                      <a:pt x="0" y="21683"/>
                      <a:pt x="0" y="21253"/>
                    </a:cubicBezTo>
                    <a:cubicBezTo>
                      <a:pt x="0" y="21683"/>
                      <a:pt x="0" y="22541"/>
                      <a:pt x="429" y="22971"/>
                    </a:cubicBezTo>
                    <a:cubicBezTo>
                      <a:pt x="859" y="24259"/>
                      <a:pt x="859" y="25547"/>
                      <a:pt x="1288" y="26835"/>
                    </a:cubicBezTo>
                    <a:cubicBezTo>
                      <a:pt x="1717" y="28552"/>
                      <a:pt x="3435" y="29840"/>
                      <a:pt x="5152" y="30270"/>
                    </a:cubicBezTo>
                    <a:cubicBezTo>
                      <a:pt x="6440" y="30699"/>
                      <a:pt x="7728" y="30270"/>
                      <a:pt x="8158" y="28552"/>
                    </a:cubicBezTo>
                    <a:cubicBezTo>
                      <a:pt x="8158" y="27693"/>
                      <a:pt x="8158" y="26835"/>
                      <a:pt x="8587" y="25547"/>
                    </a:cubicBezTo>
                    <a:cubicBezTo>
                      <a:pt x="8587" y="25117"/>
                      <a:pt x="8587" y="24688"/>
                      <a:pt x="8587" y="24259"/>
                    </a:cubicBezTo>
                    <a:cubicBezTo>
                      <a:pt x="8158" y="24688"/>
                      <a:pt x="8158" y="24259"/>
                      <a:pt x="8587" y="23400"/>
                    </a:cubicBezTo>
                    <a:cubicBezTo>
                      <a:pt x="8587" y="22971"/>
                      <a:pt x="8587" y="22541"/>
                      <a:pt x="8587" y="22112"/>
                    </a:cubicBezTo>
                    <a:cubicBezTo>
                      <a:pt x="8587" y="20824"/>
                      <a:pt x="8587" y="20395"/>
                      <a:pt x="8587" y="19536"/>
                    </a:cubicBezTo>
                    <a:cubicBezTo>
                      <a:pt x="8587" y="18677"/>
                      <a:pt x="8587" y="17389"/>
                      <a:pt x="8587" y="16530"/>
                    </a:cubicBezTo>
                    <a:cubicBezTo>
                      <a:pt x="8587" y="12237"/>
                      <a:pt x="9016" y="8372"/>
                      <a:pt x="9875" y="4508"/>
                    </a:cubicBezTo>
                    <a:cubicBezTo>
                      <a:pt x="10304" y="2791"/>
                      <a:pt x="8587" y="1073"/>
                      <a:pt x="7299" y="215"/>
                    </a:cubicBezTo>
                    <a:cubicBezTo>
                      <a:pt x="6870" y="215"/>
                      <a:pt x="4723" y="-644"/>
                      <a:pt x="3864" y="1073"/>
                    </a:cubicBezTo>
                    <a:lnTo>
                      <a:pt x="3864" y="107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4" name="Google Shape;1214;p47"/>
              <p:cNvSpPr/>
              <p:nvPr/>
            </p:nvSpPr>
            <p:spPr>
              <a:xfrm flipH="1">
                <a:off x="3013954" y="3504268"/>
                <a:ext cx="146827" cy="78204"/>
              </a:xfrm>
              <a:custGeom>
                <a:avLst/>
                <a:gdLst/>
                <a:ahLst/>
                <a:cxnLst/>
                <a:rect l="l" t="t" r="r" b="b"/>
                <a:pathLst>
                  <a:path w="51026" h="27320" extrusionOk="0">
                    <a:moveTo>
                      <a:pt x="187" y="20885"/>
                    </a:moveTo>
                    <a:cubicBezTo>
                      <a:pt x="1905" y="29042"/>
                      <a:pt x="13497" y="28184"/>
                      <a:pt x="27237" y="25178"/>
                    </a:cubicBezTo>
                    <a:cubicBezTo>
                      <a:pt x="41406" y="22602"/>
                      <a:pt x="52569" y="19596"/>
                      <a:pt x="50851" y="11009"/>
                    </a:cubicBezTo>
                    <a:cubicBezTo>
                      <a:pt x="49134" y="2852"/>
                      <a:pt x="36683" y="-1871"/>
                      <a:pt x="22514" y="705"/>
                    </a:cubicBezTo>
                    <a:cubicBezTo>
                      <a:pt x="8774" y="3710"/>
                      <a:pt x="-1530" y="12298"/>
                      <a:pt x="187" y="2088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5" name="Google Shape;1215;p47"/>
              <p:cNvSpPr/>
              <p:nvPr/>
            </p:nvSpPr>
            <p:spPr>
              <a:xfrm flipH="1">
                <a:off x="2673967" y="4364015"/>
                <a:ext cx="487512" cy="128632"/>
              </a:xfrm>
              <a:custGeom>
                <a:avLst/>
                <a:gdLst/>
                <a:ahLst/>
                <a:cxnLst/>
                <a:rect l="l" t="t" r="r" b="b"/>
                <a:pathLst>
                  <a:path w="169422" h="44937" extrusionOk="0">
                    <a:moveTo>
                      <a:pt x="430" y="607"/>
                    </a:moveTo>
                    <a:cubicBezTo>
                      <a:pt x="859" y="5760"/>
                      <a:pt x="10305" y="11770"/>
                      <a:pt x="14169" y="14347"/>
                    </a:cubicBezTo>
                    <a:cubicBezTo>
                      <a:pt x="21039" y="19069"/>
                      <a:pt x="28338" y="23363"/>
                      <a:pt x="36066" y="26798"/>
                    </a:cubicBezTo>
                    <a:cubicBezTo>
                      <a:pt x="51523" y="33668"/>
                      <a:pt x="67839" y="39249"/>
                      <a:pt x="84584" y="42684"/>
                    </a:cubicBezTo>
                    <a:cubicBezTo>
                      <a:pt x="101329" y="46119"/>
                      <a:pt x="118503" y="45690"/>
                      <a:pt x="134818" y="40967"/>
                    </a:cubicBezTo>
                    <a:cubicBezTo>
                      <a:pt x="142976" y="38820"/>
                      <a:pt x="150705" y="35385"/>
                      <a:pt x="158004" y="31091"/>
                    </a:cubicBezTo>
                    <a:cubicBezTo>
                      <a:pt x="163585" y="28086"/>
                      <a:pt x="170885" y="22504"/>
                      <a:pt x="169167" y="15205"/>
                    </a:cubicBezTo>
                    <a:cubicBezTo>
                      <a:pt x="169167" y="14776"/>
                      <a:pt x="168738" y="14347"/>
                      <a:pt x="167879" y="14347"/>
                    </a:cubicBezTo>
                    <a:cubicBezTo>
                      <a:pt x="164873" y="14776"/>
                      <a:pt x="162297" y="17352"/>
                      <a:pt x="160151" y="19499"/>
                    </a:cubicBezTo>
                    <a:cubicBezTo>
                      <a:pt x="157574" y="21216"/>
                      <a:pt x="154998" y="23363"/>
                      <a:pt x="151993" y="24651"/>
                    </a:cubicBezTo>
                    <a:cubicBezTo>
                      <a:pt x="144694" y="28515"/>
                      <a:pt x="136965" y="31950"/>
                      <a:pt x="129237" y="34097"/>
                    </a:cubicBezTo>
                    <a:cubicBezTo>
                      <a:pt x="112921" y="38391"/>
                      <a:pt x="95747" y="38391"/>
                      <a:pt x="79431" y="34527"/>
                    </a:cubicBezTo>
                    <a:cubicBezTo>
                      <a:pt x="64404" y="31091"/>
                      <a:pt x="48947" y="25939"/>
                      <a:pt x="34778" y="19928"/>
                    </a:cubicBezTo>
                    <a:cubicBezTo>
                      <a:pt x="27908" y="16923"/>
                      <a:pt x="21039" y="13488"/>
                      <a:pt x="14598" y="9194"/>
                    </a:cubicBezTo>
                    <a:cubicBezTo>
                      <a:pt x="11593" y="7048"/>
                      <a:pt x="8587" y="4901"/>
                      <a:pt x="5152" y="2754"/>
                    </a:cubicBezTo>
                    <a:cubicBezTo>
                      <a:pt x="3435" y="1466"/>
                      <a:pt x="2147" y="-252"/>
                      <a:pt x="0" y="178"/>
                    </a:cubicBezTo>
                    <a:cubicBezTo>
                      <a:pt x="430" y="-252"/>
                      <a:pt x="430" y="178"/>
                      <a:pt x="430" y="607"/>
                    </a:cubicBezTo>
                    <a:lnTo>
                      <a:pt x="430" y="6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6" name="Google Shape;1216;p47"/>
              <p:cNvSpPr/>
              <p:nvPr/>
            </p:nvSpPr>
            <p:spPr>
              <a:xfrm flipH="1">
                <a:off x="2813862" y="3513677"/>
                <a:ext cx="102318" cy="333252"/>
              </a:xfrm>
              <a:custGeom>
                <a:avLst/>
                <a:gdLst/>
                <a:ahLst/>
                <a:cxnLst/>
                <a:rect l="l" t="t" r="r" b="b"/>
                <a:pathLst>
                  <a:path w="35558" h="116420" extrusionOk="0">
                    <a:moveTo>
                      <a:pt x="20102" y="0"/>
                    </a:moveTo>
                    <a:cubicBezTo>
                      <a:pt x="19243" y="11163"/>
                      <a:pt x="20531" y="23185"/>
                      <a:pt x="21819" y="34349"/>
                    </a:cubicBezTo>
                    <a:cubicBezTo>
                      <a:pt x="23107" y="45941"/>
                      <a:pt x="24395" y="57105"/>
                      <a:pt x="25683" y="68697"/>
                    </a:cubicBezTo>
                    <a:cubicBezTo>
                      <a:pt x="26542" y="74279"/>
                      <a:pt x="26971" y="79861"/>
                      <a:pt x="27830" y="85442"/>
                    </a:cubicBezTo>
                    <a:cubicBezTo>
                      <a:pt x="28689" y="91024"/>
                      <a:pt x="30836" y="97894"/>
                      <a:pt x="30406" y="103475"/>
                    </a:cubicBezTo>
                    <a:cubicBezTo>
                      <a:pt x="29977" y="108198"/>
                      <a:pt x="21819" y="109916"/>
                      <a:pt x="17526" y="110774"/>
                    </a:cubicBezTo>
                    <a:cubicBezTo>
                      <a:pt x="11944" y="111633"/>
                      <a:pt x="6792" y="110774"/>
                      <a:pt x="1210" y="109916"/>
                    </a:cubicBezTo>
                    <a:cubicBezTo>
                      <a:pt x="-1796" y="109486"/>
                      <a:pt x="1639" y="113780"/>
                      <a:pt x="2498" y="114209"/>
                    </a:cubicBezTo>
                    <a:cubicBezTo>
                      <a:pt x="12803" y="118932"/>
                      <a:pt x="25683" y="115497"/>
                      <a:pt x="35129" y="109486"/>
                    </a:cubicBezTo>
                    <a:cubicBezTo>
                      <a:pt x="35559" y="109057"/>
                      <a:pt x="35559" y="108627"/>
                      <a:pt x="35559" y="108198"/>
                    </a:cubicBezTo>
                    <a:cubicBezTo>
                      <a:pt x="33412" y="90595"/>
                      <a:pt x="30836" y="72562"/>
                      <a:pt x="28689" y="54958"/>
                    </a:cubicBezTo>
                    <a:cubicBezTo>
                      <a:pt x="26542" y="36495"/>
                      <a:pt x="24825" y="18033"/>
                      <a:pt x="20102" y="0"/>
                    </a:cubicBezTo>
                    <a:lnTo>
                      <a:pt x="20102" y="0"/>
                    </a:lnTo>
                    <a:lnTo>
                      <a:pt x="2010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7" name="Google Shape;1217;p47"/>
              <p:cNvSpPr/>
              <p:nvPr/>
            </p:nvSpPr>
            <p:spPr>
              <a:xfrm flipH="1">
                <a:off x="2702865" y="3632615"/>
                <a:ext cx="82803" cy="84074"/>
              </a:xfrm>
              <a:custGeom>
                <a:avLst/>
                <a:gdLst/>
                <a:ahLst/>
                <a:cxnLst/>
                <a:rect l="l" t="t" r="r" b="b"/>
                <a:pathLst>
                  <a:path w="28776" h="29371" extrusionOk="0">
                    <a:moveTo>
                      <a:pt x="1449" y="29371"/>
                    </a:moveTo>
                    <a:cubicBezTo>
                      <a:pt x="1879" y="27654"/>
                      <a:pt x="2308" y="25507"/>
                      <a:pt x="2737" y="23790"/>
                    </a:cubicBezTo>
                    <a:cubicBezTo>
                      <a:pt x="3167" y="21643"/>
                      <a:pt x="3596" y="19496"/>
                      <a:pt x="4455" y="17349"/>
                    </a:cubicBezTo>
                    <a:cubicBezTo>
                      <a:pt x="5743" y="13485"/>
                      <a:pt x="7460" y="9192"/>
                      <a:pt x="10466" y="6615"/>
                    </a:cubicBezTo>
                    <a:cubicBezTo>
                      <a:pt x="11754" y="5327"/>
                      <a:pt x="13471" y="4469"/>
                      <a:pt x="15618" y="4898"/>
                    </a:cubicBezTo>
                    <a:cubicBezTo>
                      <a:pt x="16477" y="4898"/>
                      <a:pt x="16906" y="5327"/>
                      <a:pt x="17335" y="5757"/>
                    </a:cubicBezTo>
                    <a:cubicBezTo>
                      <a:pt x="16906" y="5327"/>
                      <a:pt x="17765" y="6186"/>
                      <a:pt x="17765" y="6186"/>
                    </a:cubicBezTo>
                    <a:cubicBezTo>
                      <a:pt x="17765" y="6186"/>
                      <a:pt x="18194" y="6186"/>
                      <a:pt x="18194" y="6615"/>
                    </a:cubicBezTo>
                    <a:cubicBezTo>
                      <a:pt x="17765" y="6186"/>
                      <a:pt x="18194" y="6615"/>
                      <a:pt x="18194" y="6615"/>
                    </a:cubicBezTo>
                    <a:cubicBezTo>
                      <a:pt x="19053" y="7474"/>
                      <a:pt x="19911" y="8333"/>
                      <a:pt x="20341" y="9621"/>
                    </a:cubicBezTo>
                    <a:cubicBezTo>
                      <a:pt x="21200" y="10909"/>
                      <a:pt x="21629" y="12627"/>
                      <a:pt x="22058" y="14344"/>
                    </a:cubicBezTo>
                    <a:cubicBezTo>
                      <a:pt x="22488" y="16061"/>
                      <a:pt x="22917" y="17779"/>
                      <a:pt x="23346" y="19496"/>
                    </a:cubicBezTo>
                    <a:cubicBezTo>
                      <a:pt x="23776" y="21214"/>
                      <a:pt x="24205" y="23361"/>
                      <a:pt x="24634" y="25078"/>
                    </a:cubicBezTo>
                    <a:cubicBezTo>
                      <a:pt x="25064" y="26366"/>
                      <a:pt x="28069" y="28513"/>
                      <a:pt x="28498" y="26366"/>
                    </a:cubicBezTo>
                    <a:cubicBezTo>
                      <a:pt x="29357" y="22931"/>
                      <a:pt x="28069" y="18637"/>
                      <a:pt x="26781" y="15203"/>
                    </a:cubicBezTo>
                    <a:cubicBezTo>
                      <a:pt x="25493" y="11338"/>
                      <a:pt x="23776" y="7474"/>
                      <a:pt x="21200" y="4469"/>
                    </a:cubicBezTo>
                    <a:cubicBezTo>
                      <a:pt x="18194" y="1034"/>
                      <a:pt x="13900" y="-1113"/>
                      <a:pt x="9607" y="604"/>
                    </a:cubicBezTo>
                    <a:cubicBezTo>
                      <a:pt x="4884" y="2322"/>
                      <a:pt x="2737" y="7474"/>
                      <a:pt x="1449" y="12197"/>
                    </a:cubicBezTo>
                    <a:cubicBezTo>
                      <a:pt x="590" y="14773"/>
                      <a:pt x="161" y="17779"/>
                      <a:pt x="161" y="20784"/>
                    </a:cubicBezTo>
                    <a:cubicBezTo>
                      <a:pt x="-268" y="23790"/>
                      <a:pt x="161" y="26366"/>
                      <a:pt x="1449" y="29371"/>
                    </a:cubicBezTo>
                    <a:lnTo>
                      <a:pt x="1449" y="29371"/>
                    </a:lnTo>
                    <a:lnTo>
                      <a:pt x="1449" y="2937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8" name="Google Shape;1218;p47"/>
              <p:cNvSpPr/>
              <p:nvPr/>
            </p:nvSpPr>
            <p:spPr>
              <a:xfrm flipH="1">
                <a:off x="2820775" y="3863398"/>
                <a:ext cx="218958" cy="147055"/>
              </a:xfrm>
              <a:custGeom>
                <a:avLst/>
                <a:gdLst/>
                <a:ahLst/>
                <a:cxnLst/>
                <a:rect l="l" t="t" r="r" b="b"/>
                <a:pathLst>
                  <a:path w="76093" h="51373" extrusionOk="0">
                    <a:moveTo>
                      <a:pt x="71548" y="9438"/>
                    </a:moveTo>
                    <a:cubicBezTo>
                      <a:pt x="66396" y="5573"/>
                      <a:pt x="59955" y="6003"/>
                      <a:pt x="53944" y="8579"/>
                    </a:cubicBezTo>
                    <a:cubicBezTo>
                      <a:pt x="49221" y="10296"/>
                      <a:pt x="44069" y="11155"/>
                      <a:pt x="38917" y="10726"/>
                    </a:cubicBezTo>
                    <a:cubicBezTo>
                      <a:pt x="34194" y="9438"/>
                      <a:pt x="29471" y="7720"/>
                      <a:pt x="25177" y="4715"/>
                    </a:cubicBezTo>
                    <a:cubicBezTo>
                      <a:pt x="20025" y="851"/>
                      <a:pt x="14014" y="-1296"/>
                      <a:pt x="8003" y="851"/>
                    </a:cubicBezTo>
                    <a:cubicBezTo>
                      <a:pt x="-5307" y="6862"/>
                      <a:pt x="-5307" y="44216"/>
                      <a:pt x="33764" y="51085"/>
                    </a:cubicBezTo>
                    <a:lnTo>
                      <a:pt x="33764" y="51085"/>
                    </a:lnTo>
                    <a:cubicBezTo>
                      <a:pt x="73265" y="54950"/>
                      <a:pt x="83141" y="18883"/>
                      <a:pt x="71548" y="943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9" name="Google Shape;1219;p47"/>
              <p:cNvSpPr/>
              <p:nvPr/>
            </p:nvSpPr>
            <p:spPr>
              <a:xfrm flipH="1">
                <a:off x="3047678" y="3649125"/>
                <a:ext cx="39534" cy="108154"/>
              </a:xfrm>
              <a:custGeom>
                <a:avLst/>
                <a:gdLst/>
                <a:ahLst/>
                <a:cxnLst/>
                <a:rect l="l" t="t" r="r" b="b"/>
                <a:pathLst>
                  <a:path w="13739" h="37783" extrusionOk="0">
                    <a:moveTo>
                      <a:pt x="0" y="18892"/>
                    </a:moveTo>
                    <a:cubicBezTo>
                      <a:pt x="0" y="29196"/>
                      <a:pt x="3006" y="37783"/>
                      <a:pt x="6870" y="37783"/>
                    </a:cubicBezTo>
                    <a:cubicBezTo>
                      <a:pt x="10734" y="37783"/>
                      <a:pt x="13739" y="29196"/>
                      <a:pt x="13739" y="18892"/>
                    </a:cubicBezTo>
                    <a:cubicBezTo>
                      <a:pt x="13739" y="8587"/>
                      <a:pt x="10734" y="0"/>
                      <a:pt x="6870" y="0"/>
                    </a:cubicBezTo>
                    <a:cubicBezTo>
                      <a:pt x="3006" y="0"/>
                      <a:pt x="0" y="8158"/>
                      <a:pt x="0" y="1889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0" name="Google Shape;1220;p47"/>
              <p:cNvSpPr/>
              <p:nvPr/>
            </p:nvSpPr>
            <p:spPr>
              <a:xfrm flipH="1">
                <a:off x="2359787" y="2693239"/>
                <a:ext cx="1275820" cy="1050220"/>
              </a:xfrm>
              <a:custGeom>
                <a:avLst/>
                <a:gdLst/>
                <a:ahLst/>
                <a:cxnLst/>
                <a:rect l="l" t="t" r="r" b="b"/>
                <a:pathLst>
                  <a:path w="443378" h="366889" extrusionOk="0">
                    <a:moveTo>
                      <a:pt x="407486" y="43496"/>
                    </a:moveTo>
                    <a:cubicBezTo>
                      <a:pt x="379148" y="13012"/>
                      <a:pt x="336642" y="-3304"/>
                      <a:pt x="294994" y="560"/>
                    </a:cubicBezTo>
                    <a:cubicBezTo>
                      <a:pt x="266656" y="3137"/>
                      <a:pt x="237031" y="17305"/>
                      <a:pt x="222003" y="41779"/>
                    </a:cubicBezTo>
                    <a:cubicBezTo>
                      <a:pt x="214704" y="36197"/>
                      <a:pt x="205688" y="32333"/>
                      <a:pt x="196671" y="30615"/>
                    </a:cubicBezTo>
                    <a:cubicBezTo>
                      <a:pt x="179067" y="27610"/>
                      <a:pt x="160605" y="32333"/>
                      <a:pt x="143860" y="38773"/>
                    </a:cubicBezTo>
                    <a:cubicBezTo>
                      <a:pt x="100495" y="55089"/>
                      <a:pt x="62711" y="85144"/>
                      <a:pt x="36520" y="123786"/>
                    </a:cubicBezTo>
                    <a:cubicBezTo>
                      <a:pt x="25357" y="140102"/>
                      <a:pt x="16341" y="158993"/>
                      <a:pt x="18917" y="178315"/>
                    </a:cubicBezTo>
                    <a:cubicBezTo>
                      <a:pt x="19776" y="185184"/>
                      <a:pt x="22781" y="191625"/>
                      <a:pt x="27075" y="197206"/>
                    </a:cubicBezTo>
                    <a:cubicBezTo>
                      <a:pt x="21064" y="199353"/>
                      <a:pt x="15482" y="202358"/>
                      <a:pt x="10330" y="205793"/>
                    </a:cubicBezTo>
                    <a:cubicBezTo>
                      <a:pt x="4748" y="210087"/>
                      <a:pt x="-404" y="216098"/>
                      <a:pt x="25" y="223397"/>
                    </a:cubicBezTo>
                    <a:cubicBezTo>
                      <a:pt x="25" y="230267"/>
                      <a:pt x="5607" y="236278"/>
                      <a:pt x="9900" y="241859"/>
                    </a:cubicBezTo>
                    <a:cubicBezTo>
                      <a:pt x="21493" y="257316"/>
                      <a:pt x="37379" y="315709"/>
                      <a:pt x="35662" y="335030"/>
                    </a:cubicBezTo>
                    <a:cubicBezTo>
                      <a:pt x="35662" y="335030"/>
                      <a:pt x="58847" y="310986"/>
                      <a:pt x="82462" y="322149"/>
                    </a:cubicBezTo>
                    <a:cubicBezTo>
                      <a:pt x="91908" y="343617"/>
                      <a:pt x="99636" y="365085"/>
                      <a:pt x="100924" y="366373"/>
                    </a:cubicBezTo>
                    <a:cubicBezTo>
                      <a:pt x="105647" y="370667"/>
                      <a:pt x="129262" y="347052"/>
                      <a:pt x="135702" y="336747"/>
                    </a:cubicBezTo>
                    <a:cubicBezTo>
                      <a:pt x="152447" y="311415"/>
                      <a:pt x="163181" y="282219"/>
                      <a:pt x="167045" y="251735"/>
                    </a:cubicBezTo>
                    <a:cubicBezTo>
                      <a:pt x="167904" y="244865"/>
                      <a:pt x="168333" y="237566"/>
                      <a:pt x="167904" y="230696"/>
                    </a:cubicBezTo>
                    <a:cubicBezTo>
                      <a:pt x="200964" y="237566"/>
                      <a:pt x="237031" y="230696"/>
                      <a:pt x="264939" y="212234"/>
                    </a:cubicBezTo>
                    <a:cubicBezTo>
                      <a:pt x="271808" y="219962"/>
                      <a:pt x="280396" y="226403"/>
                      <a:pt x="289842" y="231125"/>
                    </a:cubicBezTo>
                    <a:cubicBezTo>
                      <a:pt x="316891" y="244865"/>
                      <a:pt x="350381" y="246153"/>
                      <a:pt x="378719" y="234560"/>
                    </a:cubicBezTo>
                    <a:cubicBezTo>
                      <a:pt x="407056" y="222968"/>
                      <a:pt x="429383" y="198065"/>
                      <a:pt x="438829" y="168869"/>
                    </a:cubicBezTo>
                    <a:lnTo>
                      <a:pt x="441405" y="158993"/>
                    </a:lnTo>
                    <a:cubicBezTo>
                      <a:pt x="448704" y="118204"/>
                      <a:pt x="435394" y="73981"/>
                      <a:pt x="407486" y="43496"/>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21" name="Google Shape;1221;p47"/>
            <p:cNvSpPr/>
            <p:nvPr/>
          </p:nvSpPr>
          <p:spPr>
            <a:xfrm>
              <a:off x="6337900" y="41738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1222" name="Google Shape;1222;p47"/>
            <p:cNvSpPr/>
            <p:nvPr/>
          </p:nvSpPr>
          <p:spPr>
            <a:xfrm>
              <a:off x="5608175" y="978500"/>
              <a:ext cx="182100" cy="191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grpSp>
        <p:nvGrpSpPr>
          <p:cNvPr id="1223" name="Google Shape;1223;p47"/>
          <p:cNvGrpSpPr/>
          <p:nvPr/>
        </p:nvGrpSpPr>
        <p:grpSpPr>
          <a:xfrm>
            <a:off x="-744427" y="322097"/>
            <a:ext cx="1879977" cy="1504212"/>
            <a:chOff x="-795177" y="634722"/>
            <a:chExt cx="1879977" cy="1504212"/>
          </a:xfrm>
        </p:grpSpPr>
        <p:sp>
          <p:nvSpPr>
            <p:cNvPr id="1224" name="Google Shape;1224;p47"/>
            <p:cNvSpPr/>
            <p:nvPr/>
          </p:nvSpPr>
          <p:spPr>
            <a:xfrm>
              <a:off x="0" y="634722"/>
              <a:ext cx="1084800" cy="1140000"/>
            </a:xfrm>
            <a:prstGeom prst="star10">
              <a:avLst>
                <a:gd name="adj" fmla="val 31156"/>
                <a:gd name="hf" fmla="val 105146"/>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225" name="Google Shape;1225;p47"/>
            <p:cNvGrpSpPr/>
            <p:nvPr/>
          </p:nvGrpSpPr>
          <p:grpSpPr>
            <a:xfrm>
              <a:off x="-795177" y="910100"/>
              <a:ext cx="1679875" cy="1228834"/>
              <a:chOff x="3082101" y="2623297"/>
              <a:chExt cx="1025314" cy="750021"/>
            </a:xfrm>
          </p:grpSpPr>
          <p:sp>
            <p:nvSpPr>
              <p:cNvPr id="1226" name="Google Shape;1226;p47"/>
              <p:cNvSpPr/>
              <p:nvPr/>
            </p:nvSpPr>
            <p:spPr>
              <a:xfrm>
                <a:off x="3347273"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6"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10"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7" name="Google Shape;1227;p47"/>
              <p:cNvSpPr/>
              <p:nvPr/>
            </p:nvSpPr>
            <p:spPr>
              <a:xfrm>
                <a:off x="3082101"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187"/>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8" name="Google Shape;1228;p47"/>
              <p:cNvSpPr/>
              <p:nvPr/>
            </p:nvSpPr>
            <p:spPr>
              <a:xfrm>
                <a:off x="3238797" y="2825604"/>
                <a:ext cx="868618" cy="547714"/>
              </a:xfrm>
              <a:custGeom>
                <a:avLst/>
                <a:gdLst/>
                <a:ahLst/>
                <a:cxnLst/>
                <a:rect l="l" t="t" r="r" b="b"/>
                <a:pathLst>
                  <a:path w="1523891" h="960902" extrusionOk="0">
                    <a:moveTo>
                      <a:pt x="1390819" y="960903"/>
                    </a:moveTo>
                    <a:lnTo>
                      <a:pt x="133230" y="960903"/>
                    </a:lnTo>
                    <a:cubicBezTo>
                      <a:pt x="49076" y="960903"/>
                      <a:pt x="-14040" y="884048"/>
                      <a:pt x="2705" y="801611"/>
                    </a:cubicBezTo>
                    <a:cubicBezTo>
                      <a:pt x="58951" y="528540"/>
                      <a:pt x="236276" y="0"/>
                      <a:pt x="770826" y="0"/>
                    </a:cubicBezTo>
                    <a:cubicBezTo>
                      <a:pt x="1307094" y="0"/>
                      <a:pt x="1472397" y="531974"/>
                      <a:pt x="1521773" y="804616"/>
                    </a:cubicBezTo>
                    <a:cubicBezTo>
                      <a:pt x="1536371" y="885765"/>
                      <a:pt x="1473685" y="960903"/>
                      <a:pt x="1390819" y="96090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9" name="Google Shape;1229;p47"/>
              <p:cNvSpPr/>
              <p:nvPr/>
            </p:nvSpPr>
            <p:spPr>
              <a:xfrm>
                <a:off x="3249661" y="3149050"/>
                <a:ext cx="847758" cy="92998"/>
              </a:xfrm>
              <a:custGeom>
                <a:avLst/>
                <a:gdLst/>
                <a:ahLst/>
                <a:cxnLst/>
                <a:rect l="l" t="t" r="r" b="b"/>
                <a:pathLst>
                  <a:path w="1487294" h="163155" extrusionOk="0">
                    <a:moveTo>
                      <a:pt x="1487295" y="163156"/>
                    </a:moveTo>
                    <a:cubicBezTo>
                      <a:pt x="1475702" y="112921"/>
                      <a:pt x="1460675" y="57105"/>
                      <a:pt x="1440924" y="0"/>
                    </a:cubicBezTo>
                    <a:lnTo>
                      <a:pt x="50235" y="0"/>
                    </a:lnTo>
                    <a:cubicBezTo>
                      <a:pt x="29196" y="57105"/>
                      <a:pt x="12881" y="112492"/>
                      <a:pt x="0" y="163156"/>
                    </a:cubicBezTo>
                    <a:lnTo>
                      <a:pt x="1487295" y="16315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0" name="Google Shape;1230;p47"/>
              <p:cNvSpPr/>
              <p:nvPr/>
            </p:nvSpPr>
            <p:spPr>
              <a:xfrm>
                <a:off x="3482621" y="2888626"/>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1" name="Google Shape;1231;p47"/>
              <p:cNvSpPr/>
              <p:nvPr/>
            </p:nvSpPr>
            <p:spPr>
              <a:xfrm rot="-5174158">
                <a:off x="3502637" y="2908603"/>
                <a:ext cx="70146" cy="70146"/>
              </a:xfrm>
              <a:custGeom>
                <a:avLst/>
                <a:gdLst/>
                <a:ahLst/>
                <a:cxnLst/>
                <a:rect l="l" t="t" r="r" b="b"/>
                <a:pathLst>
                  <a:path w="122798" h="122798" extrusionOk="0">
                    <a:moveTo>
                      <a:pt x="122798" y="61399"/>
                    </a:moveTo>
                    <a:cubicBezTo>
                      <a:pt x="122798" y="95309"/>
                      <a:pt x="95309" y="122798"/>
                      <a:pt x="61399" y="122798"/>
                    </a:cubicBezTo>
                    <a:cubicBezTo>
                      <a:pt x="27489" y="122798"/>
                      <a:pt x="0" y="95309"/>
                      <a:pt x="0" y="61399"/>
                    </a:cubicBezTo>
                    <a:cubicBezTo>
                      <a:pt x="0" y="27489"/>
                      <a:pt x="27489" y="0"/>
                      <a:pt x="61399" y="0"/>
                    </a:cubicBezTo>
                    <a:cubicBezTo>
                      <a:pt x="95309" y="0"/>
                      <a:pt x="122798" y="27489"/>
                      <a:pt x="122798" y="61399"/>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2" name="Google Shape;1232;p47"/>
              <p:cNvSpPr/>
              <p:nvPr/>
            </p:nvSpPr>
            <p:spPr>
              <a:xfrm>
                <a:off x="3759720" y="2883722"/>
                <a:ext cx="110130" cy="110130"/>
              </a:xfrm>
              <a:custGeom>
                <a:avLst/>
                <a:gdLst/>
                <a:ahLst/>
                <a:cxnLst/>
                <a:rect l="l" t="t" r="r" b="b"/>
                <a:pathLst>
                  <a:path w="193210" h="193210" extrusionOk="0">
                    <a:moveTo>
                      <a:pt x="193211" y="96605"/>
                    </a:moveTo>
                    <a:cubicBezTo>
                      <a:pt x="193211" y="149959"/>
                      <a:pt x="149959" y="193211"/>
                      <a:pt x="96605" y="193211"/>
                    </a:cubicBezTo>
                    <a:cubicBezTo>
                      <a:pt x="43252" y="193211"/>
                      <a:pt x="0" y="149959"/>
                      <a:pt x="0" y="96605"/>
                    </a:cubicBezTo>
                    <a:cubicBezTo>
                      <a:pt x="0" y="43252"/>
                      <a:pt x="43252" y="0"/>
                      <a:pt x="96605" y="0"/>
                    </a:cubicBezTo>
                    <a:cubicBezTo>
                      <a:pt x="149959" y="0"/>
                      <a:pt x="193211" y="43252"/>
                      <a:pt x="193211" y="9660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3" name="Google Shape;1233;p47"/>
              <p:cNvSpPr/>
              <p:nvPr/>
            </p:nvSpPr>
            <p:spPr>
              <a:xfrm>
                <a:off x="3779828" y="2903830"/>
                <a:ext cx="69994" cy="69994"/>
              </a:xfrm>
              <a:custGeom>
                <a:avLst/>
                <a:gdLst/>
                <a:ahLst/>
                <a:cxnLst/>
                <a:rect l="l" t="t" r="r" b="b"/>
                <a:pathLst>
                  <a:path w="122796" h="122796" extrusionOk="0">
                    <a:moveTo>
                      <a:pt x="122796" y="61398"/>
                    </a:moveTo>
                    <a:cubicBezTo>
                      <a:pt x="122796" y="95307"/>
                      <a:pt x="95307" y="122796"/>
                      <a:pt x="61398" y="122796"/>
                    </a:cubicBezTo>
                    <a:cubicBezTo>
                      <a:pt x="27489" y="122796"/>
                      <a:pt x="0" y="95307"/>
                      <a:pt x="0" y="61398"/>
                    </a:cubicBezTo>
                    <a:cubicBezTo>
                      <a:pt x="0" y="27489"/>
                      <a:pt x="27489" y="0"/>
                      <a:pt x="61398" y="0"/>
                    </a:cubicBezTo>
                    <a:cubicBezTo>
                      <a:pt x="95307" y="0"/>
                      <a:pt x="122796" y="27489"/>
                      <a:pt x="122796" y="61398"/>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4" name="Google Shape;1234;p47"/>
              <p:cNvSpPr/>
              <p:nvPr/>
            </p:nvSpPr>
            <p:spPr>
              <a:xfrm>
                <a:off x="3248189" y="2864349"/>
                <a:ext cx="254142" cy="373645"/>
              </a:xfrm>
              <a:custGeom>
                <a:avLst/>
                <a:gdLst/>
                <a:ahLst/>
                <a:cxnLst/>
                <a:rect l="l" t="t" r="r" b="b"/>
                <a:pathLst>
                  <a:path w="445864" h="655518" extrusionOk="0">
                    <a:moveTo>
                      <a:pt x="445673" y="0"/>
                    </a:moveTo>
                    <a:cubicBezTo>
                      <a:pt x="433222" y="3864"/>
                      <a:pt x="420341" y="6870"/>
                      <a:pt x="407890" y="10734"/>
                    </a:cubicBezTo>
                    <a:cubicBezTo>
                      <a:pt x="395868" y="14169"/>
                      <a:pt x="384275" y="20609"/>
                      <a:pt x="373112" y="26620"/>
                    </a:cubicBezTo>
                    <a:cubicBezTo>
                      <a:pt x="350356" y="37783"/>
                      <a:pt x="329747" y="51952"/>
                      <a:pt x="309996" y="67409"/>
                    </a:cubicBezTo>
                    <a:cubicBezTo>
                      <a:pt x="270066" y="98323"/>
                      <a:pt x="233571" y="133101"/>
                      <a:pt x="201369" y="171743"/>
                    </a:cubicBezTo>
                    <a:cubicBezTo>
                      <a:pt x="132242" y="253750"/>
                      <a:pt x="80719" y="349927"/>
                      <a:pt x="45941" y="451255"/>
                    </a:cubicBezTo>
                    <a:cubicBezTo>
                      <a:pt x="35637" y="480881"/>
                      <a:pt x="26620" y="510936"/>
                      <a:pt x="18892" y="540991"/>
                    </a:cubicBezTo>
                    <a:cubicBezTo>
                      <a:pt x="15028" y="556877"/>
                      <a:pt x="11163" y="572763"/>
                      <a:pt x="7728" y="588649"/>
                    </a:cubicBezTo>
                    <a:cubicBezTo>
                      <a:pt x="4294" y="604536"/>
                      <a:pt x="0" y="620422"/>
                      <a:pt x="0" y="636737"/>
                    </a:cubicBezTo>
                    <a:cubicBezTo>
                      <a:pt x="0" y="643178"/>
                      <a:pt x="3864" y="648759"/>
                      <a:pt x="9017" y="652624"/>
                    </a:cubicBezTo>
                    <a:cubicBezTo>
                      <a:pt x="12451" y="655200"/>
                      <a:pt x="19750" y="657776"/>
                      <a:pt x="21897" y="652194"/>
                    </a:cubicBezTo>
                    <a:cubicBezTo>
                      <a:pt x="27479" y="639313"/>
                      <a:pt x="29196" y="625145"/>
                      <a:pt x="32202" y="611405"/>
                    </a:cubicBezTo>
                    <a:cubicBezTo>
                      <a:pt x="35207" y="597666"/>
                      <a:pt x="38213" y="583926"/>
                      <a:pt x="41648" y="570187"/>
                    </a:cubicBezTo>
                    <a:cubicBezTo>
                      <a:pt x="48088" y="543996"/>
                      <a:pt x="55817" y="517805"/>
                      <a:pt x="63974" y="492044"/>
                    </a:cubicBezTo>
                    <a:cubicBezTo>
                      <a:pt x="81149" y="439662"/>
                      <a:pt x="101758" y="388139"/>
                      <a:pt x="126661" y="339193"/>
                    </a:cubicBezTo>
                    <a:cubicBezTo>
                      <a:pt x="172602" y="248598"/>
                      <a:pt x="235717" y="166161"/>
                      <a:pt x="313431" y="100470"/>
                    </a:cubicBezTo>
                    <a:cubicBezTo>
                      <a:pt x="334470" y="82436"/>
                      <a:pt x="357226" y="66550"/>
                      <a:pt x="379552" y="49805"/>
                    </a:cubicBezTo>
                    <a:cubicBezTo>
                      <a:pt x="390286" y="41647"/>
                      <a:pt x="401449" y="33490"/>
                      <a:pt x="412613" y="25761"/>
                    </a:cubicBezTo>
                    <a:cubicBezTo>
                      <a:pt x="418194" y="21897"/>
                      <a:pt x="422917" y="17174"/>
                      <a:pt x="428070" y="12881"/>
                    </a:cubicBezTo>
                    <a:cubicBezTo>
                      <a:pt x="433651" y="8158"/>
                      <a:pt x="440092" y="4294"/>
                      <a:pt x="445673" y="0"/>
                    </a:cubicBezTo>
                    <a:cubicBezTo>
                      <a:pt x="446103" y="0"/>
                      <a:pt x="445673" y="0"/>
                      <a:pt x="445673" y="0"/>
                    </a:cubicBezTo>
                    <a:lnTo>
                      <a:pt x="445673"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5" name="Google Shape;1235;p47"/>
              <p:cNvSpPr/>
              <p:nvPr/>
            </p:nvSpPr>
            <p:spPr>
              <a:xfrm>
                <a:off x="3521379" y="2623297"/>
                <a:ext cx="298316" cy="337370"/>
              </a:xfrm>
              <a:custGeom>
                <a:avLst/>
                <a:gdLst/>
                <a:ahLst/>
                <a:cxnLst/>
                <a:rect l="l" t="t" r="r" b="b"/>
                <a:pathLst>
                  <a:path w="523361" h="591877" extrusionOk="0">
                    <a:moveTo>
                      <a:pt x="30459" y="585215"/>
                    </a:moveTo>
                    <a:cubicBezTo>
                      <a:pt x="31318" y="583068"/>
                      <a:pt x="32177" y="581350"/>
                      <a:pt x="33035" y="579204"/>
                    </a:cubicBezTo>
                    <a:cubicBezTo>
                      <a:pt x="32177" y="580062"/>
                      <a:pt x="31318" y="580492"/>
                      <a:pt x="30459" y="581350"/>
                    </a:cubicBezTo>
                    <a:lnTo>
                      <a:pt x="30888" y="580921"/>
                    </a:lnTo>
                    <a:cubicBezTo>
                      <a:pt x="34323" y="579204"/>
                      <a:pt x="34753" y="577057"/>
                      <a:pt x="34323" y="573622"/>
                    </a:cubicBezTo>
                    <a:cubicBezTo>
                      <a:pt x="33894" y="568040"/>
                      <a:pt x="34323" y="562888"/>
                      <a:pt x="33894" y="557307"/>
                    </a:cubicBezTo>
                    <a:cubicBezTo>
                      <a:pt x="33035" y="551725"/>
                      <a:pt x="32606" y="546143"/>
                      <a:pt x="32177" y="540132"/>
                    </a:cubicBezTo>
                    <a:cubicBezTo>
                      <a:pt x="31318" y="528969"/>
                      <a:pt x="30459" y="517376"/>
                      <a:pt x="30030" y="506213"/>
                    </a:cubicBezTo>
                    <a:cubicBezTo>
                      <a:pt x="29171" y="482598"/>
                      <a:pt x="30030" y="459413"/>
                      <a:pt x="31318" y="435798"/>
                    </a:cubicBezTo>
                    <a:cubicBezTo>
                      <a:pt x="34323" y="391145"/>
                      <a:pt x="40334" y="346062"/>
                      <a:pt x="47204" y="301839"/>
                    </a:cubicBezTo>
                    <a:cubicBezTo>
                      <a:pt x="60085" y="224125"/>
                      <a:pt x="82841" y="141259"/>
                      <a:pt x="144239" y="87160"/>
                    </a:cubicBezTo>
                    <a:cubicBezTo>
                      <a:pt x="171718" y="63116"/>
                      <a:pt x="204349" y="45512"/>
                      <a:pt x="240415" y="39501"/>
                    </a:cubicBezTo>
                    <a:cubicBezTo>
                      <a:pt x="249861" y="37784"/>
                      <a:pt x="256301" y="37354"/>
                      <a:pt x="265747" y="37784"/>
                    </a:cubicBezTo>
                    <a:cubicBezTo>
                      <a:pt x="274764" y="38213"/>
                      <a:pt x="283780" y="39072"/>
                      <a:pt x="292367" y="40789"/>
                    </a:cubicBezTo>
                    <a:cubicBezTo>
                      <a:pt x="292797" y="40789"/>
                      <a:pt x="295373" y="41648"/>
                      <a:pt x="292797" y="40789"/>
                    </a:cubicBezTo>
                    <a:cubicBezTo>
                      <a:pt x="293655" y="41218"/>
                      <a:pt x="294943" y="41218"/>
                      <a:pt x="295802" y="41648"/>
                    </a:cubicBezTo>
                    <a:cubicBezTo>
                      <a:pt x="297949" y="42077"/>
                      <a:pt x="300096" y="42936"/>
                      <a:pt x="302243" y="43365"/>
                    </a:cubicBezTo>
                    <a:cubicBezTo>
                      <a:pt x="306965" y="45083"/>
                      <a:pt x="311688" y="46800"/>
                      <a:pt x="315982" y="48518"/>
                    </a:cubicBezTo>
                    <a:cubicBezTo>
                      <a:pt x="316841" y="48947"/>
                      <a:pt x="322422" y="51523"/>
                      <a:pt x="318988" y="49806"/>
                    </a:cubicBezTo>
                    <a:cubicBezTo>
                      <a:pt x="321134" y="50664"/>
                      <a:pt x="322852" y="51952"/>
                      <a:pt x="324999" y="52811"/>
                    </a:cubicBezTo>
                    <a:cubicBezTo>
                      <a:pt x="329292" y="55387"/>
                      <a:pt x="333586" y="57963"/>
                      <a:pt x="337879" y="60540"/>
                    </a:cubicBezTo>
                    <a:cubicBezTo>
                      <a:pt x="339167" y="61398"/>
                      <a:pt x="343890" y="64833"/>
                      <a:pt x="340455" y="62257"/>
                    </a:cubicBezTo>
                    <a:cubicBezTo>
                      <a:pt x="342173" y="63545"/>
                      <a:pt x="343890" y="64833"/>
                      <a:pt x="345608" y="66121"/>
                    </a:cubicBezTo>
                    <a:cubicBezTo>
                      <a:pt x="349472" y="69127"/>
                      <a:pt x="353336" y="72562"/>
                      <a:pt x="357200" y="75996"/>
                    </a:cubicBezTo>
                    <a:cubicBezTo>
                      <a:pt x="358918" y="77714"/>
                      <a:pt x="361065" y="79431"/>
                      <a:pt x="362782" y="81149"/>
                    </a:cubicBezTo>
                    <a:cubicBezTo>
                      <a:pt x="364929" y="83296"/>
                      <a:pt x="359776" y="78143"/>
                      <a:pt x="362353" y="80719"/>
                    </a:cubicBezTo>
                    <a:cubicBezTo>
                      <a:pt x="363211" y="81578"/>
                      <a:pt x="364070" y="82437"/>
                      <a:pt x="364499" y="83296"/>
                    </a:cubicBezTo>
                    <a:cubicBezTo>
                      <a:pt x="367934" y="86730"/>
                      <a:pt x="371369" y="90595"/>
                      <a:pt x="374804" y="94459"/>
                    </a:cubicBezTo>
                    <a:cubicBezTo>
                      <a:pt x="377809" y="97894"/>
                      <a:pt x="380815" y="101329"/>
                      <a:pt x="383391" y="104763"/>
                    </a:cubicBezTo>
                    <a:cubicBezTo>
                      <a:pt x="384250" y="105622"/>
                      <a:pt x="389402" y="112492"/>
                      <a:pt x="385538" y="107339"/>
                    </a:cubicBezTo>
                    <a:cubicBezTo>
                      <a:pt x="387255" y="109486"/>
                      <a:pt x="388543" y="111633"/>
                      <a:pt x="389832" y="113351"/>
                    </a:cubicBezTo>
                    <a:cubicBezTo>
                      <a:pt x="395843" y="121938"/>
                      <a:pt x="401424" y="130525"/>
                      <a:pt x="406576" y="139112"/>
                    </a:cubicBezTo>
                    <a:cubicBezTo>
                      <a:pt x="409153" y="143835"/>
                      <a:pt x="412158" y="148558"/>
                      <a:pt x="414734" y="153281"/>
                    </a:cubicBezTo>
                    <a:cubicBezTo>
                      <a:pt x="415164" y="154569"/>
                      <a:pt x="416022" y="155428"/>
                      <a:pt x="416452" y="156716"/>
                    </a:cubicBezTo>
                    <a:cubicBezTo>
                      <a:pt x="416881" y="157145"/>
                      <a:pt x="418169" y="160151"/>
                      <a:pt x="416452" y="157145"/>
                    </a:cubicBezTo>
                    <a:cubicBezTo>
                      <a:pt x="417740" y="160151"/>
                      <a:pt x="419457" y="162727"/>
                      <a:pt x="420745" y="165732"/>
                    </a:cubicBezTo>
                    <a:cubicBezTo>
                      <a:pt x="425468" y="175178"/>
                      <a:pt x="429762" y="185053"/>
                      <a:pt x="434055" y="194929"/>
                    </a:cubicBezTo>
                    <a:cubicBezTo>
                      <a:pt x="438349" y="204804"/>
                      <a:pt x="442213" y="215108"/>
                      <a:pt x="445648" y="224984"/>
                    </a:cubicBezTo>
                    <a:cubicBezTo>
                      <a:pt x="446507" y="227560"/>
                      <a:pt x="447365" y="229706"/>
                      <a:pt x="448224" y="232283"/>
                    </a:cubicBezTo>
                    <a:cubicBezTo>
                      <a:pt x="448654" y="233571"/>
                      <a:pt x="449083" y="234859"/>
                      <a:pt x="449512" y="235717"/>
                    </a:cubicBezTo>
                    <a:cubicBezTo>
                      <a:pt x="448654" y="233141"/>
                      <a:pt x="449512" y="236147"/>
                      <a:pt x="449942" y="236576"/>
                    </a:cubicBezTo>
                    <a:cubicBezTo>
                      <a:pt x="451659" y="242158"/>
                      <a:pt x="453376" y="247310"/>
                      <a:pt x="454665" y="252892"/>
                    </a:cubicBezTo>
                    <a:cubicBezTo>
                      <a:pt x="479997" y="342198"/>
                      <a:pt x="485149" y="434940"/>
                      <a:pt x="487296" y="527251"/>
                    </a:cubicBezTo>
                    <a:cubicBezTo>
                      <a:pt x="487725" y="539273"/>
                      <a:pt x="487725" y="550866"/>
                      <a:pt x="488154" y="562888"/>
                    </a:cubicBezTo>
                    <a:cubicBezTo>
                      <a:pt x="488584" y="573193"/>
                      <a:pt x="495883" y="584356"/>
                      <a:pt x="504899" y="589079"/>
                    </a:cubicBezTo>
                    <a:cubicBezTo>
                      <a:pt x="510910" y="592514"/>
                      <a:pt x="523362" y="594660"/>
                      <a:pt x="523362" y="583926"/>
                    </a:cubicBezTo>
                    <a:cubicBezTo>
                      <a:pt x="520356" y="484745"/>
                      <a:pt x="517780" y="383846"/>
                      <a:pt x="493736" y="287240"/>
                    </a:cubicBezTo>
                    <a:cubicBezTo>
                      <a:pt x="482573" y="242158"/>
                      <a:pt x="466687" y="197934"/>
                      <a:pt x="445219" y="156716"/>
                    </a:cubicBezTo>
                    <a:cubicBezTo>
                      <a:pt x="423751" y="115927"/>
                      <a:pt x="397560" y="77284"/>
                      <a:pt x="362353" y="47229"/>
                    </a:cubicBezTo>
                    <a:cubicBezTo>
                      <a:pt x="330151" y="19751"/>
                      <a:pt x="289791" y="0"/>
                      <a:pt x="246855" y="0"/>
                    </a:cubicBezTo>
                    <a:cubicBezTo>
                      <a:pt x="206925" y="0"/>
                      <a:pt x="169142" y="14169"/>
                      <a:pt x="136940" y="36925"/>
                    </a:cubicBezTo>
                    <a:cubicBezTo>
                      <a:pt x="64808" y="87589"/>
                      <a:pt x="34753" y="173890"/>
                      <a:pt x="19296" y="257615"/>
                    </a:cubicBezTo>
                    <a:cubicBezTo>
                      <a:pt x="10709" y="303556"/>
                      <a:pt x="5556" y="350356"/>
                      <a:pt x="2122" y="396727"/>
                    </a:cubicBezTo>
                    <a:cubicBezTo>
                      <a:pt x="-1313" y="446532"/>
                      <a:pt x="-1313" y="497196"/>
                      <a:pt x="7703" y="546573"/>
                    </a:cubicBezTo>
                    <a:cubicBezTo>
                      <a:pt x="8991" y="553013"/>
                      <a:pt x="11567" y="559453"/>
                      <a:pt x="13285" y="565464"/>
                    </a:cubicBezTo>
                    <a:cubicBezTo>
                      <a:pt x="14573" y="570187"/>
                      <a:pt x="17149" y="573193"/>
                      <a:pt x="20155" y="576628"/>
                    </a:cubicBezTo>
                    <a:cubicBezTo>
                      <a:pt x="16290" y="572334"/>
                      <a:pt x="18866" y="575339"/>
                      <a:pt x="19725" y="576628"/>
                    </a:cubicBezTo>
                    <a:cubicBezTo>
                      <a:pt x="21013" y="578345"/>
                      <a:pt x="22301" y="580062"/>
                      <a:pt x="23589" y="582209"/>
                    </a:cubicBezTo>
                    <a:cubicBezTo>
                      <a:pt x="25307" y="584356"/>
                      <a:pt x="29171" y="588220"/>
                      <a:pt x="30459" y="585215"/>
                    </a:cubicBezTo>
                    <a:lnTo>
                      <a:pt x="30459" y="585215"/>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6" name="Google Shape;1236;p47"/>
              <p:cNvSpPr/>
              <p:nvPr/>
            </p:nvSpPr>
            <p:spPr>
              <a:xfrm>
                <a:off x="3169147" y="2839582"/>
                <a:ext cx="274487" cy="388651"/>
              </a:xfrm>
              <a:custGeom>
                <a:avLst/>
                <a:gdLst/>
                <a:ahLst/>
                <a:cxnLst/>
                <a:rect l="l" t="t" r="r" b="b"/>
                <a:pathLst>
                  <a:path w="481556" h="681844" extrusionOk="0">
                    <a:moveTo>
                      <a:pt x="479735" y="0"/>
                    </a:moveTo>
                    <a:cubicBezTo>
                      <a:pt x="451826" y="859"/>
                      <a:pt x="424777" y="5152"/>
                      <a:pt x="398586" y="15886"/>
                    </a:cubicBezTo>
                    <a:cubicBezTo>
                      <a:pt x="372395" y="26620"/>
                      <a:pt x="348780" y="42507"/>
                      <a:pt x="326454" y="60110"/>
                    </a:cubicBezTo>
                    <a:cubicBezTo>
                      <a:pt x="283089" y="95317"/>
                      <a:pt x="244876" y="137394"/>
                      <a:pt x="210098" y="180760"/>
                    </a:cubicBezTo>
                    <a:cubicBezTo>
                      <a:pt x="140113" y="268349"/>
                      <a:pt x="85155" y="368818"/>
                      <a:pt x="47371" y="474440"/>
                    </a:cubicBezTo>
                    <a:cubicBezTo>
                      <a:pt x="25903" y="534121"/>
                      <a:pt x="10017" y="596378"/>
                      <a:pt x="142" y="659064"/>
                    </a:cubicBezTo>
                    <a:cubicBezTo>
                      <a:pt x="-1146" y="667222"/>
                      <a:pt x="6582" y="676238"/>
                      <a:pt x="13023" y="679673"/>
                    </a:cubicBezTo>
                    <a:cubicBezTo>
                      <a:pt x="19034" y="683108"/>
                      <a:pt x="26762" y="683108"/>
                      <a:pt x="28480" y="674950"/>
                    </a:cubicBezTo>
                    <a:cubicBezTo>
                      <a:pt x="45654" y="566323"/>
                      <a:pt x="81291" y="460701"/>
                      <a:pt x="131955" y="363237"/>
                    </a:cubicBezTo>
                    <a:cubicBezTo>
                      <a:pt x="182619" y="265343"/>
                      <a:pt x="249169" y="176037"/>
                      <a:pt x="326454" y="97464"/>
                    </a:cubicBezTo>
                    <a:cubicBezTo>
                      <a:pt x="348351" y="75138"/>
                      <a:pt x="371966" y="55387"/>
                      <a:pt x="397727" y="37354"/>
                    </a:cubicBezTo>
                    <a:cubicBezTo>
                      <a:pt x="422201" y="20180"/>
                      <a:pt x="450538" y="5152"/>
                      <a:pt x="481023" y="2147"/>
                    </a:cubicBezTo>
                    <a:cubicBezTo>
                      <a:pt x="482311" y="2147"/>
                      <a:pt x="481023" y="0"/>
                      <a:pt x="479735" y="0"/>
                    </a:cubicBezTo>
                    <a:lnTo>
                      <a:pt x="479735"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7" name="Google Shape;1237;p47"/>
              <p:cNvSpPr/>
              <p:nvPr/>
            </p:nvSpPr>
            <p:spPr>
              <a:xfrm>
                <a:off x="3511066" y="2919769"/>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9"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8" name="Google Shape;1238;p47"/>
              <p:cNvSpPr/>
              <p:nvPr/>
            </p:nvSpPr>
            <p:spPr>
              <a:xfrm>
                <a:off x="3790863" y="2914865"/>
                <a:ext cx="47968" cy="47968"/>
              </a:xfrm>
              <a:custGeom>
                <a:avLst/>
                <a:gdLst/>
                <a:ahLst/>
                <a:cxnLst/>
                <a:rect l="l" t="t" r="r" b="b"/>
                <a:pathLst>
                  <a:path w="84154" h="84154" extrusionOk="0">
                    <a:moveTo>
                      <a:pt x="84154" y="42077"/>
                    </a:moveTo>
                    <a:cubicBezTo>
                      <a:pt x="84154" y="65316"/>
                      <a:pt x="65316" y="84154"/>
                      <a:pt x="42077" y="84154"/>
                    </a:cubicBezTo>
                    <a:cubicBezTo>
                      <a:pt x="18839" y="84154"/>
                      <a:pt x="0" y="65315"/>
                      <a:pt x="0" y="42077"/>
                    </a:cubicBezTo>
                    <a:cubicBezTo>
                      <a:pt x="0" y="18838"/>
                      <a:pt x="18838" y="0"/>
                      <a:pt x="42077" y="0"/>
                    </a:cubicBezTo>
                    <a:cubicBezTo>
                      <a:pt x="65316" y="0"/>
                      <a:pt x="84154" y="18839"/>
                      <a:pt x="84154" y="42077"/>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1242"/>
        <p:cNvGrpSpPr/>
        <p:nvPr/>
      </p:nvGrpSpPr>
      <p:grpSpPr>
        <a:xfrm>
          <a:off x="0" y="0"/>
          <a:ext cx="0" cy="0"/>
          <a:chOff x="0" y="0"/>
          <a:chExt cx="0" cy="0"/>
        </a:xfrm>
      </p:grpSpPr>
      <p:grpSp>
        <p:nvGrpSpPr>
          <p:cNvPr id="1243" name="Google Shape;1243;p48"/>
          <p:cNvGrpSpPr/>
          <p:nvPr/>
        </p:nvGrpSpPr>
        <p:grpSpPr>
          <a:xfrm>
            <a:off x="1985569" y="1489999"/>
            <a:ext cx="302856" cy="218655"/>
            <a:chOff x="1549277" y="-203540"/>
            <a:chExt cx="223329" cy="161238"/>
          </a:xfrm>
        </p:grpSpPr>
        <p:sp>
          <p:nvSpPr>
            <p:cNvPr id="1244" name="Google Shape;1244;p48"/>
            <p:cNvSpPr/>
            <p:nvPr/>
          </p:nvSpPr>
          <p:spPr>
            <a:xfrm>
              <a:off x="1564110" y="-121121"/>
              <a:ext cx="40922" cy="73587"/>
            </a:xfrm>
            <a:custGeom>
              <a:avLst/>
              <a:gdLst/>
              <a:ahLst/>
              <a:cxnLst/>
              <a:rect l="l" t="t" r="r" b="b"/>
              <a:pathLst>
                <a:path w="40922" h="73587" extrusionOk="0">
                  <a:moveTo>
                    <a:pt x="1545" y="0"/>
                  </a:moveTo>
                  <a:cubicBezTo>
                    <a:pt x="-1285" y="12264"/>
                    <a:pt x="-341" y="25472"/>
                    <a:pt x="5319" y="37737"/>
                  </a:cubicBezTo>
                  <a:cubicBezTo>
                    <a:pt x="11923" y="53775"/>
                    <a:pt x="24188" y="66040"/>
                    <a:pt x="39283" y="73587"/>
                  </a:cubicBezTo>
                  <a:cubicBezTo>
                    <a:pt x="43056" y="59436"/>
                    <a:pt x="40226" y="42454"/>
                    <a:pt x="31735" y="27359"/>
                  </a:cubicBezTo>
                  <a:cubicBezTo>
                    <a:pt x="24188" y="14151"/>
                    <a:pt x="12867" y="4717"/>
                    <a:pt x="1545" y="0"/>
                  </a:cubicBezTo>
                  <a:lnTo>
                    <a:pt x="154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5" name="Google Shape;1245;p48"/>
            <p:cNvSpPr/>
            <p:nvPr/>
          </p:nvSpPr>
          <p:spPr>
            <a:xfrm>
              <a:off x="1667546" y="-168293"/>
              <a:ext cx="85852" cy="125991"/>
            </a:xfrm>
            <a:custGeom>
              <a:avLst/>
              <a:gdLst/>
              <a:ahLst/>
              <a:cxnLst/>
              <a:rect l="l" t="t" r="r" b="b"/>
              <a:pathLst>
                <a:path w="85852" h="125991" extrusionOk="0">
                  <a:moveTo>
                    <a:pt x="49058" y="68870"/>
                  </a:moveTo>
                  <a:cubicBezTo>
                    <a:pt x="57549" y="53775"/>
                    <a:pt x="70757" y="42454"/>
                    <a:pt x="85852" y="36794"/>
                  </a:cubicBezTo>
                  <a:cubicBezTo>
                    <a:pt x="85852" y="35850"/>
                    <a:pt x="84909" y="34907"/>
                    <a:pt x="84909" y="33020"/>
                  </a:cubicBezTo>
                  <a:cubicBezTo>
                    <a:pt x="78304" y="18869"/>
                    <a:pt x="67927" y="7547"/>
                    <a:pt x="54719" y="0"/>
                  </a:cubicBezTo>
                  <a:lnTo>
                    <a:pt x="53775" y="5660"/>
                  </a:lnTo>
                  <a:cubicBezTo>
                    <a:pt x="53775" y="6604"/>
                    <a:pt x="52832" y="8491"/>
                    <a:pt x="51889" y="8491"/>
                  </a:cubicBezTo>
                  <a:lnTo>
                    <a:pt x="43398" y="16982"/>
                  </a:lnTo>
                  <a:lnTo>
                    <a:pt x="43398" y="29246"/>
                  </a:lnTo>
                  <a:cubicBezTo>
                    <a:pt x="43398" y="31133"/>
                    <a:pt x="42454" y="32077"/>
                    <a:pt x="41511" y="33020"/>
                  </a:cubicBezTo>
                  <a:lnTo>
                    <a:pt x="33020" y="41511"/>
                  </a:lnTo>
                  <a:lnTo>
                    <a:pt x="33020" y="53775"/>
                  </a:lnTo>
                  <a:cubicBezTo>
                    <a:pt x="33020" y="55662"/>
                    <a:pt x="32077" y="56606"/>
                    <a:pt x="31133" y="57549"/>
                  </a:cubicBezTo>
                  <a:lnTo>
                    <a:pt x="22642" y="66040"/>
                  </a:lnTo>
                  <a:lnTo>
                    <a:pt x="22642" y="78304"/>
                  </a:lnTo>
                  <a:cubicBezTo>
                    <a:pt x="22642" y="80191"/>
                    <a:pt x="21699" y="81135"/>
                    <a:pt x="20755" y="82078"/>
                  </a:cubicBezTo>
                  <a:lnTo>
                    <a:pt x="12264" y="90569"/>
                  </a:lnTo>
                  <a:lnTo>
                    <a:pt x="12264" y="102834"/>
                  </a:lnTo>
                  <a:cubicBezTo>
                    <a:pt x="12264" y="104720"/>
                    <a:pt x="11321" y="105664"/>
                    <a:pt x="10378" y="106607"/>
                  </a:cubicBezTo>
                  <a:lnTo>
                    <a:pt x="943" y="115098"/>
                  </a:lnTo>
                  <a:lnTo>
                    <a:pt x="0" y="122646"/>
                  </a:lnTo>
                  <a:cubicBezTo>
                    <a:pt x="12264" y="126419"/>
                    <a:pt x="26416" y="127363"/>
                    <a:pt x="38681" y="123589"/>
                  </a:cubicBezTo>
                  <a:cubicBezTo>
                    <a:pt x="35850" y="106607"/>
                    <a:pt x="38681" y="85852"/>
                    <a:pt x="49058" y="68870"/>
                  </a:cubicBezTo>
                  <a:lnTo>
                    <a:pt x="49058" y="6887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6" name="Google Shape;1246;p48"/>
            <p:cNvSpPr/>
            <p:nvPr/>
          </p:nvSpPr>
          <p:spPr>
            <a:xfrm>
              <a:off x="1564712" y="-168293"/>
              <a:ext cx="83965" cy="125991"/>
            </a:xfrm>
            <a:custGeom>
              <a:avLst/>
              <a:gdLst/>
              <a:ahLst/>
              <a:cxnLst/>
              <a:rect l="l" t="t" r="r" b="b"/>
              <a:pathLst>
                <a:path w="83965" h="125991" extrusionOk="0">
                  <a:moveTo>
                    <a:pt x="76417" y="106607"/>
                  </a:moveTo>
                  <a:cubicBezTo>
                    <a:pt x="75474" y="105664"/>
                    <a:pt x="74531" y="103777"/>
                    <a:pt x="74531" y="102834"/>
                  </a:cubicBezTo>
                  <a:lnTo>
                    <a:pt x="74531" y="90569"/>
                  </a:lnTo>
                  <a:lnTo>
                    <a:pt x="66040" y="82078"/>
                  </a:lnTo>
                  <a:cubicBezTo>
                    <a:pt x="65097" y="81135"/>
                    <a:pt x="64153" y="79248"/>
                    <a:pt x="64153" y="78304"/>
                  </a:cubicBezTo>
                  <a:lnTo>
                    <a:pt x="64153" y="66040"/>
                  </a:lnTo>
                  <a:lnTo>
                    <a:pt x="55662" y="57549"/>
                  </a:lnTo>
                  <a:cubicBezTo>
                    <a:pt x="54719" y="56606"/>
                    <a:pt x="53775" y="54719"/>
                    <a:pt x="53775" y="53775"/>
                  </a:cubicBezTo>
                  <a:lnTo>
                    <a:pt x="53775" y="41511"/>
                  </a:lnTo>
                  <a:lnTo>
                    <a:pt x="45284" y="33020"/>
                  </a:lnTo>
                  <a:cubicBezTo>
                    <a:pt x="44341" y="32077"/>
                    <a:pt x="43397" y="30190"/>
                    <a:pt x="43397" y="29246"/>
                  </a:cubicBezTo>
                  <a:lnTo>
                    <a:pt x="43397" y="16982"/>
                  </a:lnTo>
                  <a:lnTo>
                    <a:pt x="34907" y="8491"/>
                  </a:lnTo>
                  <a:cubicBezTo>
                    <a:pt x="33963" y="7547"/>
                    <a:pt x="33020" y="6604"/>
                    <a:pt x="33020" y="5660"/>
                  </a:cubicBezTo>
                  <a:lnTo>
                    <a:pt x="32077" y="0"/>
                  </a:lnTo>
                  <a:cubicBezTo>
                    <a:pt x="16982" y="8491"/>
                    <a:pt x="5660" y="20755"/>
                    <a:pt x="0" y="35850"/>
                  </a:cubicBezTo>
                  <a:cubicBezTo>
                    <a:pt x="14151" y="41511"/>
                    <a:pt x="27359" y="52832"/>
                    <a:pt x="36794" y="67927"/>
                  </a:cubicBezTo>
                  <a:cubicBezTo>
                    <a:pt x="47171" y="85852"/>
                    <a:pt x="50002" y="105664"/>
                    <a:pt x="45284" y="123589"/>
                  </a:cubicBezTo>
                  <a:cubicBezTo>
                    <a:pt x="57549" y="127363"/>
                    <a:pt x="71700" y="126419"/>
                    <a:pt x="83965" y="122646"/>
                  </a:cubicBezTo>
                  <a:lnTo>
                    <a:pt x="83022" y="115098"/>
                  </a:lnTo>
                  <a:lnTo>
                    <a:pt x="76417" y="1066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7" name="Google Shape;1247;p48"/>
            <p:cNvSpPr/>
            <p:nvPr/>
          </p:nvSpPr>
          <p:spPr>
            <a:xfrm>
              <a:off x="1618487" y="-178670"/>
              <a:ext cx="88682" cy="122645"/>
            </a:xfrm>
            <a:custGeom>
              <a:avLst/>
              <a:gdLst/>
              <a:ahLst/>
              <a:cxnLst/>
              <a:rect l="l" t="t" r="r" b="b"/>
              <a:pathLst>
                <a:path w="88682" h="122645" extrusionOk="0">
                  <a:moveTo>
                    <a:pt x="51889" y="99060"/>
                  </a:moveTo>
                  <a:cubicBezTo>
                    <a:pt x="51889" y="97173"/>
                    <a:pt x="52832" y="96230"/>
                    <a:pt x="53776" y="95286"/>
                  </a:cubicBezTo>
                  <a:lnTo>
                    <a:pt x="62266" y="86795"/>
                  </a:lnTo>
                  <a:lnTo>
                    <a:pt x="62266" y="74531"/>
                  </a:lnTo>
                  <a:cubicBezTo>
                    <a:pt x="62266" y="72644"/>
                    <a:pt x="63210" y="71701"/>
                    <a:pt x="64153" y="70757"/>
                  </a:cubicBezTo>
                  <a:lnTo>
                    <a:pt x="72644" y="62266"/>
                  </a:lnTo>
                  <a:lnTo>
                    <a:pt x="72644" y="50002"/>
                  </a:lnTo>
                  <a:cubicBezTo>
                    <a:pt x="72644" y="48115"/>
                    <a:pt x="73588" y="47171"/>
                    <a:pt x="74531" y="46228"/>
                  </a:cubicBezTo>
                  <a:lnTo>
                    <a:pt x="83022" y="37737"/>
                  </a:lnTo>
                  <a:lnTo>
                    <a:pt x="83022" y="25472"/>
                  </a:lnTo>
                  <a:cubicBezTo>
                    <a:pt x="83022" y="23586"/>
                    <a:pt x="83965" y="22642"/>
                    <a:pt x="84909" y="21699"/>
                  </a:cubicBezTo>
                  <a:lnTo>
                    <a:pt x="88682" y="18869"/>
                  </a:lnTo>
                  <a:cubicBezTo>
                    <a:pt x="77361" y="7547"/>
                    <a:pt x="61323" y="0"/>
                    <a:pt x="44341" y="0"/>
                  </a:cubicBezTo>
                  <a:cubicBezTo>
                    <a:pt x="27359" y="0"/>
                    <a:pt x="11321" y="7547"/>
                    <a:pt x="0" y="18869"/>
                  </a:cubicBezTo>
                  <a:lnTo>
                    <a:pt x="3774" y="21699"/>
                  </a:lnTo>
                  <a:cubicBezTo>
                    <a:pt x="4717" y="22642"/>
                    <a:pt x="5661" y="24529"/>
                    <a:pt x="5661" y="25472"/>
                  </a:cubicBezTo>
                  <a:lnTo>
                    <a:pt x="5661" y="37737"/>
                  </a:lnTo>
                  <a:lnTo>
                    <a:pt x="14151" y="46228"/>
                  </a:lnTo>
                  <a:cubicBezTo>
                    <a:pt x="15095" y="47171"/>
                    <a:pt x="16038" y="49058"/>
                    <a:pt x="16038" y="50002"/>
                  </a:cubicBezTo>
                  <a:lnTo>
                    <a:pt x="16038" y="62266"/>
                  </a:lnTo>
                  <a:lnTo>
                    <a:pt x="24529" y="70757"/>
                  </a:lnTo>
                  <a:cubicBezTo>
                    <a:pt x="25473" y="71701"/>
                    <a:pt x="26416" y="73587"/>
                    <a:pt x="26416" y="74531"/>
                  </a:cubicBezTo>
                  <a:lnTo>
                    <a:pt x="26416" y="86795"/>
                  </a:lnTo>
                  <a:lnTo>
                    <a:pt x="34907" y="95286"/>
                  </a:lnTo>
                  <a:cubicBezTo>
                    <a:pt x="35850" y="96230"/>
                    <a:pt x="36794" y="98117"/>
                    <a:pt x="36794" y="99060"/>
                  </a:cubicBezTo>
                  <a:lnTo>
                    <a:pt x="36794" y="111324"/>
                  </a:lnTo>
                  <a:lnTo>
                    <a:pt x="45285" y="119815"/>
                  </a:lnTo>
                  <a:cubicBezTo>
                    <a:pt x="46228" y="120759"/>
                    <a:pt x="46228" y="121702"/>
                    <a:pt x="47171" y="122646"/>
                  </a:cubicBezTo>
                  <a:lnTo>
                    <a:pt x="47171" y="122646"/>
                  </a:lnTo>
                  <a:lnTo>
                    <a:pt x="47171" y="122646"/>
                  </a:lnTo>
                  <a:cubicBezTo>
                    <a:pt x="47171" y="121702"/>
                    <a:pt x="48115" y="120759"/>
                    <a:pt x="49058" y="119815"/>
                  </a:cubicBezTo>
                  <a:lnTo>
                    <a:pt x="57549" y="111324"/>
                  </a:lnTo>
                  <a:lnTo>
                    <a:pt x="51889" y="99060"/>
                  </a:lnTo>
                  <a:close/>
                  <a:moveTo>
                    <a:pt x="25473" y="34907"/>
                  </a:moveTo>
                  <a:cubicBezTo>
                    <a:pt x="20756" y="34907"/>
                    <a:pt x="16982" y="31133"/>
                    <a:pt x="16982" y="26416"/>
                  </a:cubicBezTo>
                  <a:cubicBezTo>
                    <a:pt x="16982" y="21699"/>
                    <a:pt x="20756" y="17925"/>
                    <a:pt x="25473" y="17925"/>
                  </a:cubicBezTo>
                  <a:cubicBezTo>
                    <a:pt x="30190" y="17925"/>
                    <a:pt x="33963" y="21699"/>
                    <a:pt x="33963" y="26416"/>
                  </a:cubicBezTo>
                  <a:cubicBezTo>
                    <a:pt x="33963" y="31133"/>
                    <a:pt x="30190" y="34907"/>
                    <a:pt x="25473" y="34907"/>
                  </a:cubicBezTo>
                  <a:lnTo>
                    <a:pt x="25473" y="34907"/>
                  </a:lnTo>
                  <a:close/>
                  <a:moveTo>
                    <a:pt x="42454" y="60379"/>
                  </a:moveTo>
                  <a:cubicBezTo>
                    <a:pt x="37737" y="60379"/>
                    <a:pt x="33963" y="56606"/>
                    <a:pt x="33963" y="51889"/>
                  </a:cubicBezTo>
                  <a:cubicBezTo>
                    <a:pt x="33963" y="47171"/>
                    <a:pt x="37737" y="43398"/>
                    <a:pt x="42454" y="43398"/>
                  </a:cubicBezTo>
                  <a:cubicBezTo>
                    <a:pt x="47171" y="43398"/>
                    <a:pt x="50945" y="47171"/>
                    <a:pt x="50945" y="51889"/>
                  </a:cubicBezTo>
                  <a:cubicBezTo>
                    <a:pt x="50945" y="56606"/>
                    <a:pt x="47171" y="60379"/>
                    <a:pt x="42454" y="60379"/>
                  </a:cubicBezTo>
                  <a:lnTo>
                    <a:pt x="42454" y="60379"/>
                  </a:lnTo>
                  <a:close/>
                  <a:moveTo>
                    <a:pt x="59436" y="17925"/>
                  </a:moveTo>
                  <a:cubicBezTo>
                    <a:pt x="64153" y="17925"/>
                    <a:pt x="67927" y="21699"/>
                    <a:pt x="67927" y="26416"/>
                  </a:cubicBezTo>
                  <a:cubicBezTo>
                    <a:pt x="67927" y="31133"/>
                    <a:pt x="64153" y="34907"/>
                    <a:pt x="59436" y="34907"/>
                  </a:cubicBezTo>
                  <a:cubicBezTo>
                    <a:pt x="54719" y="34907"/>
                    <a:pt x="50945" y="31133"/>
                    <a:pt x="50945" y="26416"/>
                  </a:cubicBezTo>
                  <a:cubicBezTo>
                    <a:pt x="50945" y="21699"/>
                    <a:pt x="54719" y="17925"/>
                    <a:pt x="59436" y="17925"/>
                  </a:cubicBezTo>
                  <a:lnTo>
                    <a:pt x="59436" y="1792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8" name="Google Shape;1248;p48"/>
            <p:cNvSpPr/>
            <p:nvPr/>
          </p:nvSpPr>
          <p:spPr>
            <a:xfrm>
              <a:off x="1549277" y="-201653"/>
              <a:ext cx="51285" cy="54115"/>
            </a:xfrm>
            <a:custGeom>
              <a:avLst/>
              <a:gdLst/>
              <a:ahLst/>
              <a:cxnLst/>
              <a:rect l="l" t="t" r="r" b="b"/>
              <a:pathLst>
                <a:path w="51285" h="54115" extrusionOk="0">
                  <a:moveTo>
                    <a:pt x="25813" y="39964"/>
                  </a:moveTo>
                  <a:lnTo>
                    <a:pt x="16378" y="25813"/>
                  </a:lnTo>
                  <a:cubicBezTo>
                    <a:pt x="15435" y="23926"/>
                    <a:pt x="14492" y="22039"/>
                    <a:pt x="15435" y="20152"/>
                  </a:cubicBezTo>
                  <a:cubicBezTo>
                    <a:pt x="15435" y="18265"/>
                    <a:pt x="17322" y="16378"/>
                    <a:pt x="19209" y="15435"/>
                  </a:cubicBezTo>
                  <a:cubicBezTo>
                    <a:pt x="21096" y="14492"/>
                    <a:pt x="22983" y="13548"/>
                    <a:pt x="24870" y="14492"/>
                  </a:cubicBezTo>
                  <a:cubicBezTo>
                    <a:pt x="26756" y="14492"/>
                    <a:pt x="28643" y="16378"/>
                    <a:pt x="29587" y="18265"/>
                  </a:cubicBezTo>
                  <a:lnTo>
                    <a:pt x="38077" y="30530"/>
                  </a:lnTo>
                  <a:cubicBezTo>
                    <a:pt x="41851" y="27700"/>
                    <a:pt x="46568" y="24869"/>
                    <a:pt x="51285" y="22983"/>
                  </a:cubicBezTo>
                  <a:lnTo>
                    <a:pt x="41851" y="9775"/>
                  </a:lnTo>
                  <a:cubicBezTo>
                    <a:pt x="38077" y="5057"/>
                    <a:pt x="33360" y="1283"/>
                    <a:pt x="26756" y="340"/>
                  </a:cubicBezTo>
                  <a:cubicBezTo>
                    <a:pt x="21096" y="-603"/>
                    <a:pt x="14492" y="340"/>
                    <a:pt x="9775" y="4114"/>
                  </a:cubicBezTo>
                  <a:cubicBezTo>
                    <a:pt x="5057" y="7888"/>
                    <a:pt x="1284" y="12605"/>
                    <a:pt x="340" y="19209"/>
                  </a:cubicBezTo>
                  <a:cubicBezTo>
                    <a:pt x="-603" y="24869"/>
                    <a:pt x="340" y="31473"/>
                    <a:pt x="4114" y="36190"/>
                  </a:cubicBezTo>
                  <a:lnTo>
                    <a:pt x="16378" y="54116"/>
                  </a:lnTo>
                  <a:cubicBezTo>
                    <a:pt x="18265" y="48455"/>
                    <a:pt x="22039" y="43738"/>
                    <a:pt x="25813" y="39964"/>
                  </a:cubicBezTo>
                  <a:lnTo>
                    <a:pt x="25813" y="3996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9" name="Google Shape;1249;p48"/>
            <p:cNvSpPr/>
            <p:nvPr/>
          </p:nvSpPr>
          <p:spPr>
            <a:xfrm>
              <a:off x="1716851" y="-122065"/>
              <a:ext cx="40288" cy="73587"/>
            </a:xfrm>
            <a:custGeom>
              <a:avLst/>
              <a:gdLst/>
              <a:ahLst/>
              <a:cxnLst/>
              <a:rect l="l" t="t" r="r" b="b"/>
              <a:pathLst>
                <a:path w="40288" h="73587" extrusionOk="0">
                  <a:moveTo>
                    <a:pt x="9187" y="27359"/>
                  </a:moveTo>
                  <a:cubicBezTo>
                    <a:pt x="697" y="42454"/>
                    <a:pt x="-2134" y="59436"/>
                    <a:pt x="1640" y="73587"/>
                  </a:cubicBezTo>
                  <a:cubicBezTo>
                    <a:pt x="17678" y="66040"/>
                    <a:pt x="28999" y="53775"/>
                    <a:pt x="35603" y="37737"/>
                  </a:cubicBezTo>
                  <a:cubicBezTo>
                    <a:pt x="40321" y="25472"/>
                    <a:pt x="41264" y="13208"/>
                    <a:pt x="39377" y="0"/>
                  </a:cubicBezTo>
                  <a:cubicBezTo>
                    <a:pt x="27113" y="5661"/>
                    <a:pt x="16735" y="15095"/>
                    <a:pt x="9187" y="27359"/>
                  </a:cubicBezTo>
                  <a:lnTo>
                    <a:pt x="9187" y="2735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0" name="Google Shape;1250;p48"/>
            <p:cNvSpPr/>
            <p:nvPr/>
          </p:nvSpPr>
          <p:spPr>
            <a:xfrm>
              <a:off x="1721321" y="-203540"/>
              <a:ext cx="51285" cy="52228"/>
            </a:xfrm>
            <a:custGeom>
              <a:avLst/>
              <a:gdLst/>
              <a:ahLst/>
              <a:cxnLst/>
              <a:rect l="l" t="t" r="r" b="b"/>
              <a:pathLst>
                <a:path w="51285" h="52228" extrusionOk="0">
                  <a:moveTo>
                    <a:pt x="50945" y="19209"/>
                  </a:moveTo>
                  <a:cubicBezTo>
                    <a:pt x="50002" y="13548"/>
                    <a:pt x="46228" y="7888"/>
                    <a:pt x="41511" y="4114"/>
                  </a:cubicBezTo>
                  <a:cubicBezTo>
                    <a:pt x="36794" y="340"/>
                    <a:pt x="30190" y="-603"/>
                    <a:pt x="24529" y="340"/>
                  </a:cubicBezTo>
                  <a:cubicBezTo>
                    <a:pt x="18869" y="1284"/>
                    <a:pt x="13208" y="5057"/>
                    <a:pt x="9434" y="9775"/>
                  </a:cubicBezTo>
                  <a:lnTo>
                    <a:pt x="0" y="22983"/>
                  </a:lnTo>
                  <a:cubicBezTo>
                    <a:pt x="4717" y="24870"/>
                    <a:pt x="9434" y="27700"/>
                    <a:pt x="13208" y="30530"/>
                  </a:cubicBezTo>
                  <a:lnTo>
                    <a:pt x="21699" y="18265"/>
                  </a:lnTo>
                  <a:cubicBezTo>
                    <a:pt x="22643" y="16379"/>
                    <a:pt x="24529" y="15435"/>
                    <a:pt x="26416" y="14492"/>
                  </a:cubicBezTo>
                  <a:cubicBezTo>
                    <a:pt x="28303" y="13548"/>
                    <a:pt x="31133" y="14492"/>
                    <a:pt x="32077" y="15435"/>
                  </a:cubicBezTo>
                  <a:cubicBezTo>
                    <a:pt x="33963" y="16379"/>
                    <a:pt x="34907" y="18265"/>
                    <a:pt x="35850" y="20152"/>
                  </a:cubicBezTo>
                  <a:cubicBezTo>
                    <a:pt x="35850" y="22039"/>
                    <a:pt x="35850" y="24870"/>
                    <a:pt x="34907" y="25813"/>
                  </a:cubicBezTo>
                  <a:lnTo>
                    <a:pt x="25473" y="39964"/>
                  </a:lnTo>
                  <a:cubicBezTo>
                    <a:pt x="29246" y="43738"/>
                    <a:pt x="32077" y="48455"/>
                    <a:pt x="34907" y="52229"/>
                  </a:cubicBezTo>
                  <a:lnTo>
                    <a:pt x="47171" y="34304"/>
                  </a:lnTo>
                  <a:cubicBezTo>
                    <a:pt x="50945" y="31473"/>
                    <a:pt x="51889" y="25813"/>
                    <a:pt x="50945" y="19209"/>
                  </a:cubicBezTo>
                  <a:lnTo>
                    <a:pt x="50945" y="1920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51" name="Google Shape;1251;p48"/>
          <p:cNvGrpSpPr/>
          <p:nvPr/>
        </p:nvGrpSpPr>
        <p:grpSpPr>
          <a:xfrm>
            <a:off x="2023133" y="2138030"/>
            <a:ext cx="227730" cy="304492"/>
            <a:chOff x="1576977" y="655320"/>
            <a:chExt cx="167930" cy="224535"/>
          </a:xfrm>
        </p:grpSpPr>
        <p:sp>
          <p:nvSpPr>
            <p:cNvPr id="1252" name="Google Shape;1252;p48"/>
            <p:cNvSpPr/>
            <p:nvPr/>
          </p:nvSpPr>
          <p:spPr>
            <a:xfrm>
              <a:off x="1678867" y="801528"/>
              <a:ext cx="65096" cy="78327"/>
            </a:xfrm>
            <a:custGeom>
              <a:avLst/>
              <a:gdLst/>
              <a:ahLst/>
              <a:cxnLst/>
              <a:rect l="l" t="t" r="r" b="b"/>
              <a:pathLst>
                <a:path w="65096" h="78327" extrusionOk="0">
                  <a:moveTo>
                    <a:pt x="0" y="61346"/>
                  </a:moveTo>
                  <a:lnTo>
                    <a:pt x="0" y="78328"/>
                  </a:lnTo>
                  <a:lnTo>
                    <a:pt x="49058" y="78328"/>
                  </a:lnTo>
                  <a:cubicBezTo>
                    <a:pt x="58493" y="78328"/>
                    <a:pt x="65097" y="70780"/>
                    <a:pt x="65097" y="62289"/>
                  </a:cubicBezTo>
                  <a:lnTo>
                    <a:pt x="65097" y="23"/>
                  </a:lnTo>
                  <a:lnTo>
                    <a:pt x="61323" y="23"/>
                  </a:lnTo>
                  <a:cubicBezTo>
                    <a:pt x="28303" y="-921"/>
                    <a:pt x="0" y="27382"/>
                    <a:pt x="0" y="61346"/>
                  </a:cubicBezTo>
                  <a:lnTo>
                    <a:pt x="0" y="6134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3" name="Google Shape;1253;p48"/>
            <p:cNvSpPr/>
            <p:nvPr/>
          </p:nvSpPr>
          <p:spPr>
            <a:xfrm>
              <a:off x="1576977" y="711925"/>
              <a:ext cx="167930" cy="167930"/>
            </a:xfrm>
            <a:custGeom>
              <a:avLst/>
              <a:gdLst/>
              <a:ahLst/>
              <a:cxnLst/>
              <a:rect l="l" t="t" r="r" b="b"/>
              <a:pathLst>
                <a:path w="167930" h="167930" extrusionOk="0">
                  <a:moveTo>
                    <a:pt x="99060" y="0"/>
                  </a:moveTo>
                  <a:lnTo>
                    <a:pt x="67927" y="0"/>
                  </a:lnTo>
                  <a:cubicBezTo>
                    <a:pt x="30190" y="0"/>
                    <a:pt x="0" y="30190"/>
                    <a:pt x="0" y="67927"/>
                  </a:cubicBezTo>
                  <a:lnTo>
                    <a:pt x="0" y="78305"/>
                  </a:lnTo>
                  <a:lnTo>
                    <a:pt x="3774" y="78305"/>
                  </a:lnTo>
                  <a:cubicBezTo>
                    <a:pt x="43398" y="78305"/>
                    <a:pt x="76418" y="111325"/>
                    <a:pt x="76418" y="150949"/>
                  </a:cubicBezTo>
                  <a:lnTo>
                    <a:pt x="76418" y="167930"/>
                  </a:lnTo>
                  <a:lnTo>
                    <a:pt x="91513" y="167930"/>
                  </a:lnTo>
                  <a:lnTo>
                    <a:pt x="91513" y="150949"/>
                  </a:lnTo>
                  <a:cubicBezTo>
                    <a:pt x="91513" y="111325"/>
                    <a:pt x="124533" y="78305"/>
                    <a:pt x="164157" y="78305"/>
                  </a:cubicBezTo>
                  <a:lnTo>
                    <a:pt x="167930" y="78305"/>
                  </a:lnTo>
                  <a:lnTo>
                    <a:pt x="167930" y="67927"/>
                  </a:lnTo>
                  <a:cubicBezTo>
                    <a:pt x="167930" y="30190"/>
                    <a:pt x="136797" y="0"/>
                    <a:pt x="99060" y="0"/>
                  </a:cubicBezTo>
                  <a:lnTo>
                    <a:pt x="9906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4" name="Google Shape;1254;p48"/>
            <p:cNvSpPr/>
            <p:nvPr/>
          </p:nvSpPr>
          <p:spPr>
            <a:xfrm>
              <a:off x="1614714" y="655320"/>
              <a:ext cx="91512" cy="51888"/>
            </a:xfrm>
            <a:custGeom>
              <a:avLst/>
              <a:gdLst/>
              <a:ahLst/>
              <a:cxnLst/>
              <a:rect l="l" t="t" r="r" b="b"/>
              <a:pathLst>
                <a:path w="91512" h="51888" extrusionOk="0">
                  <a:moveTo>
                    <a:pt x="15095" y="28303"/>
                  </a:moveTo>
                  <a:cubicBezTo>
                    <a:pt x="15095" y="20756"/>
                    <a:pt x="20756" y="15095"/>
                    <a:pt x="28303" y="15095"/>
                  </a:cubicBezTo>
                  <a:lnTo>
                    <a:pt x="63210" y="15095"/>
                  </a:lnTo>
                  <a:cubicBezTo>
                    <a:pt x="70757" y="15095"/>
                    <a:pt x="76418" y="20756"/>
                    <a:pt x="76418" y="28303"/>
                  </a:cubicBezTo>
                  <a:lnTo>
                    <a:pt x="76418" y="47171"/>
                  </a:lnTo>
                  <a:cubicBezTo>
                    <a:pt x="82078" y="48115"/>
                    <a:pt x="86796" y="50002"/>
                    <a:pt x="91513" y="51889"/>
                  </a:cubicBezTo>
                  <a:lnTo>
                    <a:pt x="91513" y="28303"/>
                  </a:lnTo>
                  <a:cubicBezTo>
                    <a:pt x="91513" y="12264"/>
                    <a:pt x="78304" y="0"/>
                    <a:pt x="63210" y="0"/>
                  </a:cubicBezTo>
                  <a:lnTo>
                    <a:pt x="28303" y="0"/>
                  </a:lnTo>
                  <a:cubicBezTo>
                    <a:pt x="12264" y="0"/>
                    <a:pt x="0" y="13208"/>
                    <a:pt x="0" y="28303"/>
                  </a:cubicBezTo>
                  <a:lnTo>
                    <a:pt x="0" y="51889"/>
                  </a:lnTo>
                  <a:cubicBezTo>
                    <a:pt x="4717" y="50002"/>
                    <a:pt x="10378" y="48115"/>
                    <a:pt x="15095" y="47171"/>
                  </a:cubicBezTo>
                  <a:lnTo>
                    <a:pt x="15095" y="2830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5" name="Google Shape;1255;p48"/>
            <p:cNvSpPr/>
            <p:nvPr/>
          </p:nvSpPr>
          <p:spPr>
            <a:xfrm>
              <a:off x="1576977" y="800607"/>
              <a:ext cx="65096" cy="78304"/>
            </a:xfrm>
            <a:custGeom>
              <a:avLst/>
              <a:gdLst/>
              <a:ahLst/>
              <a:cxnLst/>
              <a:rect l="l" t="t" r="r" b="b"/>
              <a:pathLst>
                <a:path w="65096" h="78304" extrusionOk="0">
                  <a:moveTo>
                    <a:pt x="3774" y="0"/>
                  </a:moveTo>
                  <a:lnTo>
                    <a:pt x="0" y="0"/>
                  </a:lnTo>
                  <a:lnTo>
                    <a:pt x="0" y="62266"/>
                  </a:lnTo>
                  <a:cubicBezTo>
                    <a:pt x="0" y="71701"/>
                    <a:pt x="7547" y="78305"/>
                    <a:pt x="16038" y="78305"/>
                  </a:cubicBezTo>
                  <a:lnTo>
                    <a:pt x="65097" y="78305"/>
                  </a:lnTo>
                  <a:lnTo>
                    <a:pt x="65097" y="62266"/>
                  </a:lnTo>
                  <a:cubicBezTo>
                    <a:pt x="65097" y="28303"/>
                    <a:pt x="37737" y="0"/>
                    <a:pt x="3774" y="0"/>
                  </a:cubicBezTo>
                  <a:lnTo>
                    <a:pt x="3774"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56" name="Google Shape;1256;p48"/>
          <p:cNvGrpSpPr/>
          <p:nvPr/>
        </p:nvGrpSpPr>
        <p:grpSpPr>
          <a:xfrm>
            <a:off x="1984751" y="2849568"/>
            <a:ext cx="304493" cy="264831"/>
            <a:chOff x="1548674" y="1561011"/>
            <a:chExt cx="224536" cy="195289"/>
          </a:xfrm>
        </p:grpSpPr>
        <p:sp>
          <p:nvSpPr>
            <p:cNvPr id="1257" name="Google Shape;1257;p48"/>
            <p:cNvSpPr/>
            <p:nvPr/>
          </p:nvSpPr>
          <p:spPr>
            <a:xfrm>
              <a:off x="1645847" y="1576106"/>
              <a:ext cx="45284" cy="45284"/>
            </a:xfrm>
            <a:custGeom>
              <a:avLst/>
              <a:gdLst/>
              <a:ahLst/>
              <a:cxnLst/>
              <a:rect l="l" t="t" r="r" b="b"/>
              <a:pathLst>
                <a:path w="45284" h="45284" extrusionOk="0">
                  <a:moveTo>
                    <a:pt x="22643" y="45284"/>
                  </a:moveTo>
                  <a:cubicBezTo>
                    <a:pt x="34907" y="45284"/>
                    <a:pt x="45285" y="34907"/>
                    <a:pt x="45285" y="22642"/>
                  </a:cubicBezTo>
                  <a:cubicBezTo>
                    <a:pt x="45285" y="10378"/>
                    <a:pt x="34907" y="0"/>
                    <a:pt x="22643" y="0"/>
                  </a:cubicBezTo>
                  <a:cubicBezTo>
                    <a:pt x="10378" y="0"/>
                    <a:pt x="0" y="10378"/>
                    <a:pt x="0" y="22642"/>
                  </a:cubicBezTo>
                  <a:cubicBezTo>
                    <a:pt x="0" y="34907"/>
                    <a:pt x="10378" y="45284"/>
                    <a:pt x="22643" y="45284"/>
                  </a:cubicBezTo>
                  <a:lnTo>
                    <a:pt x="22643" y="4528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58" name="Google Shape;1258;p48"/>
            <p:cNvGrpSpPr/>
            <p:nvPr/>
          </p:nvGrpSpPr>
          <p:grpSpPr>
            <a:xfrm>
              <a:off x="1548674" y="1561011"/>
              <a:ext cx="199063" cy="195289"/>
              <a:chOff x="1548674" y="1561011"/>
              <a:chExt cx="199063" cy="195289"/>
            </a:xfrm>
          </p:grpSpPr>
          <p:sp>
            <p:nvSpPr>
              <p:cNvPr id="1259" name="Google Shape;1259;p48"/>
              <p:cNvSpPr/>
              <p:nvPr/>
            </p:nvSpPr>
            <p:spPr>
              <a:xfrm>
                <a:off x="1702453" y="1576106"/>
                <a:ext cx="45284" cy="45284"/>
              </a:xfrm>
              <a:custGeom>
                <a:avLst/>
                <a:gdLst/>
                <a:ahLst/>
                <a:cxnLst/>
                <a:rect l="l" t="t" r="r" b="b"/>
                <a:pathLst>
                  <a:path w="45284" h="45284" extrusionOk="0">
                    <a:moveTo>
                      <a:pt x="22643" y="45284"/>
                    </a:moveTo>
                    <a:cubicBezTo>
                      <a:pt x="34907" y="45284"/>
                      <a:pt x="45285" y="34907"/>
                      <a:pt x="45285" y="22642"/>
                    </a:cubicBezTo>
                    <a:cubicBezTo>
                      <a:pt x="45285" y="10378"/>
                      <a:pt x="34907" y="0"/>
                      <a:pt x="22643" y="0"/>
                    </a:cubicBezTo>
                    <a:cubicBezTo>
                      <a:pt x="10378" y="0"/>
                      <a:pt x="0" y="10378"/>
                      <a:pt x="0" y="22642"/>
                    </a:cubicBezTo>
                    <a:cubicBezTo>
                      <a:pt x="0" y="34907"/>
                      <a:pt x="10378" y="45284"/>
                      <a:pt x="22643" y="45284"/>
                    </a:cubicBezTo>
                    <a:lnTo>
                      <a:pt x="22643" y="4528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0" name="Google Shape;1260;p48"/>
              <p:cNvSpPr/>
              <p:nvPr/>
            </p:nvSpPr>
            <p:spPr>
              <a:xfrm>
                <a:off x="1548674" y="1561011"/>
                <a:ext cx="43397" cy="195289"/>
              </a:xfrm>
              <a:custGeom>
                <a:avLst/>
                <a:gdLst/>
                <a:ahLst/>
                <a:cxnLst/>
                <a:rect l="l" t="t" r="r" b="b"/>
                <a:pathLst>
                  <a:path w="43397" h="195289" extrusionOk="0">
                    <a:moveTo>
                      <a:pt x="12264" y="94343"/>
                    </a:moveTo>
                    <a:lnTo>
                      <a:pt x="0" y="187742"/>
                    </a:lnTo>
                    <a:cubicBezTo>
                      <a:pt x="0" y="189629"/>
                      <a:pt x="0" y="191516"/>
                      <a:pt x="1887" y="193403"/>
                    </a:cubicBezTo>
                    <a:cubicBezTo>
                      <a:pt x="2830" y="195290"/>
                      <a:pt x="4717" y="195290"/>
                      <a:pt x="6604" y="195290"/>
                    </a:cubicBezTo>
                    <a:lnTo>
                      <a:pt x="36794" y="195290"/>
                    </a:lnTo>
                    <a:cubicBezTo>
                      <a:pt x="40567" y="195290"/>
                      <a:pt x="43398" y="192459"/>
                      <a:pt x="43398" y="188686"/>
                    </a:cubicBezTo>
                    <a:lnTo>
                      <a:pt x="43398" y="0"/>
                    </a:lnTo>
                    <a:lnTo>
                      <a:pt x="26416" y="0"/>
                    </a:lnTo>
                    <a:cubicBezTo>
                      <a:pt x="17925" y="0"/>
                      <a:pt x="11321" y="6604"/>
                      <a:pt x="11321" y="15095"/>
                    </a:cubicBezTo>
                    <a:lnTo>
                      <a:pt x="11321" y="9434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61" name="Google Shape;1261;p48"/>
            <p:cNvSpPr/>
            <p:nvPr/>
          </p:nvSpPr>
          <p:spPr>
            <a:xfrm>
              <a:off x="1603393" y="1576106"/>
              <a:ext cx="31133" cy="46227"/>
            </a:xfrm>
            <a:custGeom>
              <a:avLst/>
              <a:gdLst/>
              <a:ahLst/>
              <a:cxnLst/>
              <a:rect l="l" t="t" r="r" b="b"/>
              <a:pathLst>
                <a:path w="31133" h="46227" extrusionOk="0">
                  <a:moveTo>
                    <a:pt x="31133" y="22642"/>
                  </a:moveTo>
                  <a:cubicBezTo>
                    <a:pt x="31133" y="10378"/>
                    <a:pt x="20756" y="0"/>
                    <a:pt x="8491" y="0"/>
                  </a:cubicBezTo>
                  <a:cubicBezTo>
                    <a:pt x="5661" y="0"/>
                    <a:pt x="2830" y="943"/>
                    <a:pt x="0" y="1887"/>
                  </a:cubicBezTo>
                  <a:lnTo>
                    <a:pt x="0" y="44341"/>
                  </a:lnTo>
                  <a:cubicBezTo>
                    <a:pt x="2830" y="45284"/>
                    <a:pt x="5661" y="46228"/>
                    <a:pt x="8491" y="46228"/>
                  </a:cubicBezTo>
                  <a:cubicBezTo>
                    <a:pt x="21699" y="45284"/>
                    <a:pt x="31133" y="34907"/>
                    <a:pt x="31133" y="22642"/>
                  </a:cubicBezTo>
                  <a:lnTo>
                    <a:pt x="31133" y="2264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2" name="Google Shape;1262;p48"/>
            <p:cNvSpPr/>
            <p:nvPr/>
          </p:nvSpPr>
          <p:spPr>
            <a:xfrm>
              <a:off x="1603393" y="1635542"/>
              <a:ext cx="169817" cy="120758"/>
            </a:xfrm>
            <a:custGeom>
              <a:avLst/>
              <a:gdLst/>
              <a:ahLst/>
              <a:cxnLst/>
              <a:rect l="l" t="t" r="r" b="b"/>
              <a:pathLst>
                <a:path w="169817" h="120758" extrusionOk="0">
                  <a:moveTo>
                    <a:pt x="164157" y="0"/>
                  </a:moveTo>
                  <a:lnTo>
                    <a:pt x="0" y="0"/>
                  </a:lnTo>
                  <a:lnTo>
                    <a:pt x="0" y="38681"/>
                  </a:lnTo>
                  <a:lnTo>
                    <a:pt x="100003" y="38681"/>
                  </a:lnTo>
                  <a:lnTo>
                    <a:pt x="100003" y="105664"/>
                  </a:lnTo>
                  <a:lnTo>
                    <a:pt x="93400" y="105664"/>
                  </a:lnTo>
                  <a:cubicBezTo>
                    <a:pt x="88683" y="105664"/>
                    <a:pt x="85852" y="109438"/>
                    <a:pt x="85852" y="113211"/>
                  </a:cubicBezTo>
                  <a:cubicBezTo>
                    <a:pt x="85852" y="117929"/>
                    <a:pt x="89626" y="120759"/>
                    <a:pt x="93400" y="120759"/>
                  </a:cubicBezTo>
                  <a:lnTo>
                    <a:pt x="121703" y="120759"/>
                  </a:lnTo>
                  <a:cubicBezTo>
                    <a:pt x="126420" y="120759"/>
                    <a:pt x="129250" y="116985"/>
                    <a:pt x="129250" y="113211"/>
                  </a:cubicBezTo>
                  <a:cubicBezTo>
                    <a:pt x="129250" y="108494"/>
                    <a:pt x="125476" y="105664"/>
                    <a:pt x="121703" y="105664"/>
                  </a:cubicBezTo>
                  <a:lnTo>
                    <a:pt x="115098" y="105664"/>
                  </a:lnTo>
                  <a:lnTo>
                    <a:pt x="115098" y="38681"/>
                  </a:lnTo>
                  <a:lnTo>
                    <a:pt x="164157" y="38681"/>
                  </a:lnTo>
                  <a:cubicBezTo>
                    <a:pt x="166987" y="38681"/>
                    <a:pt x="169817" y="35850"/>
                    <a:pt x="169817" y="33020"/>
                  </a:cubicBezTo>
                  <a:lnTo>
                    <a:pt x="169817" y="4717"/>
                  </a:lnTo>
                  <a:cubicBezTo>
                    <a:pt x="169817" y="1887"/>
                    <a:pt x="166987" y="0"/>
                    <a:pt x="164157" y="0"/>
                  </a:cubicBezTo>
                  <a:lnTo>
                    <a:pt x="16415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63" name="Google Shape;1263;p48"/>
          <p:cNvGrpSpPr/>
          <p:nvPr/>
        </p:nvGrpSpPr>
        <p:grpSpPr>
          <a:xfrm>
            <a:off x="1984751" y="3522725"/>
            <a:ext cx="304492" cy="287859"/>
            <a:chOff x="1548674" y="2438400"/>
            <a:chExt cx="224535" cy="212270"/>
          </a:xfrm>
        </p:grpSpPr>
        <p:sp>
          <p:nvSpPr>
            <p:cNvPr id="1264" name="Google Shape;1264;p48"/>
            <p:cNvSpPr/>
            <p:nvPr/>
          </p:nvSpPr>
          <p:spPr>
            <a:xfrm>
              <a:off x="1644904" y="2438400"/>
              <a:ext cx="30713" cy="40567"/>
            </a:xfrm>
            <a:custGeom>
              <a:avLst/>
              <a:gdLst/>
              <a:ahLst/>
              <a:cxnLst/>
              <a:rect l="l" t="t" r="r" b="b"/>
              <a:pathLst>
                <a:path w="30713" h="40567" extrusionOk="0">
                  <a:moveTo>
                    <a:pt x="7547" y="40567"/>
                  </a:moveTo>
                  <a:lnTo>
                    <a:pt x="24529" y="40567"/>
                  </a:lnTo>
                  <a:cubicBezTo>
                    <a:pt x="25472" y="35850"/>
                    <a:pt x="26416" y="31133"/>
                    <a:pt x="27359" y="29246"/>
                  </a:cubicBezTo>
                  <a:cubicBezTo>
                    <a:pt x="31133" y="21699"/>
                    <a:pt x="31133" y="19812"/>
                    <a:pt x="30190" y="17925"/>
                  </a:cubicBezTo>
                  <a:cubicBezTo>
                    <a:pt x="30190" y="16982"/>
                    <a:pt x="30190" y="16982"/>
                    <a:pt x="30190" y="16038"/>
                  </a:cubicBezTo>
                  <a:cubicBezTo>
                    <a:pt x="30190" y="9434"/>
                    <a:pt x="25472" y="0"/>
                    <a:pt x="15095" y="0"/>
                  </a:cubicBezTo>
                  <a:cubicBezTo>
                    <a:pt x="4717" y="0"/>
                    <a:pt x="0" y="9434"/>
                    <a:pt x="0" y="16038"/>
                  </a:cubicBezTo>
                  <a:cubicBezTo>
                    <a:pt x="0" y="16982"/>
                    <a:pt x="0" y="16982"/>
                    <a:pt x="0" y="17925"/>
                  </a:cubicBezTo>
                  <a:cubicBezTo>
                    <a:pt x="0" y="19812"/>
                    <a:pt x="0" y="21699"/>
                    <a:pt x="2830" y="29246"/>
                  </a:cubicBezTo>
                  <a:cubicBezTo>
                    <a:pt x="5660" y="31133"/>
                    <a:pt x="6604" y="35850"/>
                    <a:pt x="7547" y="40567"/>
                  </a:cubicBezTo>
                  <a:lnTo>
                    <a:pt x="7547" y="405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5" name="Google Shape;1265;p48"/>
            <p:cNvSpPr/>
            <p:nvPr/>
          </p:nvSpPr>
          <p:spPr>
            <a:xfrm>
              <a:off x="1652451" y="2486514"/>
              <a:ext cx="15094" cy="8490"/>
            </a:xfrm>
            <a:custGeom>
              <a:avLst/>
              <a:gdLst/>
              <a:ahLst/>
              <a:cxnLst/>
              <a:rect l="l" t="t" r="r" b="b"/>
              <a:pathLst>
                <a:path w="15094" h="8490" extrusionOk="0">
                  <a:moveTo>
                    <a:pt x="0" y="0"/>
                  </a:moveTo>
                  <a:cubicBezTo>
                    <a:pt x="0" y="2830"/>
                    <a:pt x="0" y="5661"/>
                    <a:pt x="0" y="8491"/>
                  </a:cubicBezTo>
                  <a:lnTo>
                    <a:pt x="15095" y="8491"/>
                  </a:lnTo>
                  <a:cubicBezTo>
                    <a:pt x="15095" y="5661"/>
                    <a:pt x="15095" y="2830"/>
                    <a:pt x="15095"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6" name="Google Shape;1266;p48"/>
            <p:cNvSpPr/>
            <p:nvPr/>
          </p:nvSpPr>
          <p:spPr>
            <a:xfrm>
              <a:off x="1696792" y="2474250"/>
              <a:ext cx="22642" cy="34906"/>
            </a:xfrm>
            <a:custGeom>
              <a:avLst/>
              <a:gdLst/>
              <a:ahLst/>
              <a:cxnLst/>
              <a:rect l="l" t="t" r="r" b="b"/>
              <a:pathLst>
                <a:path w="22642" h="34906" extrusionOk="0">
                  <a:moveTo>
                    <a:pt x="4717" y="34907"/>
                  </a:moveTo>
                  <a:lnTo>
                    <a:pt x="16982" y="34907"/>
                  </a:lnTo>
                  <a:cubicBezTo>
                    <a:pt x="17925" y="30190"/>
                    <a:pt x="18869" y="25473"/>
                    <a:pt x="19812" y="23586"/>
                  </a:cubicBezTo>
                  <a:cubicBezTo>
                    <a:pt x="22642" y="16982"/>
                    <a:pt x="22642" y="16038"/>
                    <a:pt x="22642" y="14151"/>
                  </a:cubicBezTo>
                  <a:cubicBezTo>
                    <a:pt x="22642" y="14151"/>
                    <a:pt x="22642" y="13208"/>
                    <a:pt x="22642" y="12265"/>
                  </a:cubicBezTo>
                  <a:cubicBezTo>
                    <a:pt x="22642" y="7547"/>
                    <a:pt x="18869" y="0"/>
                    <a:pt x="11321" y="0"/>
                  </a:cubicBezTo>
                  <a:cubicBezTo>
                    <a:pt x="3774" y="0"/>
                    <a:pt x="0" y="7547"/>
                    <a:pt x="0" y="12265"/>
                  </a:cubicBezTo>
                  <a:cubicBezTo>
                    <a:pt x="0" y="13208"/>
                    <a:pt x="0" y="13208"/>
                    <a:pt x="0" y="14151"/>
                  </a:cubicBezTo>
                  <a:cubicBezTo>
                    <a:pt x="0" y="16038"/>
                    <a:pt x="0" y="16982"/>
                    <a:pt x="2830" y="23586"/>
                  </a:cubicBezTo>
                  <a:cubicBezTo>
                    <a:pt x="2830" y="25473"/>
                    <a:pt x="3774" y="30190"/>
                    <a:pt x="4717" y="34907"/>
                  </a:cubicBezTo>
                  <a:lnTo>
                    <a:pt x="4717"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7" name="Google Shape;1267;p48"/>
            <p:cNvSpPr/>
            <p:nvPr/>
          </p:nvSpPr>
          <p:spPr>
            <a:xfrm>
              <a:off x="1702453" y="2516704"/>
              <a:ext cx="11321" cy="6604"/>
            </a:xfrm>
            <a:custGeom>
              <a:avLst/>
              <a:gdLst/>
              <a:ahLst/>
              <a:cxnLst/>
              <a:rect l="l" t="t" r="r" b="b"/>
              <a:pathLst>
                <a:path w="11321" h="6604" extrusionOk="0">
                  <a:moveTo>
                    <a:pt x="11321" y="6604"/>
                  </a:moveTo>
                  <a:cubicBezTo>
                    <a:pt x="11321" y="4717"/>
                    <a:pt x="11321" y="2830"/>
                    <a:pt x="11321" y="0"/>
                  </a:cubicBezTo>
                  <a:lnTo>
                    <a:pt x="0" y="0"/>
                  </a:lnTo>
                  <a:cubicBezTo>
                    <a:pt x="0" y="1887"/>
                    <a:pt x="0" y="3774"/>
                    <a:pt x="0" y="6604"/>
                  </a:cubicBezTo>
                  <a:lnTo>
                    <a:pt x="11321" y="66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8" name="Google Shape;1268;p48"/>
            <p:cNvSpPr/>
            <p:nvPr/>
          </p:nvSpPr>
          <p:spPr>
            <a:xfrm>
              <a:off x="1746794" y="2532742"/>
              <a:ext cx="8490" cy="6604"/>
            </a:xfrm>
            <a:custGeom>
              <a:avLst/>
              <a:gdLst/>
              <a:ahLst/>
              <a:cxnLst/>
              <a:rect l="l" t="t" r="r" b="b"/>
              <a:pathLst>
                <a:path w="8490" h="6604" extrusionOk="0">
                  <a:moveTo>
                    <a:pt x="0" y="0"/>
                  </a:moveTo>
                  <a:cubicBezTo>
                    <a:pt x="0" y="1887"/>
                    <a:pt x="0" y="3774"/>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9" name="Google Shape;1269;p48"/>
            <p:cNvSpPr/>
            <p:nvPr/>
          </p:nvSpPr>
          <p:spPr>
            <a:xfrm>
              <a:off x="1741133" y="2499722"/>
              <a:ext cx="18868" cy="25472"/>
            </a:xfrm>
            <a:custGeom>
              <a:avLst/>
              <a:gdLst/>
              <a:ahLst/>
              <a:cxnLst/>
              <a:rect l="l" t="t" r="r" b="b"/>
              <a:pathLst>
                <a:path w="18868" h="25472" extrusionOk="0">
                  <a:moveTo>
                    <a:pt x="4717" y="25473"/>
                  </a:moveTo>
                  <a:lnTo>
                    <a:pt x="15095" y="25473"/>
                  </a:lnTo>
                  <a:cubicBezTo>
                    <a:pt x="16038" y="22642"/>
                    <a:pt x="16038" y="20755"/>
                    <a:pt x="16982" y="18869"/>
                  </a:cubicBez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5"/>
                    <a:pt x="0" y="13208"/>
                    <a:pt x="1887" y="18869"/>
                  </a:cubicBezTo>
                  <a:cubicBezTo>
                    <a:pt x="3774" y="20755"/>
                    <a:pt x="3774" y="22642"/>
                    <a:pt x="4717" y="25473"/>
                  </a:cubicBezTo>
                  <a:lnTo>
                    <a:pt x="4717"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0" name="Google Shape;1270;p48"/>
            <p:cNvSpPr/>
            <p:nvPr/>
          </p:nvSpPr>
          <p:spPr>
            <a:xfrm>
              <a:off x="1734529" y="2546894"/>
              <a:ext cx="38680" cy="90569"/>
            </a:xfrm>
            <a:custGeom>
              <a:avLst/>
              <a:gdLst/>
              <a:ahLst/>
              <a:cxnLst/>
              <a:rect l="l" t="t" r="r" b="b"/>
              <a:pathLst>
                <a:path w="38680" h="90569" extrusionOk="0">
                  <a:moveTo>
                    <a:pt x="3774" y="17925"/>
                  </a:moveTo>
                  <a:cubicBezTo>
                    <a:pt x="5660" y="25473"/>
                    <a:pt x="7547" y="33020"/>
                    <a:pt x="7547" y="42454"/>
                  </a:cubicBezTo>
                  <a:cubicBezTo>
                    <a:pt x="7547" y="54719"/>
                    <a:pt x="4717" y="68870"/>
                    <a:pt x="0" y="81135"/>
                  </a:cubicBezTo>
                  <a:cubicBezTo>
                    <a:pt x="943" y="84909"/>
                    <a:pt x="2830" y="88682"/>
                    <a:pt x="4717" y="90569"/>
                  </a:cubicBezTo>
                  <a:lnTo>
                    <a:pt x="28303" y="90569"/>
                  </a:lnTo>
                  <a:cubicBezTo>
                    <a:pt x="33963" y="82078"/>
                    <a:pt x="38680" y="63210"/>
                    <a:pt x="38680" y="50002"/>
                  </a:cubicBezTo>
                  <a:cubicBezTo>
                    <a:pt x="38680" y="36794"/>
                    <a:pt x="34907" y="25473"/>
                    <a:pt x="28303" y="16038"/>
                  </a:cubicBezTo>
                  <a:cubicBezTo>
                    <a:pt x="24529" y="11321"/>
                    <a:pt x="22642" y="5661"/>
                    <a:pt x="21699" y="0"/>
                  </a:cubicBezTo>
                  <a:lnTo>
                    <a:pt x="11321" y="0"/>
                  </a:lnTo>
                  <a:cubicBezTo>
                    <a:pt x="10377" y="5661"/>
                    <a:pt x="7547" y="13208"/>
                    <a:pt x="3774" y="17925"/>
                  </a:cubicBezTo>
                  <a:lnTo>
                    <a:pt x="3774" y="1792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1" name="Google Shape;1271;p48"/>
            <p:cNvSpPr/>
            <p:nvPr/>
          </p:nvSpPr>
          <p:spPr>
            <a:xfrm>
              <a:off x="1629809" y="2503496"/>
              <a:ext cx="61322" cy="52831"/>
            </a:xfrm>
            <a:custGeom>
              <a:avLst/>
              <a:gdLst/>
              <a:ahLst/>
              <a:cxnLst/>
              <a:rect l="l" t="t" r="r" b="b"/>
              <a:pathLst>
                <a:path w="61322" h="52831" extrusionOk="0">
                  <a:moveTo>
                    <a:pt x="61323" y="52832"/>
                  </a:moveTo>
                  <a:cubicBezTo>
                    <a:pt x="58492" y="42454"/>
                    <a:pt x="54719" y="33963"/>
                    <a:pt x="48115" y="25473"/>
                  </a:cubicBezTo>
                  <a:cubicBezTo>
                    <a:pt x="42454" y="17925"/>
                    <a:pt x="39624" y="8491"/>
                    <a:pt x="38681" y="0"/>
                  </a:cubicBezTo>
                  <a:lnTo>
                    <a:pt x="22642" y="0"/>
                  </a:lnTo>
                  <a:cubicBezTo>
                    <a:pt x="21699" y="9434"/>
                    <a:pt x="18869" y="17925"/>
                    <a:pt x="13208" y="25473"/>
                  </a:cubicBezTo>
                  <a:cubicBezTo>
                    <a:pt x="6604" y="33963"/>
                    <a:pt x="2830" y="42454"/>
                    <a:pt x="0" y="52832"/>
                  </a:cubicBezTo>
                  <a:cubicBezTo>
                    <a:pt x="8491" y="47171"/>
                    <a:pt x="18869" y="43398"/>
                    <a:pt x="30190" y="43398"/>
                  </a:cubicBezTo>
                  <a:cubicBezTo>
                    <a:pt x="42454" y="43398"/>
                    <a:pt x="52832" y="46228"/>
                    <a:pt x="61323" y="52832"/>
                  </a:cubicBezTo>
                  <a:lnTo>
                    <a:pt x="61323" y="5283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2" name="Google Shape;1272;p48"/>
            <p:cNvSpPr/>
            <p:nvPr/>
          </p:nvSpPr>
          <p:spPr>
            <a:xfrm>
              <a:off x="1612827" y="2554441"/>
              <a:ext cx="96229" cy="96229"/>
            </a:xfrm>
            <a:custGeom>
              <a:avLst/>
              <a:gdLst/>
              <a:ahLst/>
              <a:cxnLst/>
              <a:rect l="l" t="t" r="r" b="b"/>
              <a:pathLst>
                <a:path w="96229" h="96229" extrusionOk="0">
                  <a:moveTo>
                    <a:pt x="48115" y="0"/>
                  </a:moveTo>
                  <a:cubicBezTo>
                    <a:pt x="21699" y="0"/>
                    <a:pt x="0" y="21699"/>
                    <a:pt x="0" y="48115"/>
                  </a:cubicBezTo>
                  <a:cubicBezTo>
                    <a:pt x="0" y="74531"/>
                    <a:pt x="21699" y="96230"/>
                    <a:pt x="48115" y="96230"/>
                  </a:cubicBezTo>
                  <a:cubicBezTo>
                    <a:pt x="74531" y="96230"/>
                    <a:pt x="96230" y="74531"/>
                    <a:pt x="96230" y="48115"/>
                  </a:cubicBezTo>
                  <a:cubicBezTo>
                    <a:pt x="95286" y="21699"/>
                    <a:pt x="74531" y="0"/>
                    <a:pt x="48115" y="0"/>
                  </a:cubicBezTo>
                  <a:lnTo>
                    <a:pt x="48115" y="0"/>
                  </a:lnTo>
                  <a:close/>
                  <a:moveTo>
                    <a:pt x="48115" y="25473"/>
                  </a:moveTo>
                  <a:cubicBezTo>
                    <a:pt x="48115" y="20755"/>
                    <a:pt x="51889" y="17925"/>
                    <a:pt x="55663" y="17925"/>
                  </a:cubicBezTo>
                  <a:cubicBezTo>
                    <a:pt x="60380" y="17925"/>
                    <a:pt x="63210" y="21699"/>
                    <a:pt x="63210" y="25473"/>
                  </a:cubicBezTo>
                  <a:cubicBezTo>
                    <a:pt x="63210" y="30190"/>
                    <a:pt x="59436" y="33020"/>
                    <a:pt x="55663" y="33020"/>
                  </a:cubicBezTo>
                  <a:cubicBezTo>
                    <a:pt x="51889" y="33020"/>
                    <a:pt x="48115" y="30190"/>
                    <a:pt x="48115" y="25473"/>
                  </a:cubicBezTo>
                  <a:lnTo>
                    <a:pt x="48115" y="25473"/>
                  </a:lnTo>
                  <a:close/>
                  <a:moveTo>
                    <a:pt x="66040" y="48115"/>
                  </a:moveTo>
                  <a:cubicBezTo>
                    <a:pt x="61323" y="48115"/>
                    <a:pt x="58493" y="44341"/>
                    <a:pt x="58493" y="40567"/>
                  </a:cubicBezTo>
                  <a:cubicBezTo>
                    <a:pt x="58493" y="35850"/>
                    <a:pt x="62266" y="33020"/>
                    <a:pt x="66040" y="33020"/>
                  </a:cubicBezTo>
                  <a:cubicBezTo>
                    <a:pt x="70757" y="33020"/>
                    <a:pt x="73588" y="36794"/>
                    <a:pt x="73588" y="40567"/>
                  </a:cubicBezTo>
                  <a:cubicBezTo>
                    <a:pt x="73588" y="45285"/>
                    <a:pt x="70757" y="48115"/>
                    <a:pt x="66040" y="48115"/>
                  </a:cubicBezTo>
                  <a:lnTo>
                    <a:pt x="66040" y="48115"/>
                  </a:lnTo>
                  <a:close/>
                  <a:moveTo>
                    <a:pt x="75474" y="33020"/>
                  </a:moveTo>
                  <a:cubicBezTo>
                    <a:pt x="70757" y="33020"/>
                    <a:pt x="67927" y="29246"/>
                    <a:pt x="67927" y="25473"/>
                  </a:cubicBezTo>
                  <a:cubicBezTo>
                    <a:pt x="67927" y="20755"/>
                    <a:pt x="71701" y="17925"/>
                    <a:pt x="75474" y="17925"/>
                  </a:cubicBezTo>
                  <a:cubicBezTo>
                    <a:pt x="80191" y="17925"/>
                    <a:pt x="83022" y="21699"/>
                    <a:pt x="83022" y="25473"/>
                  </a:cubicBezTo>
                  <a:cubicBezTo>
                    <a:pt x="83965" y="30190"/>
                    <a:pt x="80191" y="33020"/>
                    <a:pt x="75474" y="33020"/>
                  </a:cubicBezTo>
                  <a:lnTo>
                    <a:pt x="75474"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3" name="Google Shape;1273;p48"/>
            <p:cNvSpPr/>
            <p:nvPr/>
          </p:nvSpPr>
          <p:spPr>
            <a:xfrm>
              <a:off x="1696792" y="2530855"/>
              <a:ext cx="38680" cy="106607"/>
            </a:xfrm>
            <a:custGeom>
              <a:avLst/>
              <a:gdLst/>
              <a:ahLst/>
              <a:cxnLst/>
              <a:rect l="l" t="t" r="r" b="b"/>
              <a:pathLst>
                <a:path w="38680" h="106607" extrusionOk="0">
                  <a:moveTo>
                    <a:pt x="17925" y="0"/>
                  </a:moveTo>
                  <a:lnTo>
                    <a:pt x="4717" y="0"/>
                  </a:lnTo>
                  <a:cubicBezTo>
                    <a:pt x="3774" y="4717"/>
                    <a:pt x="1887" y="9434"/>
                    <a:pt x="0" y="14151"/>
                  </a:cubicBezTo>
                  <a:cubicBezTo>
                    <a:pt x="1887" y="19812"/>
                    <a:pt x="3774" y="26416"/>
                    <a:pt x="4717" y="33020"/>
                  </a:cubicBezTo>
                  <a:cubicBezTo>
                    <a:pt x="14151" y="43398"/>
                    <a:pt x="20755" y="56606"/>
                    <a:pt x="20755" y="71701"/>
                  </a:cubicBezTo>
                  <a:cubicBezTo>
                    <a:pt x="20755" y="84909"/>
                    <a:pt x="16038" y="97173"/>
                    <a:pt x="8491" y="106607"/>
                  </a:cubicBezTo>
                  <a:lnTo>
                    <a:pt x="26416" y="106607"/>
                  </a:lnTo>
                  <a:cubicBezTo>
                    <a:pt x="33020" y="97173"/>
                    <a:pt x="38680" y="74531"/>
                    <a:pt x="38680" y="58493"/>
                  </a:cubicBezTo>
                  <a:cubicBezTo>
                    <a:pt x="38680" y="42454"/>
                    <a:pt x="34907" y="29246"/>
                    <a:pt x="26416" y="17925"/>
                  </a:cubicBezTo>
                  <a:cubicBezTo>
                    <a:pt x="20755" y="12265"/>
                    <a:pt x="18869" y="6604"/>
                    <a:pt x="17925" y="0"/>
                  </a:cubicBezTo>
                  <a:lnTo>
                    <a:pt x="1792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4" name="Google Shape;1274;p48"/>
            <p:cNvSpPr/>
            <p:nvPr/>
          </p:nvSpPr>
          <p:spPr>
            <a:xfrm>
              <a:off x="1602449" y="2474250"/>
              <a:ext cx="22642" cy="34906"/>
            </a:xfrm>
            <a:custGeom>
              <a:avLst/>
              <a:gdLst/>
              <a:ahLst/>
              <a:cxnLst/>
              <a:rect l="l" t="t" r="r" b="b"/>
              <a:pathLst>
                <a:path w="22642" h="34906" extrusionOk="0">
                  <a:moveTo>
                    <a:pt x="4717" y="34907"/>
                  </a:moveTo>
                  <a:lnTo>
                    <a:pt x="16982" y="34907"/>
                  </a:lnTo>
                  <a:cubicBezTo>
                    <a:pt x="17925" y="30190"/>
                    <a:pt x="18869" y="25473"/>
                    <a:pt x="19812" y="23586"/>
                  </a:cubicBezTo>
                  <a:cubicBezTo>
                    <a:pt x="22642" y="16982"/>
                    <a:pt x="22642" y="16038"/>
                    <a:pt x="22642" y="14151"/>
                  </a:cubicBezTo>
                  <a:cubicBezTo>
                    <a:pt x="22642" y="14151"/>
                    <a:pt x="22642" y="13208"/>
                    <a:pt x="22642" y="12265"/>
                  </a:cubicBezTo>
                  <a:cubicBezTo>
                    <a:pt x="22642" y="7547"/>
                    <a:pt x="18869" y="0"/>
                    <a:pt x="11321" y="0"/>
                  </a:cubicBezTo>
                  <a:cubicBezTo>
                    <a:pt x="3774" y="0"/>
                    <a:pt x="0" y="7547"/>
                    <a:pt x="0" y="12265"/>
                  </a:cubicBezTo>
                  <a:cubicBezTo>
                    <a:pt x="0" y="13208"/>
                    <a:pt x="0" y="13208"/>
                    <a:pt x="0" y="14151"/>
                  </a:cubicBezTo>
                  <a:cubicBezTo>
                    <a:pt x="0" y="16038"/>
                    <a:pt x="0" y="16982"/>
                    <a:pt x="2830" y="23586"/>
                  </a:cubicBezTo>
                  <a:cubicBezTo>
                    <a:pt x="3774" y="25473"/>
                    <a:pt x="4717" y="30190"/>
                    <a:pt x="4717" y="34907"/>
                  </a:cubicBezTo>
                  <a:lnTo>
                    <a:pt x="4717"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5" name="Google Shape;1275;p48"/>
            <p:cNvSpPr/>
            <p:nvPr/>
          </p:nvSpPr>
          <p:spPr>
            <a:xfrm>
              <a:off x="1608110" y="2516704"/>
              <a:ext cx="11321" cy="6604"/>
            </a:xfrm>
            <a:custGeom>
              <a:avLst/>
              <a:gdLst/>
              <a:ahLst/>
              <a:cxnLst/>
              <a:rect l="l" t="t" r="r" b="b"/>
              <a:pathLst>
                <a:path w="11321" h="6604" extrusionOk="0">
                  <a:moveTo>
                    <a:pt x="11321" y="6604"/>
                  </a:moveTo>
                  <a:cubicBezTo>
                    <a:pt x="11321" y="4717"/>
                    <a:pt x="11321" y="2830"/>
                    <a:pt x="11321" y="0"/>
                  </a:cubicBezTo>
                  <a:lnTo>
                    <a:pt x="0" y="0"/>
                  </a:lnTo>
                  <a:cubicBezTo>
                    <a:pt x="0" y="1887"/>
                    <a:pt x="0" y="3774"/>
                    <a:pt x="0" y="6604"/>
                  </a:cubicBezTo>
                  <a:lnTo>
                    <a:pt x="11321" y="66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6" name="Google Shape;1276;p48"/>
            <p:cNvSpPr/>
            <p:nvPr/>
          </p:nvSpPr>
          <p:spPr>
            <a:xfrm>
              <a:off x="1566599" y="2532742"/>
              <a:ext cx="8490" cy="6604"/>
            </a:xfrm>
            <a:custGeom>
              <a:avLst/>
              <a:gdLst/>
              <a:ahLst/>
              <a:cxnLst/>
              <a:rect l="l" t="t" r="r" b="b"/>
              <a:pathLst>
                <a:path w="8490" h="6604" extrusionOk="0">
                  <a:moveTo>
                    <a:pt x="0" y="0"/>
                  </a:moveTo>
                  <a:cubicBezTo>
                    <a:pt x="0" y="1887"/>
                    <a:pt x="0" y="3774"/>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7" name="Google Shape;1277;p48"/>
            <p:cNvSpPr/>
            <p:nvPr/>
          </p:nvSpPr>
          <p:spPr>
            <a:xfrm>
              <a:off x="1560938" y="2499722"/>
              <a:ext cx="18868" cy="25472"/>
            </a:xfrm>
            <a:custGeom>
              <a:avLst/>
              <a:gdLst/>
              <a:ahLst/>
              <a:cxnLst/>
              <a:rect l="l" t="t" r="r" b="b"/>
              <a:pathLst>
                <a:path w="18868" h="25472" extrusionOk="0">
                  <a:moveTo>
                    <a:pt x="4717" y="25473"/>
                  </a:moveTo>
                  <a:lnTo>
                    <a:pt x="15095" y="25473"/>
                  </a:lnTo>
                  <a:cubicBezTo>
                    <a:pt x="16038" y="22642"/>
                    <a:pt x="16038" y="20755"/>
                    <a:pt x="16982" y="18869"/>
                  </a:cubicBez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5"/>
                    <a:pt x="0" y="13208"/>
                    <a:pt x="1887" y="18869"/>
                  </a:cubicBezTo>
                  <a:cubicBezTo>
                    <a:pt x="2830" y="20755"/>
                    <a:pt x="3774" y="22642"/>
                    <a:pt x="4717" y="25473"/>
                  </a:cubicBezTo>
                  <a:lnTo>
                    <a:pt x="4717"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8" name="Google Shape;1278;p48"/>
            <p:cNvSpPr/>
            <p:nvPr/>
          </p:nvSpPr>
          <p:spPr>
            <a:xfrm>
              <a:off x="1548674" y="2547837"/>
              <a:ext cx="38680" cy="90569"/>
            </a:xfrm>
            <a:custGeom>
              <a:avLst/>
              <a:gdLst/>
              <a:ahLst/>
              <a:cxnLst/>
              <a:rect l="l" t="t" r="r" b="b"/>
              <a:pathLst>
                <a:path w="38680" h="90569" extrusionOk="0">
                  <a:moveTo>
                    <a:pt x="34907" y="16982"/>
                  </a:moveTo>
                  <a:cubicBezTo>
                    <a:pt x="31133" y="12265"/>
                    <a:pt x="28303" y="5661"/>
                    <a:pt x="27359" y="0"/>
                  </a:cubicBezTo>
                  <a:lnTo>
                    <a:pt x="16982" y="0"/>
                  </a:lnTo>
                  <a:cubicBezTo>
                    <a:pt x="16038" y="5661"/>
                    <a:pt x="14151" y="11321"/>
                    <a:pt x="10378" y="16038"/>
                  </a:cubicBezTo>
                  <a:cubicBezTo>
                    <a:pt x="3774" y="25473"/>
                    <a:pt x="0" y="36794"/>
                    <a:pt x="0" y="50002"/>
                  </a:cubicBezTo>
                  <a:cubicBezTo>
                    <a:pt x="0" y="63210"/>
                    <a:pt x="4717" y="82078"/>
                    <a:pt x="10378" y="90569"/>
                  </a:cubicBezTo>
                  <a:lnTo>
                    <a:pt x="33963" y="90569"/>
                  </a:lnTo>
                  <a:cubicBezTo>
                    <a:pt x="35850" y="87739"/>
                    <a:pt x="36794" y="84909"/>
                    <a:pt x="38681" y="81135"/>
                  </a:cubicBezTo>
                  <a:cubicBezTo>
                    <a:pt x="34907" y="69814"/>
                    <a:pt x="31133" y="54719"/>
                    <a:pt x="31133" y="42454"/>
                  </a:cubicBezTo>
                  <a:cubicBezTo>
                    <a:pt x="31133" y="32077"/>
                    <a:pt x="32077" y="23586"/>
                    <a:pt x="34907" y="16982"/>
                  </a:cubicBezTo>
                  <a:lnTo>
                    <a:pt x="34907" y="1698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9" name="Google Shape;1279;p48"/>
            <p:cNvSpPr/>
            <p:nvPr/>
          </p:nvSpPr>
          <p:spPr>
            <a:xfrm>
              <a:off x="1588298" y="2530855"/>
              <a:ext cx="37737" cy="106607"/>
            </a:xfrm>
            <a:custGeom>
              <a:avLst/>
              <a:gdLst/>
              <a:ahLst/>
              <a:cxnLst/>
              <a:rect l="l" t="t" r="r" b="b"/>
              <a:pathLst>
                <a:path w="37737" h="106607" extrusionOk="0">
                  <a:moveTo>
                    <a:pt x="33020" y="33020"/>
                  </a:moveTo>
                  <a:cubicBezTo>
                    <a:pt x="33963" y="26416"/>
                    <a:pt x="34907" y="19812"/>
                    <a:pt x="37737" y="14151"/>
                  </a:cubicBezTo>
                  <a:cubicBezTo>
                    <a:pt x="34907" y="9434"/>
                    <a:pt x="33963" y="4717"/>
                    <a:pt x="33020" y="0"/>
                  </a:cubicBezTo>
                  <a:lnTo>
                    <a:pt x="19812" y="0"/>
                  </a:lnTo>
                  <a:cubicBezTo>
                    <a:pt x="18869" y="6604"/>
                    <a:pt x="16038" y="12265"/>
                    <a:pt x="12264" y="17925"/>
                  </a:cubicBezTo>
                  <a:cubicBezTo>
                    <a:pt x="3774" y="29246"/>
                    <a:pt x="0" y="42454"/>
                    <a:pt x="0" y="58493"/>
                  </a:cubicBezTo>
                  <a:cubicBezTo>
                    <a:pt x="0" y="74531"/>
                    <a:pt x="5660" y="97173"/>
                    <a:pt x="12264" y="106607"/>
                  </a:cubicBezTo>
                  <a:lnTo>
                    <a:pt x="30190" y="106607"/>
                  </a:lnTo>
                  <a:cubicBezTo>
                    <a:pt x="22642" y="97173"/>
                    <a:pt x="17925" y="84909"/>
                    <a:pt x="17925" y="71701"/>
                  </a:cubicBezTo>
                  <a:cubicBezTo>
                    <a:pt x="16982" y="56606"/>
                    <a:pt x="22642" y="42454"/>
                    <a:pt x="33020" y="33020"/>
                  </a:cubicBezTo>
                  <a:lnTo>
                    <a:pt x="33020"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80" name="Google Shape;1280;p48"/>
          <p:cNvGrpSpPr/>
          <p:nvPr/>
        </p:nvGrpSpPr>
        <p:grpSpPr>
          <a:xfrm>
            <a:off x="1984751" y="4208675"/>
            <a:ext cx="303244" cy="267390"/>
            <a:chOff x="1548674" y="3325222"/>
            <a:chExt cx="223615" cy="197176"/>
          </a:xfrm>
        </p:grpSpPr>
        <p:sp>
          <p:nvSpPr>
            <p:cNvPr id="1281" name="Google Shape;1281;p48"/>
            <p:cNvSpPr/>
            <p:nvPr/>
          </p:nvSpPr>
          <p:spPr>
            <a:xfrm>
              <a:off x="1578864" y="3325222"/>
              <a:ext cx="113211" cy="106607"/>
            </a:xfrm>
            <a:custGeom>
              <a:avLst/>
              <a:gdLst/>
              <a:ahLst/>
              <a:cxnLst/>
              <a:rect l="l" t="t" r="r" b="b"/>
              <a:pathLst>
                <a:path w="113211" h="106607" extrusionOk="0">
                  <a:moveTo>
                    <a:pt x="25472" y="40567"/>
                  </a:moveTo>
                  <a:cubicBezTo>
                    <a:pt x="26416" y="39624"/>
                    <a:pt x="27359" y="39624"/>
                    <a:pt x="28303" y="39624"/>
                  </a:cubicBezTo>
                  <a:cubicBezTo>
                    <a:pt x="29246" y="39624"/>
                    <a:pt x="30190" y="39624"/>
                    <a:pt x="31133" y="40567"/>
                  </a:cubicBezTo>
                  <a:cubicBezTo>
                    <a:pt x="33020" y="41511"/>
                    <a:pt x="33963" y="43398"/>
                    <a:pt x="33963" y="45285"/>
                  </a:cubicBezTo>
                  <a:lnTo>
                    <a:pt x="33963" y="100947"/>
                  </a:lnTo>
                  <a:cubicBezTo>
                    <a:pt x="33963" y="103777"/>
                    <a:pt x="36794" y="106607"/>
                    <a:pt x="39624" y="106607"/>
                  </a:cubicBezTo>
                  <a:cubicBezTo>
                    <a:pt x="42454" y="106607"/>
                    <a:pt x="45284" y="103777"/>
                    <a:pt x="45284" y="100947"/>
                  </a:cubicBezTo>
                  <a:lnTo>
                    <a:pt x="45284" y="62266"/>
                  </a:lnTo>
                  <a:cubicBezTo>
                    <a:pt x="45284" y="60379"/>
                    <a:pt x="46228" y="59436"/>
                    <a:pt x="47171" y="57549"/>
                  </a:cubicBezTo>
                  <a:cubicBezTo>
                    <a:pt x="48115" y="56606"/>
                    <a:pt x="50002" y="55662"/>
                    <a:pt x="51889" y="56606"/>
                  </a:cubicBezTo>
                  <a:cubicBezTo>
                    <a:pt x="53775" y="56606"/>
                    <a:pt x="54719" y="56606"/>
                    <a:pt x="56606" y="56606"/>
                  </a:cubicBezTo>
                  <a:cubicBezTo>
                    <a:pt x="66983" y="56606"/>
                    <a:pt x="76417" y="50945"/>
                    <a:pt x="81135" y="42454"/>
                  </a:cubicBezTo>
                  <a:cubicBezTo>
                    <a:pt x="82078" y="41511"/>
                    <a:pt x="83022" y="40567"/>
                    <a:pt x="84909" y="39624"/>
                  </a:cubicBezTo>
                  <a:cubicBezTo>
                    <a:pt x="86795" y="39624"/>
                    <a:pt x="87739" y="39624"/>
                    <a:pt x="89626" y="40567"/>
                  </a:cubicBezTo>
                  <a:cubicBezTo>
                    <a:pt x="92456" y="42454"/>
                    <a:pt x="95286" y="43398"/>
                    <a:pt x="98117" y="43398"/>
                  </a:cubicBezTo>
                  <a:cubicBezTo>
                    <a:pt x="106607" y="43398"/>
                    <a:pt x="113211" y="36794"/>
                    <a:pt x="113211" y="28303"/>
                  </a:cubicBezTo>
                  <a:cubicBezTo>
                    <a:pt x="113211" y="19812"/>
                    <a:pt x="106607" y="13208"/>
                    <a:pt x="98117" y="13208"/>
                  </a:cubicBezTo>
                  <a:cubicBezTo>
                    <a:pt x="95286" y="13208"/>
                    <a:pt x="92456" y="14151"/>
                    <a:pt x="89626" y="16038"/>
                  </a:cubicBezTo>
                  <a:cubicBezTo>
                    <a:pt x="88682" y="16982"/>
                    <a:pt x="86795" y="16982"/>
                    <a:pt x="84909" y="16982"/>
                  </a:cubicBezTo>
                  <a:cubicBezTo>
                    <a:pt x="83022" y="16982"/>
                    <a:pt x="82078" y="16038"/>
                    <a:pt x="81135" y="14151"/>
                  </a:cubicBezTo>
                  <a:cubicBezTo>
                    <a:pt x="76417" y="5661"/>
                    <a:pt x="66983" y="0"/>
                    <a:pt x="56606" y="0"/>
                  </a:cubicBezTo>
                  <a:cubicBezTo>
                    <a:pt x="46228" y="0"/>
                    <a:pt x="36794" y="5661"/>
                    <a:pt x="32077" y="14151"/>
                  </a:cubicBezTo>
                  <a:cubicBezTo>
                    <a:pt x="31133" y="15095"/>
                    <a:pt x="30190" y="16038"/>
                    <a:pt x="28303" y="16982"/>
                  </a:cubicBezTo>
                  <a:cubicBezTo>
                    <a:pt x="26416" y="16982"/>
                    <a:pt x="25472" y="16982"/>
                    <a:pt x="23586" y="16038"/>
                  </a:cubicBezTo>
                  <a:cubicBezTo>
                    <a:pt x="20755" y="14151"/>
                    <a:pt x="17925" y="13208"/>
                    <a:pt x="15095" y="13208"/>
                  </a:cubicBezTo>
                  <a:cubicBezTo>
                    <a:pt x="6604" y="13208"/>
                    <a:pt x="0" y="19812"/>
                    <a:pt x="0" y="28303"/>
                  </a:cubicBezTo>
                  <a:cubicBezTo>
                    <a:pt x="0" y="36794"/>
                    <a:pt x="6604" y="43398"/>
                    <a:pt x="15095" y="43398"/>
                  </a:cubicBezTo>
                  <a:cubicBezTo>
                    <a:pt x="18869" y="43398"/>
                    <a:pt x="23586" y="41511"/>
                    <a:pt x="25472" y="40567"/>
                  </a:cubicBezTo>
                  <a:lnTo>
                    <a:pt x="25472" y="405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2" name="Google Shape;1282;p48"/>
            <p:cNvSpPr/>
            <p:nvPr/>
          </p:nvSpPr>
          <p:spPr>
            <a:xfrm>
              <a:off x="1548674" y="3381828"/>
              <a:ext cx="31133" cy="79248"/>
            </a:xfrm>
            <a:custGeom>
              <a:avLst/>
              <a:gdLst/>
              <a:ahLst/>
              <a:cxnLst/>
              <a:rect l="l" t="t" r="r" b="b"/>
              <a:pathLst>
                <a:path w="31133" h="79248" extrusionOk="0">
                  <a:moveTo>
                    <a:pt x="0" y="20755"/>
                  </a:moveTo>
                  <a:lnTo>
                    <a:pt x="0" y="58493"/>
                  </a:lnTo>
                  <a:cubicBezTo>
                    <a:pt x="0" y="69814"/>
                    <a:pt x="9434" y="79248"/>
                    <a:pt x="20756" y="79248"/>
                  </a:cubicBezTo>
                  <a:lnTo>
                    <a:pt x="31133" y="79248"/>
                  </a:lnTo>
                  <a:lnTo>
                    <a:pt x="31133" y="64153"/>
                  </a:lnTo>
                  <a:lnTo>
                    <a:pt x="20756" y="64153"/>
                  </a:lnTo>
                  <a:cubicBezTo>
                    <a:pt x="17925" y="64153"/>
                    <a:pt x="15095" y="61323"/>
                    <a:pt x="15095" y="58493"/>
                  </a:cubicBezTo>
                  <a:lnTo>
                    <a:pt x="15095" y="20755"/>
                  </a:lnTo>
                  <a:cubicBezTo>
                    <a:pt x="15095" y="17925"/>
                    <a:pt x="17925" y="15095"/>
                    <a:pt x="20756" y="15095"/>
                  </a:cubicBezTo>
                  <a:lnTo>
                    <a:pt x="31133" y="15095"/>
                  </a:lnTo>
                  <a:lnTo>
                    <a:pt x="31133" y="0"/>
                  </a:lnTo>
                  <a:lnTo>
                    <a:pt x="20756" y="0"/>
                  </a:lnTo>
                  <a:cubicBezTo>
                    <a:pt x="9434" y="0"/>
                    <a:pt x="0" y="9434"/>
                    <a:pt x="0" y="20755"/>
                  </a:cubicBezTo>
                  <a:lnTo>
                    <a:pt x="0" y="20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3" name="Google Shape;1283;p48"/>
            <p:cNvSpPr/>
            <p:nvPr/>
          </p:nvSpPr>
          <p:spPr>
            <a:xfrm>
              <a:off x="1651507" y="3401640"/>
              <a:ext cx="120782" cy="120758"/>
            </a:xfrm>
            <a:custGeom>
              <a:avLst/>
              <a:gdLst/>
              <a:ahLst/>
              <a:cxnLst/>
              <a:rect l="l" t="t" r="r" b="b"/>
              <a:pathLst>
                <a:path w="120782" h="120758" extrusionOk="0">
                  <a:moveTo>
                    <a:pt x="60379" y="0"/>
                  </a:moveTo>
                  <a:cubicBezTo>
                    <a:pt x="27359" y="0"/>
                    <a:pt x="0" y="27359"/>
                    <a:pt x="0" y="60379"/>
                  </a:cubicBezTo>
                  <a:cubicBezTo>
                    <a:pt x="0" y="93399"/>
                    <a:pt x="27359" y="120759"/>
                    <a:pt x="60379" y="120759"/>
                  </a:cubicBezTo>
                  <a:cubicBezTo>
                    <a:pt x="93399" y="120759"/>
                    <a:pt x="120759" y="93399"/>
                    <a:pt x="120759" y="60379"/>
                  </a:cubicBezTo>
                  <a:cubicBezTo>
                    <a:pt x="121702" y="27359"/>
                    <a:pt x="94343" y="0"/>
                    <a:pt x="60379" y="0"/>
                  </a:cubicBezTo>
                  <a:lnTo>
                    <a:pt x="60379" y="0"/>
                  </a:lnTo>
                  <a:close/>
                  <a:moveTo>
                    <a:pt x="60379" y="44341"/>
                  </a:moveTo>
                  <a:cubicBezTo>
                    <a:pt x="55662" y="44341"/>
                    <a:pt x="51889" y="40567"/>
                    <a:pt x="51889" y="35850"/>
                  </a:cubicBezTo>
                  <a:cubicBezTo>
                    <a:pt x="51889" y="31133"/>
                    <a:pt x="55662" y="27359"/>
                    <a:pt x="60379" y="27359"/>
                  </a:cubicBezTo>
                  <a:cubicBezTo>
                    <a:pt x="65097" y="27359"/>
                    <a:pt x="68870" y="31133"/>
                    <a:pt x="68870" y="35850"/>
                  </a:cubicBezTo>
                  <a:cubicBezTo>
                    <a:pt x="68870" y="40567"/>
                    <a:pt x="65097" y="44341"/>
                    <a:pt x="60379" y="44341"/>
                  </a:cubicBezTo>
                  <a:lnTo>
                    <a:pt x="60379" y="44341"/>
                  </a:lnTo>
                  <a:close/>
                  <a:moveTo>
                    <a:pt x="77361" y="68870"/>
                  </a:moveTo>
                  <a:cubicBezTo>
                    <a:pt x="72644" y="68870"/>
                    <a:pt x="68870" y="65097"/>
                    <a:pt x="68870" y="60379"/>
                  </a:cubicBezTo>
                  <a:cubicBezTo>
                    <a:pt x="68870" y="55662"/>
                    <a:pt x="72644" y="51889"/>
                    <a:pt x="77361" y="51889"/>
                  </a:cubicBezTo>
                  <a:cubicBezTo>
                    <a:pt x="82078" y="51889"/>
                    <a:pt x="85852" y="55662"/>
                    <a:pt x="85852" y="60379"/>
                  </a:cubicBezTo>
                  <a:cubicBezTo>
                    <a:pt x="85852" y="65097"/>
                    <a:pt x="82078" y="68870"/>
                    <a:pt x="77361" y="68870"/>
                  </a:cubicBezTo>
                  <a:lnTo>
                    <a:pt x="77361" y="68870"/>
                  </a:lnTo>
                  <a:close/>
                  <a:moveTo>
                    <a:pt x="93399" y="44341"/>
                  </a:moveTo>
                  <a:cubicBezTo>
                    <a:pt x="88682" y="44341"/>
                    <a:pt x="84909" y="40567"/>
                    <a:pt x="84909" y="35850"/>
                  </a:cubicBezTo>
                  <a:cubicBezTo>
                    <a:pt x="84909" y="31133"/>
                    <a:pt x="88682" y="27359"/>
                    <a:pt x="93399" y="27359"/>
                  </a:cubicBezTo>
                  <a:cubicBezTo>
                    <a:pt x="98117" y="27359"/>
                    <a:pt x="101890" y="31133"/>
                    <a:pt x="101890" y="35850"/>
                  </a:cubicBezTo>
                  <a:cubicBezTo>
                    <a:pt x="101890" y="40567"/>
                    <a:pt x="98117" y="44341"/>
                    <a:pt x="93399" y="44341"/>
                  </a:cubicBezTo>
                  <a:lnTo>
                    <a:pt x="93399" y="4434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4" name="Google Shape;1284;p48"/>
            <p:cNvSpPr/>
            <p:nvPr/>
          </p:nvSpPr>
          <p:spPr>
            <a:xfrm>
              <a:off x="1590185" y="3377111"/>
              <a:ext cx="89625" cy="109437"/>
            </a:xfrm>
            <a:custGeom>
              <a:avLst/>
              <a:gdLst/>
              <a:ahLst/>
              <a:cxnLst/>
              <a:rect l="l" t="t" r="r" b="b"/>
              <a:pathLst>
                <a:path w="89625" h="109437" extrusionOk="0">
                  <a:moveTo>
                    <a:pt x="89626" y="20755"/>
                  </a:moveTo>
                  <a:lnTo>
                    <a:pt x="89626" y="1887"/>
                  </a:lnTo>
                  <a:cubicBezTo>
                    <a:pt x="88682" y="1887"/>
                    <a:pt x="86796" y="1887"/>
                    <a:pt x="85852" y="1887"/>
                  </a:cubicBezTo>
                  <a:cubicBezTo>
                    <a:pt x="83022" y="1887"/>
                    <a:pt x="79248" y="943"/>
                    <a:pt x="76418" y="0"/>
                  </a:cubicBezTo>
                  <a:cubicBezTo>
                    <a:pt x="68870" y="9434"/>
                    <a:pt x="57549" y="15095"/>
                    <a:pt x="45285" y="15095"/>
                  </a:cubicBezTo>
                  <a:lnTo>
                    <a:pt x="45285" y="48115"/>
                  </a:lnTo>
                  <a:cubicBezTo>
                    <a:pt x="45285" y="57549"/>
                    <a:pt x="37737" y="65097"/>
                    <a:pt x="28303" y="65097"/>
                  </a:cubicBezTo>
                  <a:cubicBezTo>
                    <a:pt x="18869" y="65097"/>
                    <a:pt x="11321" y="57549"/>
                    <a:pt x="11321" y="48115"/>
                  </a:cubicBezTo>
                  <a:lnTo>
                    <a:pt x="11321" y="943"/>
                  </a:lnTo>
                  <a:cubicBezTo>
                    <a:pt x="8491" y="1887"/>
                    <a:pt x="6604" y="1887"/>
                    <a:pt x="3774" y="1887"/>
                  </a:cubicBezTo>
                  <a:cubicBezTo>
                    <a:pt x="2830" y="1887"/>
                    <a:pt x="943" y="1887"/>
                    <a:pt x="0" y="1887"/>
                  </a:cubicBezTo>
                  <a:lnTo>
                    <a:pt x="0" y="85852"/>
                  </a:lnTo>
                  <a:cubicBezTo>
                    <a:pt x="0" y="99060"/>
                    <a:pt x="10378" y="109438"/>
                    <a:pt x="23586" y="109438"/>
                  </a:cubicBezTo>
                  <a:lnTo>
                    <a:pt x="53776" y="109438"/>
                  </a:lnTo>
                  <a:cubicBezTo>
                    <a:pt x="50945" y="101890"/>
                    <a:pt x="49058" y="93399"/>
                    <a:pt x="49058" y="84909"/>
                  </a:cubicBezTo>
                  <a:cubicBezTo>
                    <a:pt x="50002" y="57549"/>
                    <a:pt x="66040" y="33020"/>
                    <a:pt x="89626" y="20755"/>
                  </a:cubicBezTo>
                  <a:lnTo>
                    <a:pt x="89626" y="20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85" name="Google Shape;1285;p48"/>
          <p:cNvGrpSpPr/>
          <p:nvPr/>
        </p:nvGrpSpPr>
        <p:grpSpPr>
          <a:xfrm>
            <a:off x="2958242" y="1452080"/>
            <a:ext cx="298625" cy="303213"/>
            <a:chOff x="2435106" y="-231502"/>
            <a:chExt cx="220209" cy="223592"/>
          </a:xfrm>
        </p:grpSpPr>
        <p:sp>
          <p:nvSpPr>
            <p:cNvPr id="1286" name="Google Shape;1286;p48"/>
            <p:cNvSpPr/>
            <p:nvPr/>
          </p:nvSpPr>
          <p:spPr>
            <a:xfrm>
              <a:off x="2540217" y="-159802"/>
              <a:ext cx="11320" cy="9434"/>
            </a:xfrm>
            <a:custGeom>
              <a:avLst/>
              <a:gdLst/>
              <a:ahLst/>
              <a:cxnLst/>
              <a:rect l="l" t="t" r="r" b="b"/>
              <a:pathLst>
                <a:path w="11320" h="9434" extrusionOk="0">
                  <a:moveTo>
                    <a:pt x="0" y="0"/>
                  </a:moveTo>
                  <a:cubicBezTo>
                    <a:pt x="0" y="2830"/>
                    <a:pt x="0" y="6604"/>
                    <a:pt x="0" y="9434"/>
                  </a:cubicBezTo>
                  <a:lnTo>
                    <a:pt x="11321" y="9434"/>
                  </a:lnTo>
                  <a:cubicBezTo>
                    <a:pt x="11321" y="5661"/>
                    <a:pt x="11321" y="2830"/>
                    <a:pt x="1132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7" name="Google Shape;1287;p48"/>
            <p:cNvSpPr/>
            <p:nvPr/>
          </p:nvSpPr>
          <p:spPr>
            <a:xfrm>
              <a:off x="2533613" y="-204143"/>
              <a:ext cx="24529" cy="34906"/>
            </a:xfrm>
            <a:custGeom>
              <a:avLst/>
              <a:gdLst/>
              <a:ahLst/>
              <a:cxnLst/>
              <a:rect l="l" t="t" r="r" b="b"/>
              <a:pathLst>
                <a:path w="24529" h="34906" extrusionOk="0">
                  <a:moveTo>
                    <a:pt x="21699" y="25473"/>
                  </a:moveTo>
                  <a:cubicBezTo>
                    <a:pt x="24529" y="18869"/>
                    <a:pt x="24529" y="16982"/>
                    <a:pt x="24529" y="15095"/>
                  </a:cubicBezTo>
                  <a:cubicBezTo>
                    <a:pt x="24529" y="14151"/>
                    <a:pt x="24529" y="14151"/>
                    <a:pt x="24529" y="13208"/>
                  </a:cubicBezTo>
                  <a:cubicBezTo>
                    <a:pt x="24529" y="7548"/>
                    <a:pt x="20756" y="0"/>
                    <a:pt x="12265" y="0"/>
                  </a:cubicBezTo>
                  <a:cubicBezTo>
                    <a:pt x="3774" y="0"/>
                    <a:pt x="0" y="7548"/>
                    <a:pt x="0" y="13208"/>
                  </a:cubicBezTo>
                  <a:cubicBezTo>
                    <a:pt x="0" y="14151"/>
                    <a:pt x="0" y="14151"/>
                    <a:pt x="0" y="15095"/>
                  </a:cubicBezTo>
                  <a:cubicBezTo>
                    <a:pt x="0" y="16982"/>
                    <a:pt x="0" y="17925"/>
                    <a:pt x="2830" y="25473"/>
                  </a:cubicBezTo>
                  <a:cubicBezTo>
                    <a:pt x="3774" y="27359"/>
                    <a:pt x="4717" y="31133"/>
                    <a:pt x="5661" y="34907"/>
                  </a:cubicBezTo>
                  <a:lnTo>
                    <a:pt x="19812" y="34907"/>
                  </a:lnTo>
                  <a:cubicBezTo>
                    <a:pt x="19812" y="31133"/>
                    <a:pt x="20756" y="27359"/>
                    <a:pt x="21699" y="25473"/>
                  </a:cubicBezTo>
                  <a:lnTo>
                    <a:pt x="21699" y="254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8" name="Google Shape;1288;p48"/>
            <p:cNvSpPr/>
            <p:nvPr/>
          </p:nvSpPr>
          <p:spPr>
            <a:xfrm>
              <a:off x="2499650" y="-100366"/>
              <a:ext cx="92456" cy="92456"/>
            </a:xfrm>
            <a:custGeom>
              <a:avLst/>
              <a:gdLst/>
              <a:ahLst/>
              <a:cxnLst/>
              <a:rect l="l" t="t" r="r" b="b"/>
              <a:pathLst>
                <a:path w="92456" h="92456" extrusionOk="0">
                  <a:moveTo>
                    <a:pt x="46228" y="0"/>
                  </a:moveTo>
                  <a:cubicBezTo>
                    <a:pt x="20756" y="0"/>
                    <a:pt x="0" y="20756"/>
                    <a:pt x="0" y="46228"/>
                  </a:cubicBezTo>
                  <a:cubicBezTo>
                    <a:pt x="0" y="71701"/>
                    <a:pt x="20756" y="92456"/>
                    <a:pt x="46228" y="92456"/>
                  </a:cubicBezTo>
                  <a:cubicBezTo>
                    <a:pt x="71701" y="92456"/>
                    <a:pt x="92456" y="71701"/>
                    <a:pt x="92456" y="46228"/>
                  </a:cubicBezTo>
                  <a:cubicBezTo>
                    <a:pt x="92456" y="20756"/>
                    <a:pt x="71701" y="0"/>
                    <a:pt x="46228" y="0"/>
                  </a:cubicBezTo>
                  <a:lnTo>
                    <a:pt x="46228" y="0"/>
                  </a:lnTo>
                  <a:close/>
                  <a:moveTo>
                    <a:pt x="46228" y="33963"/>
                  </a:moveTo>
                  <a:cubicBezTo>
                    <a:pt x="42454" y="33963"/>
                    <a:pt x="39624" y="31133"/>
                    <a:pt x="39624" y="27359"/>
                  </a:cubicBezTo>
                  <a:cubicBezTo>
                    <a:pt x="39624" y="23586"/>
                    <a:pt x="42454" y="20756"/>
                    <a:pt x="46228" y="20756"/>
                  </a:cubicBezTo>
                  <a:cubicBezTo>
                    <a:pt x="50002" y="20756"/>
                    <a:pt x="52832" y="23586"/>
                    <a:pt x="52832" y="27359"/>
                  </a:cubicBezTo>
                  <a:cubicBezTo>
                    <a:pt x="51889" y="31133"/>
                    <a:pt x="49058" y="33963"/>
                    <a:pt x="46228" y="33963"/>
                  </a:cubicBezTo>
                  <a:lnTo>
                    <a:pt x="46228" y="33963"/>
                  </a:lnTo>
                  <a:close/>
                  <a:moveTo>
                    <a:pt x="58493" y="52832"/>
                  </a:moveTo>
                  <a:cubicBezTo>
                    <a:pt x="54719" y="52832"/>
                    <a:pt x="51889" y="50002"/>
                    <a:pt x="51889" y="46228"/>
                  </a:cubicBezTo>
                  <a:cubicBezTo>
                    <a:pt x="51889" y="42454"/>
                    <a:pt x="54719" y="39624"/>
                    <a:pt x="58493" y="39624"/>
                  </a:cubicBezTo>
                  <a:cubicBezTo>
                    <a:pt x="62266" y="39624"/>
                    <a:pt x="65097" y="42454"/>
                    <a:pt x="65097" y="46228"/>
                  </a:cubicBezTo>
                  <a:cubicBezTo>
                    <a:pt x="65097" y="50002"/>
                    <a:pt x="62266" y="52832"/>
                    <a:pt x="58493" y="52832"/>
                  </a:cubicBezTo>
                  <a:lnTo>
                    <a:pt x="58493" y="52832"/>
                  </a:lnTo>
                  <a:close/>
                  <a:moveTo>
                    <a:pt x="71701" y="33963"/>
                  </a:moveTo>
                  <a:cubicBezTo>
                    <a:pt x="67927" y="33963"/>
                    <a:pt x="65097" y="31133"/>
                    <a:pt x="65097" y="27359"/>
                  </a:cubicBezTo>
                  <a:cubicBezTo>
                    <a:pt x="65097" y="23586"/>
                    <a:pt x="67927" y="20756"/>
                    <a:pt x="71701" y="20756"/>
                  </a:cubicBezTo>
                  <a:cubicBezTo>
                    <a:pt x="75474" y="20756"/>
                    <a:pt x="78305" y="23586"/>
                    <a:pt x="78305" y="27359"/>
                  </a:cubicBezTo>
                  <a:cubicBezTo>
                    <a:pt x="78305" y="31133"/>
                    <a:pt x="75474" y="33963"/>
                    <a:pt x="71701" y="33963"/>
                  </a:cubicBezTo>
                  <a:lnTo>
                    <a:pt x="71701" y="3396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89" name="Google Shape;1289;p48"/>
            <p:cNvGrpSpPr/>
            <p:nvPr/>
          </p:nvGrpSpPr>
          <p:grpSpPr>
            <a:xfrm>
              <a:off x="2435106" y="-231502"/>
              <a:ext cx="197566" cy="216988"/>
              <a:chOff x="2435106" y="-231502"/>
              <a:chExt cx="197566" cy="216988"/>
            </a:xfrm>
          </p:grpSpPr>
          <p:sp>
            <p:nvSpPr>
              <p:cNvPr id="1290" name="Google Shape;1290;p48"/>
              <p:cNvSpPr/>
              <p:nvPr/>
            </p:nvSpPr>
            <p:spPr>
              <a:xfrm>
                <a:off x="2456252" y="-231502"/>
                <a:ext cx="176420" cy="150005"/>
              </a:xfrm>
              <a:custGeom>
                <a:avLst/>
                <a:gdLst/>
                <a:ahLst/>
                <a:cxnLst/>
                <a:rect l="l" t="t" r="r" b="b"/>
                <a:pathLst>
                  <a:path w="176420" h="150005" extrusionOk="0">
                    <a:moveTo>
                      <a:pt x="50945" y="134910"/>
                    </a:moveTo>
                    <a:cubicBezTo>
                      <a:pt x="53775" y="124533"/>
                      <a:pt x="58492" y="115098"/>
                      <a:pt x="64153" y="106607"/>
                    </a:cubicBezTo>
                    <a:cubicBezTo>
                      <a:pt x="75474" y="92456"/>
                      <a:pt x="72644" y="65097"/>
                      <a:pt x="68870" y="57549"/>
                    </a:cubicBezTo>
                    <a:cubicBezTo>
                      <a:pt x="65097" y="49058"/>
                      <a:pt x="65097" y="46228"/>
                      <a:pt x="65097" y="42454"/>
                    </a:cubicBezTo>
                    <a:cubicBezTo>
                      <a:pt x="65097" y="42454"/>
                      <a:pt x="65097" y="41511"/>
                      <a:pt x="65097" y="41511"/>
                    </a:cubicBezTo>
                    <a:cubicBezTo>
                      <a:pt x="65097" y="30190"/>
                      <a:pt x="74531" y="16982"/>
                      <a:pt x="88682" y="16982"/>
                    </a:cubicBezTo>
                    <a:cubicBezTo>
                      <a:pt x="102834" y="16982"/>
                      <a:pt x="112268" y="29246"/>
                      <a:pt x="112268" y="41511"/>
                    </a:cubicBezTo>
                    <a:cubicBezTo>
                      <a:pt x="112268" y="42454"/>
                      <a:pt x="112268" y="42454"/>
                      <a:pt x="112268" y="42454"/>
                    </a:cubicBezTo>
                    <a:cubicBezTo>
                      <a:pt x="112268" y="46228"/>
                      <a:pt x="112268" y="49058"/>
                      <a:pt x="108494" y="57549"/>
                    </a:cubicBezTo>
                    <a:cubicBezTo>
                      <a:pt x="104720" y="66040"/>
                      <a:pt x="101890" y="92456"/>
                      <a:pt x="113211" y="106607"/>
                    </a:cubicBezTo>
                    <a:cubicBezTo>
                      <a:pt x="119815" y="115098"/>
                      <a:pt x="124532" y="124533"/>
                      <a:pt x="126419" y="134910"/>
                    </a:cubicBezTo>
                    <a:cubicBezTo>
                      <a:pt x="131137" y="139627"/>
                      <a:pt x="135854" y="144344"/>
                      <a:pt x="138684" y="150005"/>
                    </a:cubicBezTo>
                    <a:lnTo>
                      <a:pt x="176421" y="150005"/>
                    </a:lnTo>
                    <a:lnTo>
                      <a:pt x="176421" y="22642"/>
                    </a:lnTo>
                    <a:cubicBezTo>
                      <a:pt x="176421" y="10378"/>
                      <a:pt x="166043" y="0"/>
                      <a:pt x="153779" y="0"/>
                    </a:cubicBezTo>
                    <a:lnTo>
                      <a:pt x="22642" y="0"/>
                    </a:lnTo>
                    <a:cubicBezTo>
                      <a:pt x="10377" y="0"/>
                      <a:pt x="0" y="10378"/>
                      <a:pt x="0" y="22642"/>
                    </a:cubicBezTo>
                    <a:lnTo>
                      <a:pt x="0" y="150005"/>
                    </a:lnTo>
                    <a:lnTo>
                      <a:pt x="37737" y="150005"/>
                    </a:lnTo>
                    <a:cubicBezTo>
                      <a:pt x="42454" y="144344"/>
                      <a:pt x="46228" y="138684"/>
                      <a:pt x="50945" y="134910"/>
                    </a:cubicBezTo>
                    <a:lnTo>
                      <a:pt x="50945" y="134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1" name="Google Shape;1291;p48"/>
              <p:cNvSpPr/>
              <p:nvPr/>
            </p:nvSpPr>
            <p:spPr>
              <a:xfrm>
                <a:off x="2435106" y="-70176"/>
                <a:ext cx="67374" cy="55662"/>
              </a:xfrm>
              <a:custGeom>
                <a:avLst/>
                <a:gdLst/>
                <a:ahLst/>
                <a:cxnLst/>
                <a:rect l="l" t="t" r="r" b="b"/>
                <a:pathLst>
                  <a:path w="67374" h="55662" extrusionOk="0">
                    <a:moveTo>
                      <a:pt x="55110" y="0"/>
                    </a:moveTo>
                    <a:lnTo>
                      <a:pt x="20203" y="0"/>
                    </a:lnTo>
                    <a:lnTo>
                      <a:pt x="391" y="49058"/>
                    </a:lnTo>
                    <a:cubicBezTo>
                      <a:pt x="-553" y="50945"/>
                      <a:pt x="391" y="52832"/>
                      <a:pt x="1334" y="53775"/>
                    </a:cubicBezTo>
                    <a:cubicBezTo>
                      <a:pt x="2278" y="54719"/>
                      <a:pt x="4164" y="55662"/>
                      <a:pt x="5108" y="55662"/>
                    </a:cubicBezTo>
                    <a:lnTo>
                      <a:pt x="67374" y="55662"/>
                    </a:lnTo>
                    <a:cubicBezTo>
                      <a:pt x="57940" y="45284"/>
                      <a:pt x="52279" y="32077"/>
                      <a:pt x="52279" y="16982"/>
                    </a:cubicBezTo>
                    <a:cubicBezTo>
                      <a:pt x="53223" y="10378"/>
                      <a:pt x="54166" y="4717"/>
                      <a:pt x="55110" y="0"/>
                    </a:cubicBezTo>
                    <a:lnTo>
                      <a:pt x="5511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92" name="Google Shape;1292;p48"/>
            <p:cNvSpPr/>
            <p:nvPr/>
          </p:nvSpPr>
          <p:spPr>
            <a:xfrm>
              <a:off x="2522292" y="-140933"/>
              <a:ext cx="45284" cy="34906"/>
            </a:xfrm>
            <a:custGeom>
              <a:avLst/>
              <a:gdLst/>
              <a:ahLst/>
              <a:cxnLst/>
              <a:rect l="l" t="t" r="r" b="b"/>
              <a:pathLst>
                <a:path w="45284" h="34906" extrusionOk="0">
                  <a:moveTo>
                    <a:pt x="0" y="34907"/>
                  </a:moveTo>
                  <a:cubicBezTo>
                    <a:pt x="6604" y="32077"/>
                    <a:pt x="15095" y="30190"/>
                    <a:pt x="22642" y="30190"/>
                  </a:cubicBezTo>
                  <a:cubicBezTo>
                    <a:pt x="31133" y="30190"/>
                    <a:pt x="38680" y="32077"/>
                    <a:pt x="45284" y="34907"/>
                  </a:cubicBezTo>
                  <a:cubicBezTo>
                    <a:pt x="43397" y="31133"/>
                    <a:pt x="40567" y="26416"/>
                    <a:pt x="37737" y="22642"/>
                  </a:cubicBezTo>
                  <a:cubicBezTo>
                    <a:pt x="33020" y="16038"/>
                    <a:pt x="30190" y="8491"/>
                    <a:pt x="29246" y="0"/>
                  </a:cubicBezTo>
                  <a:lnTo>
                    <a:pt x="16038" y="0"/>
                  </a:lnTo>
                  <a:cubicBezTo>
                    <a:pt x="15095" y="8491"/>
                    <a:pt x="12264" y="16038"/>
                    <a:pt x="7547" y="22642"/>
                  </a:cubicBezTo>
                  <a:cubicBezTo>
                    <a:pt x="4717" y="26416"/>
                    <a:pt x="2830" y="30190"/>
                    <a:pt x="0" y="34907"/>
                  </a:cubicBezTo>
                  <a:lnTo>
                    <a:pt x="0" y="3490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3" name="Google Shape;1293;p48"/>
            <p:cNvSpPr/>
            <p:nvPr/>
          </p:nvSpPr>
          <p:spPr>
            <a:xfrm>
              <a:off x="2588332" y="-71120"/>
              <a:ext cx="66983" cy="55662"/>
            </a:xfrm>
            <a:custGeom>
              <a:avLst/>
              <a:gdLst/>
              <a:ahLst/>
              <a:cxnLst/>
              <a:rect l="l" t="t" r="r" b="b"/>
              <a:pathLst>
                <a:path w="66983" h="55662" extrusionOk="0">
                  <a:moveTo>
                    <a:pt x="66983" y="49058"/>
                  </a:moveTo>
                  <a:lnTo>
                    <a:pt x="47171" y="0"/>
                  </a:lnTo>
                  <a:lnTo>
                    <a:pt x="12264" y="0"/>
                  </a:lnTo>
                  <a:cubicBezTo>
                    <a:pt x="14151" y="5661"/>
                    <a:pt x="15095" y="11321"/>
                    <a:pt x="15095" y="16982"/>
                  </a:cubicBezTo>
                  <a:cubicBezTo>
                    <a:pt x="15095" y="32077"/>
                    <a:pt x="9434" y="45284"/>
                    <a:pt x="0" y="55662"/>
                  </a:cubicBezTo>
                  <a:lnTo>
                    <a:pt x="62266" y="55662"/>
                  </a:lnTo>
                  <a:cubicBezTo>
                    <a:pt x="64153" y="55662"/>
                    <a:pt x="65097" y="54719"/>
                    <a:pt x="66040" y="53776"/>
                  </a:cubicBezTo>
                  <a:cubicBezTo>
                    <a:pt x="66983" y="52832"/>
                    <a:pt x="66983" y="50945"/>
                    <a:pt x="66983" y="49058"/>
                  </a:cubicBezTo>
                  <a:lnTo>
                    <a:pt x="66983"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94" name="Google Shape;1294;p48"/>
          <p:cNvSpPr/>
          <p:nvPr/>
        </p:nvSpPr>
        <p:spPr>
          <a:xfrm>
            <a:off x="2958736" y="2138022"/>
            <a:ext cx="304245" cy="304246"/>
          </a:xfrm>
          <a:custGeom>
            <a:avLst/>
            <a:gdLst/>
            <a:ahLst/>
            <a:cxnLst/>
            <a:rect l="l" t="t" r="r" b="b"/>
            <a:pathLst>
              <a:path w="224535" h="224536" extrusionOk="0">
                <a:moveTo>
                  <a:pt x="112268" y="0"/>
                </a:moveTo>
                <a:cubicBezTo>
                  <a:pt x="50002" y="0"/>
                  <a:pt x="0" y="50002"/>
                  <a:pt x="0" y="112268"/>
                </a:cubicBezTo>
                <a:cubicBezTo>
                  <a:pt x="0" y="174534"/>
                  <a:pt x="50002" y="224536"/>
                  <a:pt x="112268" y="224536"/>
                </a:cubicBezTo>
                <a:cubicBezTo>
                  <a:pt x="174534" y="224536"/>
                  <a:pt x="224536" y="174534"/>
                  <a:pt x="224536" y="112268"/>
                </a:cubicBezTo>
                <a:cubicBezTo>
                  <a:pt x="224536" y="50002"/>
                  <a:pt x="173591" y="0"/>
                  <a:pt x="112268" y="0"/>
                </a:cubicBezTo>
                <a:lnTo>
                  <a:pt x="112268" y="0"/>
                </a:lnTo>
                <a:close/>
                <a:moveTo>
                  <a:pt x="112268" y="86795"/>
                </a:moveTo>
                <a:cubicBezTo>
                  <a:pt x="104721" y="86795"/>
                  <a:pt x="98117" y="80191"/>
                  <a:pt x="98117" y="72644"/>
                </a:cubicBezTo>
                <a:cubicBezTo>
                  <a:pt x="98117" y="65097"/>
                  <a:pt x="104721" y="58493"/>
                  <a:pt x="112268" y="58493"/>
                </a:cubicBezTo>
                <a:cubicBezTo>
                  <a:pt x="119816" y="58493"/>
                  <a:pt x="126419" y="65097"/>
                  <a:pt x="126419" y="72644"/>
                </a:cubicBezTo>
                <a:cubicBezTo>
                  <a:pt x="126419" y="81135"/>
                  <a:pt x="119816" y="86795"/>
                  <a:pt x="112268" y="86795"/>
                </a:cubicBezTo>
                <a:lnTo>
                  <a:pt x="112268" y="86795"/>
                </a:lnTo>
                <a:close/>
                <a:moveTo>
                  <a:pt x="137741" y="126419"/>
                </a:moveTo>
                <a:cubicBezTo>
                  <a:pt x="130193" y="126419"/>
                  <a:pt x="123589" y="119815"/>
                  <a:pt x="123589" y="112268"/>
                </a:cubicBezTo>
                <a:cubicBezTo>
                  <a:pt x="123589" y="104721"/>
                  <a:pt x="130193" y="98117"/>
                  <a:pt x="137741" y="98117"/>
                </a:cubicBezTo>
                <a:cubicBezTo>
                  <a:pt x="145288" y="98117"/>
                  <a:pt x="151892" y="104721"/>
                  <a:pt x="151892" y="112268"/>
                </a:cubicBezTo>
                <a:cubicBezTo>
                  <a:pt x="152836" y="119815"/>
                  <a:pt x="146231" y="126419"/>
                  <a:pt x="137741" y="126419"/>
                </a:cubicBezTo>
                <a:lnTo>
                  <a:pt x="137741" y="126419"/>
                </a:lnTo>
                <a:close/>
                <a:moveTo>
                  <a:pt x="164157" y="86795"/>
                </a:moveTo>
                <a:cubicBezTo>
                  <a:pt x="156609" y="86795"/>
                  <a:pt x="150005" y="80191"/>
                  <a:pt x="150005" y="72644"/>
                </a:cubicBezTo>
                <a:cubicBezTo>
                  <a:pt x="150005" y="65097"/>
                  <a:pt x="156609" y="58493"/>
                  <a:pt x="164157" y="58493"/>
                </a:cubicBezTo>
                <a:cubicBezTo>
                  <a:pt x="171704" y="58493"/>
                  <a:pt x="178308" y="65097"/>
                  <a:pt x="178308" y="72644"/>
                </a:cubicBezTo>
                <a:cubicBezTo>
                  <a:pt x="178308" y="81135"/>
                  <a:pt x="171704" y="86795"/>
                  <a:pt x="164157" y="86795"/>
                </a:cubicBezTo>
                <a:lnTo>
                  <a:pt x="164157" y="8679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95" name="Google Shape;1295;p48"/>
          <p:cNvGrpSpPr/>
          <p:nvPr/>
        </p:nvGrpSpPr>
        <p:grpSpPr>
          <a:xfrm>
            <a:off x="2958772" y="2823979"/>
            <a:ext cx="300654" cy="303214"/>
            <a:chOff x="2435497" y="1542142"/>
            <a:chExt cx="221705" cy="223593"/>
          </a:xfrm>
        </p:grpSpPr>
        <p:sp>
          <p:nvSpPr>
            <p:cNvPr id="1296" name="Google Shape;1296;p48"/>
            <p:cNvSpPr/>
            <p:nvPr/>
          </p:nvSpPr>
          <p:spPr>
            <a:xfrm>
              <a:off x="2435497" y="1661958"/>
              <a:ext cx="103804" cy="103777"/>
            </a:xfrm>
            <a:custGeom>
              <a:avLst/>
              <a:gdLst/>
              <a:ahLst/>
              <a:cxnLst/>
              <a:rect l="l" t="t" r="r" b="b"/>
              <a:pathLst>
                <a:path w="103804" h="103777" extrusionOk="0">
                  <a:moveTo>
                    <a:pt x="51889" y="0"/>
                  </a:moveTo>
                  <a:cubicBezTo>
                    <a:pt x="22642" y="0"/>
                    <a:pt x="0" y="23586"/>
                    <a:pt x="0" y="51889"/>
                  </a:cubicBezTo>
                  <a:cubicBezTo>
                    <a:pt x="0" y="81135"/>
                    <a:pt x="23586" y="103777"/>
                    <a:pt x="51889" y="103777"/>
                  </a:cubicBezTo>
                  <a:cubicBezTo>
                    <a:pt x="81135" y="103777"/>
                    <a:pt x="103777" y="80191"/>
                    <a:pt x="103777" y="51889"/>
                  </a:cubicBezTo>
                  <a:cubicBezTo>
                    <a:pt x="104721" y="23586"/>
                    <a:pt x="81135" y="0"/>
                    <a:pt x="51889" y="0"/>
                  </a:cubicBezTo>
                  <a:lnTo>
                    <a:pt x="51889" y="0"/>
                  </a:lnTo>
                  <a:close/>
                  <a:moveTo>
                    <a:pt x="51889" y="39624"/>
                  </a:moveTo>
                  <a:cubicBezTo>
                    <a:pt x="48115" y="39624"/>
                    <a:pt x="46228" y="36794"/>
                    <a:pt x="46228" y="33963"/>
                  </a:cubicBezTo>
                  <a:cubicBezTo>
                    <a:pt x="46228" y="30190"/>
                    <a:pt x="49058" y="28303"/>
                    <a:pt x="51889" y="28303"/>
                  </a:cubicBezTo>
                  <a:cubicBezTo>
                    <a:pt x="55662" y="28303"/>
                    <a:pt x="57549" y="31133"/>
                    <a:pt x="57549" y="33963"/>
                  </a:cubicBezTo>
                  <a:cubicBezTo>
                    <a:pt x="58493" y="37737"/>
                    <a:pt x="55662" y="39624"/>
                    <a:pt x="51889" y="39624"/>
                  </a:cubicBezTo>
                  <a:lnTo>
                    <a:pt x="51889" y="39624"/>
                  </a:lnTo>
                  <a:close/>
                  <a:moveTo>
                    <a:pt x="64153" y="58493"/>
                  </a:moveTo>
                  <a:cubicBezTo>
                    <a:pt x="60379" y="58493"/>
                    <a:pt x="58493" y="55662"/>
                    <a:pt x="58493" y="52832"/>
                  </a:cubicBezTo>
                  <a:cubicBezTo>
                    <a:pt x="58493" y="49058"/>
                    <a:pt x="61323" y="47171"/>
                    <a:pt x="64153" y="47171"/>
                  </a:cubicBezTo>
                  <a:cubicBezTo>
                    <a:pt x="67927" y="47171"/>
                    <a:pt x="69814" y="50002"/>
                    <a:pt x="69814" y="52832"/>
                  </a:cubicBezTo>
                  <a:cubicBezTo>
                    <a:pt x="70757" y="55662"/>
                    <a:pt x="67927" y="58493"/>
                    <a:pt x="64153" y="58493"/>
                  </a:cubicBezTo>
                  <a:lnTo>
                    <a:pt x="64153" y="58493"/>
                  </a:lnTo>
                  <a:close/>
                  <a:moveTo>
                    <a:pt x="76418" y="39624"/>
                  </a:moveTo>
                  <a:cubicBezTo>
                    <a:pt x="72644" y="39624"/>
                    <a:pt x="70757" y="36794"/>
                    <a:pt x="70757" y="33963"/>
                  </a:cubicBezTo>
                  <a:cubicBezTo>
                    <a:pt x="70757" y="30190"/>
                    <a:pt x="73587" y="28303"/>
                    <a:pt x="76418" y="28303"/>
                  </a:cubicBezTo>
                  <a:cubicBezTo>
                    <a:pt x="80191" y="28303"/>
                    <a:pt x="82078" y="31133"/>
                    <a:pt x="82078" y="33963"/>
                  </a:cubicBezTo>
                  <a:cubicBezTo>
                    <a:pt x="82078" y="37737"/>
                    <a:pt x="80191" y="39624"/>
                    <a:pt x="76418" y="39624"/>
                  </a:cubicBezTo>
                  <a:lnTo>
                    <a:pt x="76418" y="396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7" name="Google Shape;1297;p48"/>
            <p:cNvSpPr/>
            <p:nvPr/>
          </p:nvSpPr>
          <p:spPr>
            <a:xfrm>
              <a:off x="2613805" y="1542142"/>
              <a:ext cx="26416" cy="33020"/>
            </a:xfrm>
            <a:custGeom>
              <a:avLst/>
              <a:gdLst/>
              <a:ahLst/>
              <a:cxnLst/>
              <a:rect l="l" t="t" r="r" b="b"/>
              <a:pathLst>
                <a:path w="26416" h="33020" extrusionOk="0">
                  <a:moveTo>
                    <a:pt x="6604" y="33020"/>
                  </a:moveTo>
                  <a:lnTo>
                    <a:pt x="21699" y="33020"/>
                  </a:lnTo>
                  <a:cubicBezTo>
                    <a:pt x="22642" y="29246"/>
                    <a:pt x="23586" y="27359"/>
                    <a:pt x="23586" y="25473"/>
                  </a:cubicBezTo>
                  <a:cubicBezTo>
                    <a:pt x="26416" y="18869"/>
                    <a:pt x="26416" y="17925"/>
                    <a:pt x="26416" y="16038"/>
                  </a:cubicBezTo>
                  <a:cubicBezTo>
                    <a:pt x="26416" y="16038"/>
                    <a:pt x="26416" y="15095"/>
                    <a:pt x="26416" y="14151"/>
                  </a:cubicBezTo>
                  <a:cubicBezTo>
                    <a:pt x="26416" y="8491"/>
                    <a:pt x="22642" y="0"/>
                    <a:pt x="13208" y="0"/>
                  </a:cubicBezTo>
                  <a:cubicBezTo>
                    <a:pt x="4717" y="0"/>
                    <a:pt x="0" y="8491"/>
                    <a:pt x="0" y="14151"/>
                  </a:cubicBezTo>
                  <a:cubicBezTo>
                    <a:pt x="0" y="15095"/>
                    <a:pt x="0" y="15095"/>
                    <a:pt x="0" y="16038"/>
                  </a:cubicBezTo>
                  <a:cubicBezTo>
                    <a:pt x="0" y="17925"/>
                    <a:pt x="0" y="18869"/>
                    <a:pt x="2830" y="25473"/>
                  </a:cubicBezTo>
                  <a:cubicBezTo>
                    <a:pt x="4717" y="27359"/>
                    <a:pt x="5661" y="29246"/>
                    <a:pt x="6604" y="33020"/>
                  </a:cubicBezTo>
                  <a:lnTo>
                    <a:pt x="6604"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8" name="Google Shape;1298;p48"/>
            <p:cNvSpPr/>
            <p:nvPr/>
          </p:nvSpPr>
          <p:spPr>
            <a:xfrm>
              <a:off x="2621352" y="1584597"/>
              <a:ext cx="13207" cy="8490"/>
            </a:xfrm>
            <a:custGeom>
              <a:avLst/>
              <a:gdLst/>
              <a:ahLst/>
              <a:cxnLst/>
              <a:rect l="l" t="t" r="r" b="b"/>
              <a:pathLst>
                <a:path w="13207" h="8490" extrusionOk="0">
                  <a:moveTo>
                    <a:pt x="0" y="0"/>
                  </a:moveTo>
                  <a:cubicBezTo>
                    <a:pt x="0" y="2830"/>
                    <a:pt x="0" y="5661"/>
                    <a:pt x="0" y="8491"/>
                  </a:cubicBezTo>
                  <a:lnTo>
                    <a:pt x="13208" y="8491"/>
                  </a:lnTo>
                  <a:cubicBezTo>
                    <a:pt x="13208" y="5661"/>
                    <a:pt x="13208" y="2830"/>
                    <a:pt x="13208"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9" name="Google Shape;1299;p48"/>
            <p:cNvSpPr/>
            <p:nvPr/>
          </p:nvSpPr>
          <p:spPr>
            <a:xfrm>
              <a:off x="2599653" y="1601578"/>
              <a:ext cx="57549" cy="115098"/>
            </a:xfrm>
            <a:custGeom>
              <a:avLst/>
              <a:gdLst/>
              <a:ahLst/>
              <a:cxnLst/>
              <a:rect l="l" t="t" r="r" b="b"/>
              <a:pathLst>
                <a:path w="57549" h="115098" extrusionOk="0">
                  <a:moveTo>
                    <a:pt x="43398" y="19812"/>
                  </a:moveTo>
                  <a:cubicBezTo>
                    <a:pt x="38681" y="14151"/>
                    <a:pt x="36794" y="7547"/>
                    <a:pt x="35850" y="0"/>
                  </a:cubicBezTo>
                  <a:lnTo>
                    <a:pt x="20756" y="0"/>
                  </a:lnTo>
                  <a:cubicBezTo>
                    <a:pt x="19812" y="7547"/>
                    <a:pt x="16982" y="14151"/>
                    <a:pt x="13208" y="19812"/>
                  </a:cubicBezTo>
                  <a:cubicBezTo>
                    <a:pt x="3774" y="32077"/>
                    <a:pt x="0" y="46228"/>
                    <a:pt x="0" y="63210"/>
                  </a:cubicBezTo>
                  <a:cubicBezTo>
                    <a:pt x="0" y="80191"/>
                    <a:pt x="6604" y="104720"/>
                    <a:pt x="13208" y="115098"/>
                  </a:cubicBezTo>
                  <a:lnTo>
                    <a:pt x="44341" y="115098"/>
                  </a:lnTo>
                  <a:cubicBezTo>
                    <a:pt x="50945" y="104720"/>
                    <a:pt x="57549" y="80191"/>
                    <a:pt x="57549" y="63210"/>
                  </a:cubicBezTo>
                  <a:cubicBezTo>
                    <a:pt x="57549" y="46228"/>
                    <a:pt x="52832" y="32077"/>
                    <a:pt x="43398" y="19812"/>
                  </a:cubicBezTo>
                  <a:lnTo>
                    <a:pt x="43398"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0" name="Google Shape;1300;p48"/>
            <p:cNvSpPr/>
            <p:nvPr/>
          </p:nvSpPr>
          <p:spPr>
            <a:xfrm>
              <a:off x="2480781" y="1555115"/>
              <a:ext cx="118164" cy="97408"/>
            </a:xfrm>
            <a:custGeom>
              <a:avLst/>
              <a:gdLst/>
              <a:ahLst/>
              <a:cxnLst/>
              <a:rect l="l" t="t" r="r" b="b"/>
              <a:pathLst>
                <a:path w="118164" h="97408" extrusionOk="0">
                  <a:moveTo>
                    <a:pt x="93400" y="2123"/>
                  </a:moveTo>
                  <a:cubicBezTo>
                    <a:pt x="90569" y="-708"/>
                    <a:pt x="86796" y="-708"/>
                    <a:pt x="83965" y="2123"/>
                  </a:cubicBezTo>
                  <a:cubicBezTo>
                    <a:pt x="81135" y="4953"/>
                    <a:pt x="81135" y="8727"/>
                    <a:pt x="83965" y="11557"/>
                  </a:cubicBezTo>
                  <a:lnTo>
                    <a:pt x="94343" y="22878"/>
                  </a:lnTo>
                  <a:cubicBezTo>
                    <a:pt x="66040" y="20048"/>
                    <a:pt x="43398" y="25708"/>
                    <a:pt x="26416" y="39860"/>
                  </a:cubicBezTo>
                  <a:cubicBezTo>
                    <a:pt x="1887" y="59672"/>
                    <a:pt x="0" y="88918"/>
                    <a:pt x="0" y="89861"/>
                  </a:cubicBezTo>
                  <a:cubicBezTo>
                    <a:pt x="0" y="93635"/>
                    <a:pt x="2830" y="96466"/>
                    <a:pt x="6604" y="97409"/>
                  </a:cubicBezTo>
                  <a:cubicBezTo>
                    <a:pt x="6604" y="97409"/>
                    <a:pt x="6604" y="97409"/>
                    <a:pt x="7548" y="97409"/>
                  </a:cubicBezTo>
                  <a:cubicBezTo>
                    <a:pt x="11321" y="97409"/>
                    <a:pt x="14151" y="94579"/>
                    <a:pt x="14151" y="90805"/>
                  </a:cubicBezTo>
                  <a:cubicBezTo>
                    <a:pt x="14151" y="90805"/>
                    <a:pt x="16038" y="66276"/>
                    <a:pt x="35850" y="50238"/>
                  </a:cubicBezTo>
                  <a:cubicBezTo>
                    <a:pt x="50002" y="38916"/>
                    <a:pt x="69814" y="34199"/>
                    <a:pt x="95286" y="37030"/>
                  </a:cubicBezTo>
                  <a:lnTo>
                    <a:pt x="83022" y="48351"/>
                  </a:lnTo>
                  <a:cubicBezTo>
                    <a:pt x="80191" y="51181"/>
                    <a:pt x="80191" y="54955"/>
                    <a:pt x="83022" y="57785"/>
                  </a:cubicBezTo>
                  <a:cubicBezTo>
                    <a:pt x="83965" y="59672"/>
                    <a:pt x="85852" y="59672"/>
                    <a:pt x="87739" y="59672"/>
                  </a:cubicBezTo>
                  <a:cubicBezTo>
                    <a:pt x="89626" y="59672"/>
                    <a:pt x="91513" y="58728"/>
                    <a:pt x="92456" y="57785"/>
                  </a:cubicBezTo>
                  <a:lnTo>
                    <a:pt x="116042" y="35143"/>
                  </a:lnTo>
                  <a:cubicBezTo>
                    <a:pt x="118872" y="32312"/>
                    <a:pt x="118872" y="28539"/>
                    <a:pt x="116042" y="25708"/>
                  </a:cubicBezTo>
                  <a:lnTo>
                    <a:pt x="93400" y="212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01" name="Google Shape;1301;p48"/>
          <p:cNvGrpSpPr/>
          <p:nvPr/>
        </p:nvGrpSpPr>
        <p:grpSpPr>
          <a:xfrm>
            <a:off x="3022741" y="3508652"/>
            <a:ext cx="189348" cy="305772"/>
            <a:chOff x="2482668" y="2428022"/>
            <a:chExt cx="139627" cy="225479"/>
          </a:xfrm>
        </p:grpSpPr>
        <p:sp>
          <p:nvSpPr>
            <p:cNvPr id="1302" name="Google Shape;1302;p48"/>
            <p:cNvSpPr/>
            <p:nvPr/>
          </p:nvSpPr>
          <p:spPr>
            <a:xfrm>
              <a:off x="2482668" y="2513874"/>
              <a:ext cx="139627" cy="139627"/>
            </a:xfrm>
            <a:custGeom>
              <a:avLst/>
              <a:gdLst/>
              <a:ahLst/>
              <a:cxnLst/>
              <a:rect l="l" t="t" r="r" b="b"/>
              <a:pathLst>
                <a:path w="139627" h="139627" extrusionOk="0">
                  <a:moveTo>
                    <a:pt x="0" y="69814"/>
                  </a:moveTo>
                  <a:cubicBezTo>
                    <a:pt x="0" y="108494"/>
                    <a:pt x="31133" y="139627"/>
                    <a:pt x="69814" y="139627"/>
                  </a:cubicBezTo>
                  <a:cubicBezTo>
                    <a:pt x="108494" y="139627"/>
                    <a:pt x="139627" y="108494"/>
                    <a:pt x="139627" y="69814"/>
                  </a:cubicBezTo>
                  <a:cubicBezTo>
                    <a:pt x="139627" y="31133"/>
                    <a:pt x="108494" y="0"/>
                    <a:pt x="69814" y="0"/>
                  </a:cubicBezTo>
                  <a:cubicBezTo>
                    <a:pt x="31133" y="0"/>
                    <a:pt x="0" y="31133"/>
                    <a:pt x="0" y="69814"/>
                  </a:cubicBezTo>
                  <a:lnTo>
                    <a:pt x="0" y="69814"/>
                  </a:lnTo>
                  <a:close/>
                  <a:moveTo>
                    <a:pt x="106607" y="32077"/>
                  </a:moveTo>
                  <a:cubicBezTo>
                    <a:pt x="111324" y="32077"/>
                    <a:pt x="116042" y="35850"/>
                    <a:pt x="116042" y="41511"/>
                  </a:cubicBezTo>
                  <a:cubicBezTo>
                    <a:pt x="116042" y="46228"/>
                    <a:pt x="112268" y="50945"/>
                    <a:pt x="106607" y="50945"/>
                  </a:cubicBezTo>
                  <a:cubicBezTo>
                    <a:pt x="101890" y="50945"/>
                    <a:pt x="97173" y="47171"/>
                    <a:pt x="97173" y="41511"/>
                  </a:cubicBezTo>
                  <a:cubicBezTo>
                    <a:pt x="98117" y="36794"/>
                    <a:pt x="101890" y="32077"/>
                    <a:pt x="106607" y="32077"/>
                  </a:cubicBezTo>
                  <a:lnTo>
                    <a:pt x="106607" y="32077"/>
                  </a:lnTo>
                  <a:close/>
                  <a:moveTo>
                    <a:pt x="88682" y="60379"/>
                  </a:moveTo>
                  <a:cubicBezTo>
                    <a:pt x="93399" y="60379"/>
                    <a:pt x="98117" y="64153"/>
                    <a:pt x="98117" y="69814"/>
                  </a:cubicBezTo>
                  <a:cubicBezTo>
                    <a:pt x="98117" y="75474"/>
                    <a:pt x="94343" y="79248"/>
                    <a:pt x="88682" y="79248"/>
                  </a:cubicBezTo>
                  <a:cubicBezTo>
                    <a:pt x="83022" y="79248"/>
                    <a:pt x="79248" y="75474"/>
                    <a:pt x="79248" y="69814"/>
                  </a:cubicBezTo>
                  <a:cubicBezTo>
                    <a:pt x="79248" y="64153"/>
                    <a:pt x="83022" y="60379"/>
                    <a:pt x="88682" y="60379"/>
                  </a:cubicBezTo>
                  <a:lnTo>
                    <a:pt x="88682" y="60379"/>
                  </a:lnTo>
                  <a:close/>
                  <a:moveTo>
                    <a:pt x="79248" y="41511"/>
                  </a:moveTo>
                  <a:cubicBezTo>
                    <a:pt x="79248" y="46228"/>
                    <a:pt x="75474" y="50945"/>
                    <a:pt x="69814" y="50945"/>
                  </a:cubicBezTo>
                  <a:cubicBezTo>
                    <a:pt x="65097" y="50945"/>
                    <a:pt x="60379" y="47171"/>
                    <a:pt x="60379" y="41511"/>
                  </a:cubicBezTo>
                  <a:cubicBezTo>
                    <a:pt x="60379" y="36794"/>
                    <a:pt x="64153" y="32077"/>
                    <a:pt x="69814" y="32077"/>
                  </a:cubicBezTo>
                  <a:cubicBezTo>
                    <a:pt x="74531" y="32077"/>
                    <a:pt x="79248" y="36794"/>
                    <a:pt x="79248" y="41511"/>
                  </a:cubicBezTo>
                  <a:lnTo>
                    <a:pt x="79248"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3" name="Google Shape;1303;p48"/>
            <p:cNvSpPr/>
            <p:nvPr/>
          </p:nvSpPr>
          <p:spPr>
            <a:xfrm>
              <a:off x="2488329" y="2428022"/>
              <a:ext cx="126419" cy="85851"/>
            </a:xfrm>
            <a:custGeom>
              <a:avLst/>
              <a:gdLst/>
              <a:ahLst/>
              <a:cxnLst/>
              <a:rect l="l" t="t" r="r" b="b"/>
              <a:pathLst>
                <a:path w="126419" h="85851" extrusionOk="0">
                  <a:moveTo>
                    <a:pt x="13208" y="26416"/>
                  </a:moveTo>
                  <a:lnTo>
                    <a:pt x="23586" y="85852"/>
                  </a:lnTo>
                  <a:cubicBezTo>
                    <a:pt x="35850" y="78305"/>
                    <a:pt x="50002" y="74531"/>
                    <a:pt x="64153" y="74531"/>
                  </a:cubicBezTo>
                  <a:cubicBezTo>
                    <a:pt x="79248" y="74531"/>
                    <a:pt x="93399" y="78305"/>
                    <a:pt x="104721" y="85852"/>
                  </a:cubicBezTo>
                  <a:lnTo>
                    <a:pt x="115098" y="26416"/>
                  </a:lnTo>
                  <a:cubicBezTo>
                    <a:pt x="121702" y="25473"/>
                    <a:pt x="126419" y="20755"/>
                    <a:pt x="126419" y="13208"/>
                  </a:cubicBezTo>
                  <a:cubicBezTo>
                    <a:pt x="126419" y="5661"/>
                    <a:pt x="120759" y="0"/>
                    <a:pt x="113211" y="0"/>
                  </a:cubicBezTo>
                  <a:cubicBezTo>
                    <a:pt x="105664" y="0"/>
                    <a:pt x="100003" y="5661"/>
                    <a:pt x="100003" y="13208"/>
                  </a:cubicBezTo>
                  <a:cubicBezTo>
                    <a:pt x="100003" y="16038"/>
                    <a:pt x="100947" y="18869"/>
                    <a:pt x="102834" y="20755"/>
                  </a:cubicBezTo>
                  <a:lnTo>
                    <a:pt x="95286" y="24529"/>
                  </a:lnTo>
                  <a:cubicBezTo>
                    <a:pt x="93399" y="25473"/>
                    <a:pt x="92456" y="25473"/>
                    <a:pt x="90569" y="24529"/>
                  </a:cubicBezTo>
                  <a:lnTo>
                    <a:pt x="75474" y="16982"/>
                  </a:lnTo>
                  <a:cubicBezTo>
                    <a:pt x="75474" y="16038"/>
                    <a:pt x="76418" y="14151"/>
                    <a:pt x="76418" y="13208"/>
                  </a:cubicBezTo>
                  <a:cubicBezTo>
                    <a:pt x="76418" y="5661"/>
                    <a:pt x="70757" y="0"/>
                    <a:pt x="63210" y="0"/>
                  </a:cubicBezTo>
                  <a:cubicBezTo>
                    <a:pt x="55662" y="0"/>
                    <a:pt x="50002" y="5661"/>
                    <a:pt x="50002" y="13208"/>
                  </a:cubicBezTo>
                  <a:cubicBezTo>
                    <a:pt x="50002" y="14151"/>
                    <a:pt x="50002" y="16038"/>
                    <a:pt x="50945" y="16982"/>
                  </a:cubicBezTo>
                  <a:lnTo>
                    <a:pt x="35850" y="24529"/>
                  </a:lnTo>
                  <a:cubicBezTo>
                    <a:pt x="33963" y="25473"/>
                    <a:pt x="33020" y="25473"/>
                    <a:pt x="31133" y="24529"/>
                  </a:cubicBezTo>
                  <a:lnTo>
                    <a:pt x="23586" y="20755"/>
                  </a:lnTo>
                  <a:cubicBezTo>
                    <a:pt x="25472" y="18869"/>
                    <a:pt x="26416" y="16038"/>
                    <a:pt x="26416" y="13208"/>
                  </a:cubicBezTo>
                  <a:cubicBezTo>
                    <a:pt x="26416" y="5661"/>
                    <a:pt x="20755" y="0"/>
                    <a:pt x="13208" y="0"/>
                  </a:cubicBezTo>
                  <a:cubicBezTo>
                    <a:pt x="5661" y="0"/>
                    <a:pt x="0" y="5661"/>
                    <a:pt x="0" y="13208"/>
                  </a:cubicBezTo>
                  <a:cubicBezTo>
                    <a:pt x="943" y="20755"/>
                    <a:pt x="6604" y="26416"/>
                    <a:pt x="13208" y="26416"/>
                  </a:cubicBezTo>
                  <a:lnTo>
                    <a:pt x="13208" y="264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04" name="Google Shape;1304;p48"/>
          <p:cNvGrpSpPr/>
          <p:nvPr/>
        </p:nvGrpSpPr>
        <p:grpSpPr>
          <a:xfrm>
            <a:off x="2998432" y="4195881"/>
            <a:ext cx="225171" cy="304493"/>
            <a:chOff x="2464743" y="3315788"/>
            <a:chExt cx="166043" cy="224536"/>
          </a:xfrm>
        </p:grpSpPr>
        <p:sp>
          <p:nvSpPr>
            <p:cNvPr id="1305" name="Google Shape;1305;p48"/>
            <p:cNvSpPr/>
            <p:nvPr/>
          </p:nvSpPr>
          <p:spPr>
            <a:xfrm>
              <a:off x="2520405" y="3315788"/>
              <a:ext cx="55662" cy="27359"/>
            </a:xfrm>
            <a:custGeom>
              <a:avLst/>
              <a:gdLst/>
              <a:ahLst/>
              <a:cxnLst/>
              <a:rect l="l" t="t" r="r" b="b"/>
              <a:pathLst>
                <a:path w="55662" h="27359" extrusionOk="0">
                  <a:moveTo>
                    <a:pt x="47171" y="0"/>
                  </a:moveTo>
                  <a:lnTo>
                    <a:pt x="7547" y="0"/>
                  </a:lnTo>
                  <a:cubicBezTo>
                    <a:pt x="2830" y="0"/>
                    <a:pt x="0" y="3774"/>
                    <a:pt x="0" y="7547"/>
                  </a:cubicBezTo>
                  <a:lnTo>
                    <a:pt x="0" y="18869"/>
                  </a:lnTo>
                  <a:lnTo>
                    <a:pt x="36794" y="18869"/>
                  </a:lnTo>
                  <a:cubicBezTo>
                    <a:pt x="43398" y="18869"/>
                    <a:pt x="50002" y="22642"/>
                    <a:pt x="53776" y="27359"/>
                  </a:cubicBezTo>
                  <a:lnTo>
                    <a:pt x="55662" y="27359"/>
                  </a:lnTo>
                  <a:lnTo>
                    <a:pt x="55662" y="7547"/>
                  </a:lnTo>
                  <a:cubicBezTo>
                    <a:pt x="54719" y="3774"/>
                    <a:pt x="51889" y="0"/>
                    <a:pt x="47171" y="0"/>
                  </a:cubicBezTo>
                  <a:lnTo>
                    <a:pt x="4717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6" name="Google Shape;1306;p48"/>
            <p:cNvSpPr/>
            <p:nvPr/>
          </p:nvSpPr>
          <p:spPr>
            <a:xfrm>
              <a:off x="2503424" y="3354469"/>
              <a:ext cx="91512" cy="129249"/>
            </a:xfrm>
            <a:custGeom>
              <a:avLst/>
              <a:gdLst/>
              <a:ahLst/>
              <a:cxnLst/>
              <a:rect l="l" t="t" r="r" b="b"/>
              <a:pathLst>
                <a:path w="91512" h="129249" extrusionOk="0">
                  <a:moveTo>
                    <a:pt x="23586" y="86795"/>
                  </a:moveTo>
                  <a:lnTo>
                    <a:pt x="38680" y="86795"/>
                  </a:lnTo>
                  <a:lnTo>
                    <a:pt x="38680" y="53775"/>
                  </a:lnTo>
                  <a:cubicBezTo>
                    <a:pt x="38680" y="50945"/>
                    <a:pt x="41511" y="48115"/>
                    <a:pt x="44341" y="48115"/>
                  </a:cubicBezTo>
                  <a:cubicBezTo>
                    <a:pt x="47171" y="48115"/>
                    <a:pt x="50002" y="50945"/>
                    <a:pt x="50002" y="53775"/>
                  </a:cubicBezTo>
                  <a:lnTo>
                    <a:pt x="50002" y="86795"/>
                  </a:lnTo>
                  <a:lnTo>
                    <a:pt x="65097" y="86795"/>
                  </a:lnTo>
                  <a:lnTo>
                    <a:pt x="65097" y="53775"/>
                  </a:lnTo>
                  <a:cubicBezTo>
                    <a:pt x="65097" y="50945"/>
                    <a:pt x="67927" y="48115"/>
                    <a:pt x="70757" y="48115"/>
                  </a:cubicBezTo>
                  <a:cubicBezTo>
                    <a:pt x="73587" y="48115"/>
                    <a:pt x="76417" y="50945"/>
                    <a:pt x="76417" y="53775"/>
                  </a:cubicBezTo>
                  <a:lnTo>
                    <a:pt x="76417" y="121702"/>
                  </a:lnTo>
                  <a:cubicBezTo>
                    <a:pt x="76417" y="125476"/>
                    <a:pt x="80191" y="129250"/>
                    <a:pt x="83965" y="129250"/>
                  </a:cubicBezTo>
                  <a:cubicBezTo>
                    <a:pt x="87739" y="129250"/>
                    <a:pt x="91512" y="125476"/>
                    <a:pt x="91512" y="121702"/>
                  </a:cubicBezTo>
                  <a:lnTo>
                    <a:pt x="91512" y="13208"/>
                  </a:lnTo>
                  <a:cubicBezTo>
                    <a:pt x="91512" y="5661"/>
                    <a:pt x="85852" y="0"/>
                    <a:pt x="78304" y="0"/>
                  </a:cubicBezTo>
                  <a:lnTo>
                    <a:pt x="76417" y="0"/>
                  </a:lnTo>
                  <a:cubicBezTo>
                    <a:pt x="76417" y="943"/>
                    <a:pt x="76417" y="943"/>
                    <a:pt x="76417" y="1887"/>
                  </a:cubicBezTo>
                  <a:lnTo>
                    <a:pt x="76417" y="4717"/>
                  </a:lnTo>
                  <a:cubicBezTo>
                    <a:pt x="76417" y="16038"/>
                    <a:pt x="66983" y="25473"/>
                    <a:pt x="55662" y="25473"/>
                  </a:cubicBezTo>
                  <a:lnTo>
                    <a:pt x="0" y="25473"/>
                  </a:lnTo>
                  <a:lnTo>
                    <a:pt x="0" y="104721"/>
                  </a:lnTo>
                  <a:cubicBezTo>
                    <a:pt x="0" y="108494"/>
                    <a:pt x="3774" y="112268"/>
                    <a:pt x="7547" y="112268"/>
                  </a:cubicBezTo>
                  <a:cubicBezTo>
                    <a:pt x="11321" y="112268"/>
                    <a:pt x="15095" y="108494"/>
                    <a:pt x="15095" y="104721"/>
                  </a:cubicBezTo>
                  <a:lnTo>
                    <a:pt x="15095" y="53775"/>
                  </a:lnTo>
                  <a:cubicBezTo>
                    <a:pt x="15095" y="50945"/>
                    <a:pt x="17925" y="48115"/>
                    <a:pt x="20755" y="48115"/>
                  </a:cubicBezTo>
                  <a:cubicBezTo>
                    <a:pt x="23586" y="48115"/>
                    <a:pt x="26416" y="50945"/>
                    <a:pt x="26416" y="53775"/>
                  </a:cubicBezTo>
                  <a:lnTo>
                    <a:pt x="26416" y="8679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07" name="Google Shape;1307;p48"/>
            <p:cNvGrpSpPr/>
            <p:nvPr/>
          </p:nvGrpSpPr>
          <p:grpSpPr>
            <a:xfrm>
              <a:off x="2464743" y="3345978"/>
              <a:ext cx="166043" cy="194346"/>
              <a:chOff x="2464743" y="3345978"/>
              <a:chExt cx="166043" cy="194346"/>
            </a:xfrm>
          </p:grpSpPr>
          <p:sp>
            <p:nvSpPr>
              <p:cNvPr id="1308" name="Google Shape;1308;p48"/>
              <p:cNvSpPr/>
              <p:nvPr/>
            </p:nvSpPr>
            <p:spPr>
              <a:xfrm>
                <a:off x="2500593" y="3345978"/>
                <a:ext cx="66040" cy="23585"/>
              </a:xfrm>
              <a:custGeom>
                <a:avLst/>
                <a:gdLst/>
                <a:ahLst/>
                <a:cxnLst/>
                <a:rect l="l" t="t" r="r" b="b"/>
                <a:pathLst>
                  <a:path w="66040" h="23585" extrusionOk="0">
                    <a:moveTo>
                      <a:pt x="66040" y="13208"/>
                    </a:moveTo>
                    <a:lnTo>
                      <a:pt x="66040" y="10378"/>
                    </a:lnTo>
                    <a:cubicBezTo>
                      <a:pt x="66040" y="4717"/>
                      <a:pt x="61323" y="0"/>
                      <a:pt x="55662" y="0"/>
                    </a:cubicBezTo>
                    <a:lnTo>
                      <a:pt x="8491" y="0"/>
                    </a:lnTo>
                    <a:cubicBezTo>
                      <a:pt x="3774" y="0"/>
                      <a:pt x="0" y="3774"/>
                      <a:pt x="0" y="8491"/>
                    </a:cubicBezTo>
                    <a:lnTo>
                      <a:pt x="0" y="23586"/>
                    </a:lnTo>
                    <a:lnTo>
                      <a:pt x="55662" y="23586"/>
                    </a:lnTo>
                    <a:cubicBezTo>
                      <a:pt x="61323" y="23586"/>
                      <a:pt x="66040" y="18869"/>
                      <a:pt x="66040" y="13208"/>
                    </a:cubicBezTo>
                    <a:lnTo>
                      <a:pt x="66040" y="1320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9" name="Google Shape;1309;p48"/>
              <p:cNvSpPr/>
              <p:nvPr/>
            </p:nvSpPr>
            <p:spPr>
              <a:xfrm>
                <a:off x="2464743" y="3395980"/>
                <a:ext cx="166043" cy="144344"/>
              </a:xfrm>
              <a:custGeom>
                <a:avLst/>
                <a:gdLst/>
                <a:ahLst/>
                <a:cxnLst/>
                <a:rect l="l" t="t" r="r" b="b"/>
                <a:pathLst>
                  <a:path w="166043" h="144344" extrusionOk="0">
                    <a:moveTo>
                      <a:pt x="138684" y="0"/>
                    </a:moveTo>
                    <a:lnTo>
                      <a:pt x="138684" y="81135"/>
                    </a:lnTo>
                    <a:cubicBezTo>
                      <a:pt x="138684" y="91513"/>
                      <a:pt x="130193" y="99060"/>
                      <a:pt x="120759" y="99060"/>
                    </a:cubicBezTo>
                    <a:cubicBezTo>
                      <a:pt x="110381" y="99060"/>
                      <a:pt x="102834" y="90569"/>
                      <a:pt x="102834" y="81135"/>
                    </a:cubicBezTo>
                    <a:lnTo>
                      <a:pt x="102834" y="56606"/>
                    </a:lnTo>
                    <a:lnTo>
                      <a:pt x="62266" y="56606"/>
                    </a:lnTo>
                    <a:lnTo>
                      <a:pt x="62266" y="64153"/>
                    </a:lnTo>
                    <a:cubicBezTo>
                      <a:pt x="62266" y="74531"/>
                      <a:pt x="53775" y="82078"/>
                      <a:pt x="44341" y="82078"/>
                    </a:cubicBezTo>
                    <a:cubicBezTo>
                      <a:pt x="33963" y="82078"/>
                      <a:pt x="26416" y="73587"/>
                      <a:pt x="26416" y="64153"/>
                    </a:cubicBezTo>
                    <a:lnTo>
                      <a:pt x="26416" y="943"/>
                    </a:lnTo>
                    <a:cubicBezTo>
                      <a:pt x="10378" y="16038"/>
                      <a:pt x="0" y="37737"/>
                      <a:pt x="0" y="61323"/>
                    </a:cubicBezTo>
                    <a:cubicBezTo>
                      <a:pt x="0" y="107551"/>
                      <a:pt x="36794" y="144345"/>
                      <a:pt x="83022" y="144345"/>
                    </a:cubicBezTo>
                    <a:cubicBezTo>
                      <a:pt x="129250" y="144345"/>
                      <a:pt x="166043" y="107551"/>
                      <a:pt x="166043" y="61323"/>
                    </a:cubicBezTo>
                    <a:cubicBezTo>
                      <a:pt x="165100" y="36794"/>
                      <a:pt x="154722" y="15095"/>
                      <a:pt x="138684" y="0"/>
                    </a:cubicBezTo>
                    <a:lnTo>
                      <a:pt x="138684"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310" name="Google Shape;1310;p48"/>
          <p:cNvGrpSpPr/>
          <p:nvPr/>
        </p:nvGrpSpPr>
        <p:grpSpPr>
          <a:xfrm>
            <a:off x="3945586" y="1451399"/>
            <a:ext cx="282743" cy="305173"/>
            <a:chOff x="3331754" y="-232004"/>
            <a:chExt cx="208497" cy="225037"/>
          </a:xfrm>
        </p:grpSpPr>
        <p:sp>
          <p:nvSpPr>
            <p:cNvPr id="1311" name="Google Shape;1311;p48"/>
            <p:cNvSpPr/>
            <p:nvPr/>
          </p:nvSpPr>
          <p:spPr>
            <a:xfrm>
              <a:off x="3335060" y="-232004"/>
              <a:ext cx="23110" cy="37295"/>
            </a:xfrm>
            <a:custGeom>
              <a:avLst/>
              <a:gdLst/>
              <a:ahLst/>
              <a:cxnLst/>
              <a:rect l="l" t="t" r="r" b="b"/>
              <a:pathLst>
                <a:path w="23110" h="37295" extrusionOk="0">
                  <a:moveTo>
                    <a:pt x="468" y="14653"/>
                  </a:moveTo>
                  <a:cubicBezTo>
                    <a:pt x="468" y="15597"/>
                    <a:pt x="1411" y="16540"/>
                    <a:pt x="5185" y="20314"/>
                  </a:cubicBezTo>
                  <a:cubicBezTo>
                    <a:pt x="8015" y="23144"/>
                    <a:pt x="12732" y="29748"/>
                    <a:pt x="15563" y="37296"/>
                  </a:cubicBezTo>
                  <a:lnTo>
                    <a:pt x="23110" y="34465"/>
                  </a:lnTo>
                  <a:cubicBezTo>
                    <a:pt x="19336" y="26918"/>
                    <a:pt x="18393" y="19370"/>
                    <a:pt x="18393" y="14653"/>
                  </a:cubicBezTo>
                  <a:cubicBezTo>
                    <a:pt x="18393" y="8993"/>
                    <a:pt x="18393" y="8049"/>
                    <a:pt x="17449" y="7106"/>
                  </a:cubicBezTo>
                  <a:cubicBezTo>
                    <a:pt x="17449" y="7106"/>
                    <a:pt x="17449" y="6163"/>
                    <a:pt x="16506" y="6163"/>
                  </a:cubicBezTo>
                  <a:cubicBezTo>
                    <a:pt x="14619" y="2389"/>
                    <a:pt x="9902" y="-1385"/>
                    <a:pt x="5185" y="502"/>
                  </a:cubicBezTo>
                  <a:cubicBezTo>
                    <a:pt x="-476" y="2389"/>
                    <a:pt x="-476" y="8993"/>
                    <a:pt x="468" y="12766"/>
                  </a:cubicBezTo>
                  <a:cubicBezTo>
                    <a:pt x="-476" y="13710"/>
                    <a:pt x="468" y="14653"/>
                    <a:pt x="468" y="14653"/>
                  </a:cubicBezTo>
                  <a:lnTo>
                    <a:pt x="468" y="1465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2" name="Google Shape;1312;p48"/>
            <p:cNvSpPr/>
            <p:nvPr/>
          </p:nvSpPr>
          <p:spPr>
            <a:xfrm>
              <a:off x="3331754" y="-198482"/>
              <a:ext cx="15094" cy="59435"/>
            </a:xfrm>
            <a:custGeom>
              <a:avLst/>
              <a:gdLst/>
              <a:ahLst/>
              <a:cxnLst/>
              <a:rect l="l" t="t" r="r" b="b"/>
              <a:pathLst>
                <a:path w="15094" h="59435" extrusionOk="0">
                  <a:moveTo>
                    <a:pt x="15095" y="59436"/>
                  </a:moveTo>
                  <a:cubicBezTo>
                    <a:pt x="11321" y="48115"/>
                    <a:pt x="10378" y="36794"/>
                    <a:pt x="13208" y="25473"/>
                  </a:cubicBezTo>
                  <a:cubicBezTo>
                    <a:pt x="15095" y="16982"/>
                    <a:pt x="12264" y="7547"/>
                    <a:pt x="8491" y="0"/>
                  </a:cubicBezTo>
                  <a:cubicBezTo>
                    <a:pt x="3774" y="4717"/>
                    <a:pt x="0" y="11321"/>
                    <a:pt x="0" y="18869"/>
                  </a:cubicBezTo>
                  <a:lnTo>
                    <a:pt x="0" y="35850"/>
                  </a:lnTo>
                  <a:cubicBezTo>
                    <a:pt x="0" y="46228"/>
                    <a:pt x="5661" y="55662"/>
                    <a:pt x="15095" y="59436"/>
                  </a:cubicBezTo>
                  <a:lnTo>
                    <a:pt x="15095" y="5943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3" name="Google Shape;1313;p48"/>
            <p:cNvSpPr/>
            <p:nvPr/>
          </p:nvSpPr>
          <p:spPr>
            <a:xfrm>
              <a:off x="3362887" y="-205086"/>
              <a:ext cx="13207" cy="11321"/>
            </a:xfrm>
            <a:custGeom>
              <a:avLst/>
              <a:gdLst/>
              <a:ahLst/>
              <a:cxnLst/>
              <a:rect l="l" t="t" r="r" b="b"/>
              <a:pathLst>
                <a:path w="13207" h="11321" extrusionOk="0">
                  <a:moveTo>
                    <a:pt x="13208" y="0"/>
                  </a:moveTo>
                  <a:lnTo>
                    <a:pt x="0" y="0"/>
                  </a:lnTo>
                  <a:cubicBezTo>
                    <a:pt x="943" y="3774"/>
                    <a:pt x="2830" y="7548"/>
                    <a:pt x="5660" y="11321"/>
                  </a:cubicBezTo>
                  <a:cubicBezTo>
                    <a:pt x="7547" y="7548"/>
                    <a:pt x="9434" y="3774"/>
                    <a:pt x="13208" y="0"/>
                  </a:cubicBezTo>
                  <a:lnTo>
                    <a:pt x="13208"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4" name="Google Shape;1314;p48"/>
            <p:cNvSpPr/>
            <p:nvPr/>
          </p:nvSpPr>
          <p:spPr>
            <a:xfrm>
              <a:off x="3372462" y="-207269"/>
              <a:ext cx="60534" cy="60027"/>
            </a:xfrm>
            <a:custGeom>
              <a:avLst/>
              <a:gdLst/>
              <a:ahLst/>
              <a:cxnLst/>
              <a:rect l="l" t="t" r="r" b="b"/>
              <a:pathLst>
                <a:path w="60534" h="60027" extrusionOk="0">
                  <a:moveTo>
                    <a:pt x="1746" y="38977"/>
                  </a:moveTo>
                  <a:cubicBezTo>
                    <a:pt x="4577" y="46524"/>
                    <a:pt x="9294" y="53128"/>
                    <a:pt x="16841" y="56902"/>
                  </a:cubicBezTo>
                  <a:cubicBezTo>
                    <a:pt x="24389" y="60675"/>
                    <a:pt x="31936" y="60675"/>
                    <a:pt x="39484" y="58788"/>
                  </a:cubicBezTo>
                  <a:cubicBezTo>
                    <a:pt x="47031" y="55958"/>
                    <a:pt x="53635" y="51241"/>
                    <a:pt x="57409" y="43694"/>
                  </a:cubicBezTo>
                  <a:cubicBezTo>
                    <a:pt x="61182" y="36146"/>
                    <a:pt x="61182" y="28599"/>
                    <a:pt x="59296" y="21051"/>
                  </a:cubicBezTo>
                  <a:cubicBezTo>
                    <a:pt x="56465" y="13504"/>
                    <a:pt x="51748" y="6900"/>
                    <a:pt x="44201" y="3126"/>
                  </a:cubicBezTo>
                  <a:cubicBezTo>
                    <a:pt x="36653" y="-647"/>
                    <a:pt x="29106" y="-647"/>
                    <a:pt x="21558" y="1239"/>
                  </a:cubicBezTo>
                  <a:cubicBezTo>
                    <a:pt x="4577" y="5957"/>
                    <a:pt x="-3914" y="23882"/>
                    <a:pt x="1746" y="38977"/>
                  </a:cubicBezTo>
                  <a:lnTo>
                    <a:pt x="1746" y="38977"/>
                  </a:lnTo>
                  <a:close/>
                  <a:moveTo>
                    <a:pt x="40427" y="7843"/>
                  </a:moveTo>
                  <a:cubicBezTo>
                    <a:pt x="42314" y="6900"/>
                    <a:pt x="45144" y="7843"/>
                    <a:pt x="46088" y="10674"/>
                  </a:cubicBezTo>
                  <a:cubicBezTo>
                    <a:pt x="47031" y="12560"/>
                    <a:pt x="46088" y="15391"/>
                    <a:pt x="43257" y="16334"/>
                  </a:cubicBezTo>
                  <a:cubicBezTo>
                    <a:pt x="41370" y="17278"/>
                    <a:pt x="38540" y="16334"/>
                    <a:pt x="37597" y="13504"/>
                  </a:cubicBezTo>
                  <a:cubicBezTo>
                    <a:pt x="37597" y="11617"/>
                    <a:pt x="38540" y="8787"/>
                    <a:pt x="40427" y="7843"/>
                  </a:cubicBezTo>
                  <a:lnTo>
                    <a:pt x="40427" y="7843"/>
                  </a:lnTo>
                  <a:close/>
                  <a:moveTo>
                    <a:pt x="36653" y="22938"/>
                  </a:moveTo>
                  <a:cubicBezTo>
                    <a:pt x="38540" y="21995"/>
                    <a:pt x="41370" y="22938"/>
                    <a:pt x="42314" y="25768"/>
                  </a:cubicBezTo>
                  <a:cubicBezTo>
                    <a:pt x="43257" y="27655"/>
                    <a:pt x="42314" y="30486"/>
                    <a:pt x="39484" y="31429"/>
                  </a:cubicBezTo>
                  <a:cubicBezTo>
                    <a:pt x="37597" y="32373"/>
                    <a:pt x="34766" y="31429"/>
                    <a:pt x="33823" y="28599"/>
                  </a:cubicBezTo>
                  <a:cubicBezTo>
                    <a:pt x="32880" y="25768"/>
                    <a:pt x="34766" y="23882"/>
                    <a:pt x="36653" y="22938"/>
                  </a:cubicBezTo>
                  <a:lnTo>
                    <a:pt x="36653" y="22938"/>
                  </a:lnTo>
                  <a:close/>
                  <a:moveTo>
                    <a:pt x="24389" y="13504"/>
                  </a:moveTo>
                  <a:cubicBezTo>
                    <a:pt x="26276" y="12560"/>
                    <a:pt x="29106" y="13504"/>
                    <a:pt x="30049" y="16334"/>
                  </a:cubicBezTo>
                  <a:cubicBezTo>
                    <a:pt x="30993" y="18221"/>
                    <a:pt x="30049" y="21051"/>
                    <a:pt x="27219" y="21995"/>
                  </a:cubicBezTo>
                  <a:cubicBezTo>
                    <a:pt x="25332" y="22938"/>
                    <a:pt x="22502" y="21995"/>
                    <a:pt x="21558" y="19165"/>
                  </a:cubicBezTo>
                  <a:cubicBezTo>
                    <a:pt x="21558" y="16334"/>
                    <a:pt x="22502" y="14447"/>
                    <a:pt x="24389" y="13504"/>
                  </a:cubicBezTo>
                  <a:lnTo>
                    <a:pt x="24389" y="1350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15" name="Google Shape;1315;p48"/>
            <p:cNvGrpSpPr/>
            <p:nvPr/>
          </p:nvGrpSpPr>
          <p:grpSpPr>
            <a:xfrm>
              <a:off x="3331754" y="-205086"/>
              <a:ext cx="208497" cy="198119"/>
              <a:chOff x="3331754" y="-205086"/>
              <a:chExt cx="208497" cy="198119"/>
            </a:xfrm>
          </p:grpSpPr>
          <p:sp>
            <p:nvSpPr>
              <p:cNvPr id="1316" name="Google Shape;1316;p48"/>
              <p:cNvSpPr/>
              <p:nvPr/>
            </p:nvSpPr>
            <p:spPr>
              <a:xfrm>
                <a:off x="3350655" y="-189992"/>
                <a:ext cx="48082" cy="53775"/>
              </a:xfrm>
              <a:custGeom>
                <a:avLst/>
                <a:gdLst/>
                <a:ahLst/>
                <a:cxnLst/>
                <a:rect l="l" t="t" r="r" b="b"/>
                <a:pathLst>
                  <a:path w="48082" h="53775" extrusionOk="0">
                    <a:moveTo>
                      <a:pt x="4685" y="53776"/>
                    </a:moveTo>
                    <a:lnTo>
                      <a:pt x="48083" y="53776"/>
                    </a:lnTo>
                    <a:cubicBezTo>
                      <a:pt x="48083" y="52832"/>
                      <a:pt x="48083" y="51889"/>
                      <a:pt x="47139" y="50945"/>
                    </a:cubicBezTo>
                    <a:cubicBezTo>
                      <a:pt x="42422" y="50002"/>
                      <a:pt x="38648" y="49058"/>
                      <a:pt x="33931" y="47171"/>
                    </a:cubicBezTo>
                    <a:cubicBezTo>
                      <a:pt x="24497" y="42454"/>
                      <a:pt x="17893" y="34907"/>
                      <a:pt x="15063" y="25473"/>
                    </a:cubicBezTo>
                    <a:cubicBezTo>
                      <a:pt x="13176" y="18869"/>
                      <a:pt x="12232" y="12265"/>
                      <a:pt x="14119" y="5661"/>
                    </a:cubicBezTo>
                    <a:cubicBezTo>
                      <a:pt x="12232" y="3774"/>
                      <a:pt x="11289" y="1887"/>
                      <a:pt x="9402" y="0"/>
                    </a:cubicBezTo>
                    <a:lnTo>
                      <a:pt x="911" y="3774"/>
                    </a:lnTo>
                    <a:cubicBezTo>
                      <a:pt x="1855" y="9434"/>
                      <a:pt x="2798" y="15095"/>
                      <a:pt x="911" y="20756"/>
                    </a:cubicBezTo>
                    <a:cubicBezTo>
                      <a:pt x="-976" y="30190"/>
                      <a:pt x="-32" y="41511"/>
                      <a:pt x="4685" y="53776"/>
                    </a:cubicBezTo>
                    <a:lnTo>
                      <a:pt x="4685" y="5377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7" name="Google Shape;1317;p48"/>
              <p:cNvSpPr/>
              <p:nvPr/>
            </p:nvSpPr>
            <p:spPr>
              <a:xfrm>
                <a:off x="3406285" y="-205086"/>
                <a:ext cx="133966" cy="67926"/>
              </a:xfrm>
              <a:custGeom>
                <a:avLst/>
                <a:gdLst/>
                <a:ahLst/>
                <a:cxnLst/>
                <a:rect l="l" t="t" r="r" b="b"/>
                <a:pathLst>
                  <a:path w="133966" h="67926" extrusionOk="0">
                    <a:moveTo>
                      <a:pt x="108494" y="0"/>
                    </a:moveTo>
                    <a:lnTo>
                      <a:pt x="22642" y="0"/>
                    </a:lnTo>
                    <a:cubicBezTo>
                      <a:pt x="27360" y="3774"/>
                      <a:pt x="30190" y="9434"/>
                      <a:pt x="32077" y="15095"/>
                    </a:cubicBezTo>
                    <a:cubicBezTo>
                      <a:pt x="34907" y="24529"/>
                      <a:pt x="34907" y="34907"/>
                      <a:pt x="30190" y="44341"/>
                    </a:cubicBezTo>
                    <a:cubicBezTo>
                      <a:pt x="25473" y="53776"/>
                      <a:pt x="17925" y="60380"/>
                      <a:pt x="8491" y="63210"/>
                    </a:cubicBezTo>
                    <a:cubicBezTo>
                      <a:pt x="5661" y="64153"/>
                      <a:pt x="2830" y="65097"/>
                      <a:pt x="0" y="65097"/>
                    </a:cubicBezTo>
                    <a:cubicBezTo>
                      <a:pt x="0" y="66040"/>
                      <a:pt x="0" y="66983"/>
                      <a:pt x="943" y="67927"/>
                    </a:cubicBezTo>
                    <a:lnTo>
                      <a:pt x="108494" y="67927"/>
                    </a:lnTo>
                    <a:cubicBezTo>
                      <a:pt x="122646" y="67927"/>
                      <a:pt x="133967" y="56606"/>
                      <a:pt x="133967" y="42454"/>
                    </a:cubicBezTo>
                    <a:lnTo>
                      <a:pt x="133967" y="25473"/>
                    </a:lnTo>
                    <a:cubicBezTo>
                      <a:pt x="133967" y="11321"/>
                      <a:pt x="122646" y="0"/>
                      <a:pt x="108494" y="0"/>
                    </a:cubicBezTo>
                    <a:lnTo>
                      <a:pt x="108494" y="0"/>
                    </a:lnTo>
                    <a:close/>
                    <a:moveTo>
                      <a:pt x="77361" y="37737"/>
                    </a:moveTo>
                    <a:cubicBezTo>
                      <a:pt x="75474" y="39624"/>
                      <a:pt x="73587" y="39624"/>
                      <a:pt x="71701" y="39624"/>
                    </a:cubicBezTo>
                    <a:cubicBezTo>
                      <a:pt x="69814" y="39624"/>
                      <a:pt x="67927" y="38681"/>
                      <a:pt x="66040" y="37737"/>
                    </a:cubicBezTo>
                    <a:cubicBezTo>
                      <a:pt x="64153" y="35850"/>
                      <a:pt x="64153" y="33963"/>
                      <a:pt x="64153" y="32077"/>
                    </a:cubicBezTo>
                    <a:cubicBezTo>
                      <a:pt x="64153" y="30190"/>
                      <a:pt x="65097" y="28303"/>
                      <a:pt x="66040" y="26416"/>
                    </a:cubicBezTo>
                    <a:cubicBezTo>
                      <a:pt x="67927" y="24529"/>
                      <a:pt x="69814" y="24529"/>
                      <a:pt x="71701" y="24529"/>
                    </a:cubicBezTo>
                    <a:cubicBezTo>
                      <a:pt x="73587" y="24529"/>
                      <a:pt x="75474" y="25473"/>
                      <a:pt x="77361" y="26416"/>
                    </a:cubicBezTo>
                    <a:cubicBezTo>
                      <a:pt x="79248" y="28303"/>
                      <a:pt x="79248" y="30190"/>
                      <a:pt x="79248" y="32077"/>
                    </a:cubicBezTo>
                    <a:cubicBezTo>
                      <a:pt x="79248" y="33963"/>
                      <a:pt x="78305" y="36794"/>
                      <a:pt x="77361" y="37737"/>
                    </a:cubicBezTo>
                    <a:lnTo>
                      <a:pt x="77361" y="37737"/>
                    </a:lnTo>
                    <a:close/>
                    <a:moveTo>
                      <a:pt x="105664" y="37737"/>
                    </a:moveTo>
                    <a:cubicBezTo>
                      <a:pt x="103777" y="39624"/>
                      <a:pt x="101890" y="39624"/>
                      <a:pt x="100003" y="39624"/>
                    </a:cubicBezTo>
                    <a:cubicBezTo>
                      <a:pt x="98117" y="39624"/>
                      <a:pt x="96230" y="38681"/>
                      <a:pt x="94343" y="37737"/>
                    </a:cubicBezTo>
                    <a:cubicBezTo>
                      <a:pt x="92456" y="35850"/>
                      <a:pt x="92456" y="33963"/>
                      <a:pt x="92456" y="32077"/>
                    </a:cubicBezTo>
                    <a:cubicBezTo>
                      <a:pt x="92456" y="30190"/>
                      <a:pt x="93400" y="28303"/>
                      <a:pt x="94343" y="26416"/>
                    </a:cubicBezTo>
                    <a:cubicBezTo>
                      <a:pt x="96230" y="24529"/>
                      <a:pt x="98117" y="24529"/>
                      <a:pt x="100003" y="24529"/>
                    </a:cubicBezTo>
                    <a:cubicBezTo>
                      <a:pt x="101890" y="24529"/>
                      <a:pt x="103777" y="25473"/>
                      <a:pt x="105664" y="26416"/>
                    </a:cubicBezTo>
                    <a:cubicBezTo>
                      <a:pt x="107551" y="28303"/>
                      <a:pt x="107551" y="30190"/>
                      <a:pt x="107551" y="32077"/>
                    </a:cubicBezTo>
                    <a:cubicBezTo>
                      <a:pt x="107551" y="33963"/>
                      <a:pt x="106607" y="36794"/>
                      <a:pt x="105664" y="37737"/>
                    </a:cubicBezTo>
                    <a:lnTo>
                      <a:pt x="105664" y="377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8" name="Google Shape;1318;p48"/>
              <p:cNvSpPr/>
              <p:nvPr/>
            </p:nvSpPr>
            <p:spPr>
              <a:xfrm>
                <a:off x="3331754" y="-121121"/>
                <a:ext cx="207699" cy="114154"/>
              </a:xfrm>
              <a:custGeom>
                <a:avLst/>
                <a:gdLst/>
                <a:ahLst/>
                <a:cxnLst/>
                <a:rect l="l" t="t" r="r" b="b"/>
                <a:pathLst>
                  <a:path w="207699" h="114154" extrusionOk="0">
                    <a:moveTo>
                      <a:pt x="200007" y="0"/>
                    </a:moveTo>
                    <a:lnTo>
                      <a:pt x="8491" y="0"/>
                    </a:lnTo>
                    <a:cubicBezTo>
                      <a:pt x="3774" y="0"/>
                      <a:pt x="0" y="3774"/>
                      <a:pt x="0" y="8491"/>
                    </a:cubicBezTo>
                    <a:lnTo>
                      <a:pt x="0" y="105664"/>
                    </a:lnTo>
                    <a:cubicBezTo>
                      <a:pt x="0" y="110381"/>
                      <a:pt x="3774" y="114155"/>
                      <a:pt x="8491" y="114155"/>
                    </a:cubicBezTo>
                    <a:lnTo>
                      <a:pt x="98117" y="114155"/>
                    </a:lnTo>
                    <a:lnTo>
                      <a:pt x="98117" y="66983"/>
                    </a:lnTo>
                    <a:cubicBezTo>
                      <a:pt x="98117" y="45284"/>
                      <a:pt x="116042" y="28303"/>
                      <a:pt x="136797" y="28303"/>
                    </a:cubicBezTo>
                    <a:lnTo>
                      <a:pt x="141514" y="28303"/>
                    </a:lnTo>
                    <a:cubicBezTo>
                      <a:pt x="163213" y="28303"/>
                      <a:pt x="180195" y="46228"/>
                      <a:pt x="180195" y="66983"/>
                    </a:cubicBezTo>
                    <a:lnTo>
                      <a:pt x="180195" y="114155"/>
                    </a:lnTo>
                    <a:lnTo>
                      <a:pt x="199063" y="114155"/>
                    </a:lnTo>
                    <a:cubicBezTo>
                      <a:pt x="203781" y="114155"/>
                      <a:pt x="207554" y="110381"/>
                      <a:pt x="207554" y="105664"/>
                    </a:cubicBezTo>
                    <a:lnTo>
                      <a:pt x="207554" y="8491"/>
                    </a:lnTo>
                    <a:cubicBezTo>
                      <a:pt x="208498" y="3774"/>
                      <a:pt x="204724" y="0"/>
                      <a:pt x="200007" y="0"/>
                    </a:cubicBezTo>
                    <a:lnTo>
                      <a:pt x="200007" y="0"/>
                    </a:lnTo>
                    <a:close/>
                    <a:moveTo>
                      <a:pt x="76418" y="56606"/>
                    </a:moveTo>
                    <a:lnTo>
                      <a:pt x="20755" y="56606"/>
                    </a:lnTo>
                    <a:cubicBezTo>
                      <a:pt x="16038" y="56606"/>
                      <a:pt x="13208" y="52832"/>
                      <a:pt x="13208" y="49058"/>
                    </a:cubicBezTo>
                    <a:cubicBezTo>
                      <a:pt x="13208" y="45284"/>
                      <a:pt x="16982" y="41511"/>
                      <a:pt x="20755" y="41511"/>
                    </a:cubicBezTo>
                    <a:lnTo>
                      <a:pt x="76418" y="41511"/>
                    </a:lnTo>
                    <a:cubicBezTo>
                      <a:pt x="81135" y="41511"/>
                      <a:pt x="83965" y="45284"/>
                      <a:pt x="83965" y="49058"/>
                    </a:cubicBezTo>
                    <a:cubicBezTo>
                      <a:pt x="83965" y="52832"/>
                      <a:pt x="80191" y="56606"/>
                      <a:pt x="76418" y="56606"/>
                    </a:cubicBezTo>
                    <a:lnTo>
                      <a:pt x="76418" y="5660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19" name="Google Shape;1319;p48"/>
            <p:cNvSpPr/>
            <p:nvPr/>
          </p:nvSpPr>
          <p:spPr>
            <a:xfrm>
              <a:off x="3443078" y="-79610"/>
              <a:ext cx="56605" cy="72643"/>
            </a:xfrm>
            <a:custGeom>
              <a:avLst/>
              <a:gdLst/>
              <a:ahLst/>
              <a:cxnLst/>
              <a:rect l="l" t="t" r="r" b="b"/>
              <a:pathLst>
                <a:path w="56605" h="72643" extrusionOk="0">
                  <a:moveTo>
                    <a:pt x="30190" y="0"/>
                  </a:moveTo>
                  <a:lnTo>
                    <a:pt x="25473" y="0"/>
                  </a:lnTo>
                  <a:cubicBezTo>
                    <a:pt x="11321" y="0"/>
                    <a:pt x="0" y="11321"/>
                    <a:pt x="0" y="25472"/>
                  </a:cubicBezTo>
                  <a:lnTo>
                    <a:pt x="0" y="72644"/>
                  </a:lnTo>
                  <a:lnTo>
                    <a:pt x="56606" y="72644"/>
                  </a:lnTo>
                  <a:lnTo>
                    <a:pt x="56606" y="25472"/>
                  </a:lnTo>
                  <a:cubicBezTo>
                    <a:pt x="56606" y="11321"/>
                    <a:pt x="44341" y="0"/>
                    <a:pt x="30190" y="0"/>
                  </a:cubicBezTo>
                  <a:lnTo>
                    <a:pt x="3019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20" name="Google Shape;1320;p48"/>
          <p:cNvGrpSpPr/>
          <p:nvPr/>
        </p:nvGrpSpPr>
        <p:grpSpPr>
          <a:xfrm>
            <a:off x="3934511" y="2138030"/>
            <a:ext cx="304583" cy="305771"/>
            <a:chOff x="3323587" y="655320"/>
            <a:chExt cx="224602" cy="225478"/>
          </a:xfrm>
        </p:grpSpPr>
        <p:sp>
          <p:nvSpPr>
            <p:cNvPr id="1321" name="Google Shape;1321;p48"/>
            <p:cNvSpPr/>
            <p:nvPr/>
          </p:nvSpPr>
          <p:spPr>
            <a:xfrm>
              <a:off x="3387416" y="655320"/>
              <a:ext cx="93399" cy="54718"/>
            </a:xfrm>
            <a:custGeom>
              <a:avLst/>
              <a:gdLst/>
              <a:ahLst/>
              <a:cxnLst/>
              <a:rect l="l" t="t" r="r" b="b"/>
              <a:pathLst>
                <a:path w="93399" h="54718" extrusionOk="0">
                  <a:moveTo>
                    <a:pt x="93400" y="54719"/>
                  </a:moveTo>
                  <a:lnTo>
                    <a:pt x="93400" y="7547"/>
                  </a:lnTo>
                  <a:cubicBezTo>
                    <a:pt x="93400" y="3774"/>
                    <a:pt x="89626" y="0"/>
                    <a:pt x="85852" y="0"/>
                  </a:cubicBezTo>
                  <a:lnTo>
                    <a:pt x="7547" y="0"/>
                  </a:lnTo>
                  <a:cubicBezTo>
                    <a:pt x="3774" y="0"/>
                    <a:pt x="0" y="3774"/>
                    <a:pt x="0" y="7547"/>
                  </a:cubicBezTo>
                  <a:lnTo>
                    <a:pt x="0" y="54719"/>
                  </a:lnTo>
                  <a:lnTo>
                    <a:pt x="93400" y="5471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2" name="Google Shape;1322;p48"/>
            <p:cNvSpPr/>
            <p:nvPr/>
          </p:nvSpPr>
          <p:spPr>
            <a:xfrm>
              <a:off x="3323587" y="725133"/>
              <a:ext cx="224602" cy="155665"/>
            </a:xfrm>
            <a:custGeom>
              <a:avLst/>
              <a:gdLst/>
              <a:ahLst/>
              <a:cxnLst/>
              <a:rect l="l" t="t" r="r" b="b"/>
              <a:pathLst>
                <a:path w="224602" h="155665" extrusionOk="0">
                  <a:moveTo>
                    <a:pt x="214778" y="125476"/>
                  </a:moveTo>
                  <a:lnTo>
                    <a:pt x="207231" y="125476"/>
                  </a:lnTo>
                  <a:cubicBezTo>
                    <a:pt x="203457" y="125476"/>
                    <a:pt x="199683" y="121702"/>
                    <a:pt x="199683" y="117929"/>
                  </a:cubicBezTo>
                  <a:cubicBezTo>
                    <a:pt x="199683" y="114155"/>
                    <a:pt x="203457" y="110381"/>
                    <a:pt x="207231" y="110381"/>
                  </a:cubicBezTo>
                  <a:lnTo>
                    <a:pt x="209117" y="110381"/>
                  </a:lnTo>
                  <a:lnTo>
                    <a:pt x="158172" y="0"/>
                  </a:lnTo>
                  <a:lnTo>
                    <a:pt x="64773" y="0"/>
                  </a:lnTo>
                  <a:lnTo>
                    <a:pt x="13828" y="110381"/>
                  </a:lnTo>
                  <a:lnTo>
                    <a:pt x="15714" y="110381"/>
                  </a:lnTo>
                  <a:cubicBezTo>
                    <a:pt x="19488" y="110381"/>
                    <a:pt x="23262" y="114155"/>
                    <a:pt x="23262" y="117929"/>
                  </a:cubicBezTo>
                  <a:cubicBezTo>
                    <a:pt x="23262" y="121702"/>
                    <a:pt x="19488" y="125476"/>
                    <a:pt x="15714" y="125476"/>
                  </a:cubicBezTo>
                  <a:lnTo>
                    <a:pt x="8167" y="125476"/>
                  </a:lnTo>
                  <a:lnTo>
                    <a:pt x="620" y="144345"/>
                  </a:lnTo>
                  <a:cubicBezTo>
                    <a:pt x="-324" y="146231"/>
                    <a:pt x="-324" y="149062"/>
                    <a:pt x="1563" y="151892"/>
                  </a:cubicBezTo>
                  <a:cubicBezTo>
                    <a:pt x="2506" y="153779"/>
                    <a:pt x="5337" y="155666"/>
                    <a:pt x="8167" y="155666"/>
                  </a:cubicBezTo>
                  <a:lnTo>
                    <a:pt x="216665" y="155666"/>
                  </a:lnTo>
                  <a:cubicBezTo>
                    <a:pt x="219495" y="155666"/>
                    <a:pt x="221382" y="154722"/>
                    <a:pt x="223269" y="151892"/>
                  </a:cubicBezTo>
                  <a:cubicBezTo>
                    <a:pt x="224212" y="150005"/>
                    <a:pt x="225156" y="147175"/>
                    <a:pt x="224212" y="144345"/>
                  </a:cubicBezTo>
                  <a:lnTo>
                    <a:pt x="214778" y="125476"/>
                  </a:lnTo>
                  <a:close/>
                  <a:moveTo>
                    <a:pt x="48735" y="125476"/>
                  </a:moveTo>
                  <a:lnTo>
                    <a:pt x="39300" y="125476"/>
                  </a:lnTo>
                  <a:cubicBezTo>
                    <a:pt x="35526" y="125476"/>
                    <a:pt x="31753" y="121702"/>
                    <a:pt x="31753" y="117929"/>
                  </a:cubicBezTo>
                  <a:cubicBezTo>
                    <a:pt x="31753" y="114155"/>
                    <a:pt x="35526" y="110381"/>
                    <a:pt x="39300" y="110381"/>
                  </a:cubicBezTo>
                  <a:lnTo>
                    <a:pt x="48735" y="110381"/>
                  </a:lnTo>
                  <a:cubicBezTo>
                    <a:pt x="52508" y="110381"/>
                    <a:pt x="56282" y="114155"/>
                    <a:pt x="56282" y="117929"/>
                  </a:cubicBezTo>
                  <a:cubicBezTo>
                    <a:pt x="56282" y="121702"/>
                    <a:pt x="52508" y="125476"/>
                    <a:pt x="48735" y="125476"/>
                  </a:cubicBezTo>
                  <a:lnTo>
                    <a:pt x="48735" y="125476"/>
                  </a:lnTo>
                  <a:close/>
                  <a:moveTo>
                    <a:pt x="81755" y="125476"/>
                  </a:moveTo>
                  <a:lnTo>
                    <a:pt x="72320" y="125476"/>
                  </a:lnTo>
                  <a:cubicBezTo>
                    <a:pt x="68546" y="125476"/>
                    <a:pt x="64773" y="121702"/>
                    <a:pt x="64773" y="117929"/>
                  </a:cubicBezTo>
                  <a:cubicBezTo>
                    <a:pt x="64773" y="114155"/>
                    <a:pt x="68546" y="110381"/>
                    <a:pt x="72320" y="110381"/>
                  </a:cubicBezTo>
                  <a:lnTo>
                    <a:pt x="81755" y="110381"/>
                  </a:lnTo>
                  <a:cubicBezTo>
                    <a:pt x="85528" y="110381"/>
                    <a:pt x="89302" y="114155"/>
                    <a:pt x="89302" y="117929"/>
                  </a:cubicBezTo>
                  <a:cubicBezTo>
                    <a:pt x="89302" y="121702"/>
                    <a:pt x="86472" y="125476"/>
                    <a:pt x="81755" y="125476"/>
                  </a:cubicBezTo>
                  <a:lnTo>
                    <a:pt x="81755" y="125476"/>
                  </a:lnTo>
                  <a:close/>
                  <a:moveTo>
                    <a:pt x="115718" y="125476"/>
                  </a:moveTo>
                  <a:lnTo>
                    <a:pt x="106284" y="125476"/>
                  </a:lnTo>
                  <a:cubicBezTo>
                    <a:pt x="102510" y="125476"/>
                    <a:pt x="98736" y="121702"/>
                    <a:pt x="98736" y="117929"/>
                  </a:cubicBezTo>
                  <a:cubicBezTo>
                    <a:pt x="98736" y="114155"/>
                    <a:pt x="102510" y="110381"/>
                    <a:pt x="106284" y="110381"/>
                  </a:cubicBezTo>
                  <a:lnTo>
                    <a:pt x="115718" y="110381"/>
                  </a:lnTo>
                  <a:cubicBezTo>
                    <a:pt x="119492" y="110381"/>
                    <a:pt x="123265" y="114155"/>
                    <a:pt x="123265" y="117929"/>
                  </a:cubicBezTo>
                  <a:cubicBezTo>
                    <a:pt x="123265" y="121702"/>
                    <a:pt x="119492" y="125476"/>
                    <a:pt x="115718" y="125476"/>
                  </a:cubicBezTo>
                  <a:lnTo>
                    <a:pt x="115718" y="125476"/>
                  </a:lnTo>
                  <a:close/>
                  <a:moveTo>
                    <a:pt x="148738" y="125476"/>
                  </a:moveTo>
                  <a:lnTo>
                    <a:pt x="139304" y="125476"/>
                  </a:lnTo>
                  <a:cubicBezTo>
                    <a:pt x="135530" y="125476"/>
                    <a:pt x="131756" y="121702"/>
                    <a:pt x="131756" y="117929"/>
                  </a:cubicBezTo>
                  <a:cubicBezTo>
                    <a:pt x="131756" y="114155"/>
                    <a:pt x="135530" y="110381"/>
                    <a:pt x="139304" y="110381"/>
                  </a:cubicBezTo>
                  <a:lnTo>
                    <a:pt x="148738" y="110381"/>
                  </a:lnTo>
                  <a:cubicBezTo>
                    <a:pt x="152512" y="110381"/>
                    <a:pt x="156285" y="114155"/>
                    <a:pt x="156285" y="117929"/>
                  </a:cubicBezTo>
                  <a:cubicBezTo>
                    <a:pt x="156285" y="121702"/>
                    <a:pt x="153455" y="125476"/>
                    <a:pt x="148738" y="125476"/>
                  </a:cubicBezTo>
                  <a:lnTo>
                    <a:pt x="148738" y="125476"/>
                  </a:lnTo>
                  <a:close/>
                  <a:moveTo>
                    <a:pt x="182701" y="125476"/>
                  </a:moveTo>
                  <a:lnTo>
                    <a:pt x="173267" y="125476"/>
                  </a:lnTo>
                  <a:cubicBezTo>
                    <a:pt x="169493" y="125476"/>
                    <a:pt x="165720" y="121702"/>
                    <a:pt x="165720" y="117929"/>
                  </a:cubicBezTo>
                  <a:cubicBezTo>
                    <a:pt x="165720" y="114155"/>
                    <a:pt x="169493" y="110381"/>
                    <a:pt x="173267" y="110381"/>
                  </a:cubicBezTo>
                  <a:lnTo>
                    <a:pt x="182701" y="110381"/>
                  </a:lnTo>
                  <a:cubicBezTo>
                    <a:pt x="186475" y="110381"/>
                    <a:pt x="190249" y="114155"/>
                    <a:pt x="190249" y="117929"/>
                  </a:cubicBezTo>
                  <a:cubicBezTo>
                    <a:pt x="190249" y="121702"/>
                    <a:pt x="186475" y="125476"/>
                    <a:pt x="182701" y="125476"/>
                  </a:cubicBezTo>
                  <a:lnTo>
                    <a:pt x="182701" y="12547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23" name="Google Shape;1323;p48"/>
          <p:cNvGrpSpPr/>
          <p:nvPr/>
        </p:nvGrpSpPr>
        <p:grpSpPr>
          <a:xfrm>
            <a:off x="4009555" y="2823979"/>
            <a:ext cx="153525" cy="304493"/>
            <a:chOff x="3378925" y="1542142"/>
            <a:chExt cx="113211" cy="224536"/>
          </a:xfrm>
        </p:grpSpPr>
        <p:sp>
          <p:nvSpPr>
            <p:cNvPr id="1324" name="Google Shape;1324;p48"/>
            <p:cNvSpPr/>
            <p:nvPr/>
          </p:nvSpPr>
          <p:spPr>
            <a:xfrm>
              <a:off x="3421380" y="1706299"/>
              <a:ext cx="28302" cy="28302"/>
            </a:xfrm>
            <a:custGeom>
              <a:avLst/>
              <a:gdLst/>
              <a:ahLst/>
              <a:cxnLst/>
              <a:rect l="l" t="t" r="r" b="b"/>
              <a:pathLst>
                <a:path w="28302" h="28302" extrusionOk="0">
                  <a:moveTo>
                    <a:pt x="22642" y="2830"/>
                  </a:moveTo>
                  <a:cubicBezTo>
                    <a:pt x="19812" y="943"/>
                    <a:pt x="17925" y="0"/>
                    <a:pt x="14151" y="0"/>
                  </a:cubicBezTo>
                  <a:cubicBezTo>
                    <a:pt x="13208" y="0"/>
                    <a:pt x="12265" y="0"/>
                    <a:pt x="12265" y="0"/>
                  </a:cubicBezTo>
                  <a:cubicBezTo>
                    <a:pt x="8491" y="943"/>
                    <a:pt x="5661" y="2830"/>
                    <a:pt x="2830" y="5661"/>
                  </a:cubicBezTo>
                  <a:cubicBezTo>
                    <a:pt x="943" y="8491"/>
                    <a:pt x="0" y="12265"/>
                    <a:pt x="0" y="16038"/>
                  </a:cubicBezTo>
                  <a:cubicBezTo>
                    <a:pt x="943" y="19812"/>
                    <a:pt x="2830" y="22642"/>
                    <a:pt x="5661" y="25473"/>
                  </a:cubicBezTo>
                  <a:cubicBezTo>
                    <a:pt x="8491" y="27360"/>
                    <a:pt x="12265" y="28303"/>
                    <a:pt x="16038" y="28303"/>
                  </a:cubicBezTo>
                  <a:cubicBezTo>
                    <a:pt x="19812" y="27360"/>
                    <a:pt x="22642" y="25473"/>
                    <a:pt x="25473" y="22642"/>
                  </a:cubicBezTo>
                  <a:cubicBezTo>
                    <a:pt x="28303" y="19812"/>
                    <a:pt x="28303" y="16038"/>
                    <a:pt x="28303" y="12265"/>
                  </a:cubicBezTo>
                  <a:cubicBezTo>
                    <a:pt x="27359" y="7547"/>
                    <a:pt x="25473" y="4717"/>
                    <a:pt x="22642" y="2830"/>
                  </a:cubicBezTo>
                  <a:lnTo>
                    <a:pt x="22642" y="283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5" name="Google Shape;1325;p48"/>
            <p:cNvSpPr/>
            <p:nvPr/>
          </p:nvSpPr>
          <p:spPr>
            <a:xfrm>
              <a:off x="3378925" y="1542142"/>
              <a:ext cx="113211" cy="224536"/>
            </a:xfrm>
            <a:custGeom>
              <a:avLst/>
              <a:gdLst/>
              <a:ahLst/>
              <a:cxnLst/>
              <a:rect l="l" t="t" r="r" b="b"/>
              <a:pathLst>
                <a:path w="113211" h="224536" extrusionOk="0">
                  <a:moveTo>
                    <a:pt x="105664" y="0"/>
                  </a:moveTo>
                  <a:lnTo>
                    <a:pt x="7547" y="0"/>
                  </a:lnTo>
                  <a:cubicBezTo>
                    <a:pt x="3774" y="0"/>
                    <a:pt x="0" y="3774"/>
                    <a:pt x="0" y="7547"/>
                  </a:cubicBezTo>
                  <a:lnTo>
                    <a:pt x="0" y="216989"/>
                  </a:lnTo>
                  <a:cubicBezTo>
                    <a:pt x="0" y="220762"/>
                    <a:pt x="3774" y="224536"/>
                    <a:pt x="7547" y="224536"/>
                  </a:cubicBezTo>
                  <a:lnTo>
                    <a:pt x="105664" y="224536"/>
                  </a:lnTo>
                  <a:cubicBezTo>
                    <a:pt x="109438" y="224536"/>
                    <a:pt x="113211" y="220762"/>
                    <a:pt x="113211" y="216989"/>
                  </a:cubicBezTo>
                  <a:lnTo>
                    <a:pt x="113211" y="7547"/>
                  </a:lnTo>
                  <a:cubicBezTo>
                    <a:pt x="113211" y="3774"/>
                    <a:pt x="110381" y="0"/>
                    <a:pt x="105664" y="0"/>
                  </a:cubicBezTo>
                  <a:lnTo>
                    <a:pt x="105664" y="0"/>
                  </a:lnTo>
                  <a:close/>
                  <a:moveTo>
                    <a:pt x="56606" y="71701"/>
                  </a:moveTo>
                  <a:cubicBezTo>
                    <a:pt x="59436" y="71701"/>
                    <a:pt x="62266" y="74531"/>
                    <a:pt x="62266" y="77361"/>
                  </a:cubicBezTo>
                  <a:cubicBezTo>
                    <a:pt x="62266" y="80191"/>
                    <a:pt x="59436" y="83022"/>
                    <a:pt x="56606" y="83022"/>
                  </a:cubicBezTo>
                  <a:cubicBezTo>
                    <a:pt x="53775" y="83022"/>
                    <a:pt x="50945" y="80191"/>
                    <a:pt x="50945" y="77361"/>
                  </a:cubicBezTo>
                  <a:cubicBezTo>
                    <a:pt x="50945" y="74531"/>
                    <a:pt x="53775" y="71701"/>
                    <a:pt x="56606" y="71701"/>
                  </a:cubicBezTo>
                  <a:lnTo>
                    <a:pt x="56606" y="71701"/>
                  </a:lnTo>
                  <a:close/>
                  <a:moveTo>
                    <a:pt x="49058" y="69814"/>
                  </a:moveTo>
                  <a:cubicBezTo>
                    <a:pt x="46228" y="69814"/>
                    <a:pt x="43398" y="66983"/>
                    <a:pt x="43398" y="64153"/>
                  </a:cubicBezTo>
                  <a:cubicBezTo>
                    <a:pt x="43398" y="61323"/>
                    <a:pt x="46228" y="58493"/>
                    <a:pt x="49058" y="58493"/>
                  </a:cubicBezTo>
                  <a:cubicBezTo>
                    <a:pt x="51889" y="58493"/>
                    <a:pt x="54719" y="61323"/>
                    <a:pt x="54719" y="64153"/>
                  </a:cubicBezTo>
                  <a:cubicBezTo>
                    <a:pt x="54719" y="66983"/>
                    <a:pt x="51889" y="69814"/>
                    <a:pt x="49058" y="69814"/>
                  </a:cubicBezTo>
                  <a:lnTo>
                    <a:pt x="49058" y="69814"/>
                  </a:lnTo>
                  <a:close/>
                  <a:moveTo>
                    <a:pt x="58493" y="64153"/>
                  </a:moveTo>
                  <a:cubicBezTo>
                    <a:pt x="58493" y="61323"/>
                    <a:pt x="61323" y="58493"/>
                    <a:pt x="64153" y="58493"/>
                  </a:cubicBezTo>
                  <a:cubicBezTo>
                    <a:pt x="66983" y="58493"/>
                    <a:pt x="69814" y="61323"/>
                    <a:pt x="69814" y="64153"/>
                  </a:cubicBezTo>
                  <a:cubicBezTo>
                    <a:pt x="69814" y="66983"/>
                    <a:pt x="66983" y="69814"/>
                    <a:pt x="64153" y="69814"/>
                  </a:cubicBezTo>
                  <a:cubicBezTo>
                    <a:pt x="61323" y="69814"/>
                    <a:pt x="58493" y="66983"/>
                    <a:pt x="58493" y="64153"/>
                  </a:cubicBezTo>
                  <a:lnTo>
                    <a:pt x="58493" y="64153"/>
                  </a:lnTo>
                  <a:close/>
                  <a:moveTo>
                    <a:pt x="66040" y="50945"/>
                  </a:moveTo>
                  <a:cubicBezTo>
                    <a:pt x="66040" y="48115"/>
                    <a:pt x="68870" y="45285"/>
                    <a:pt x="71701" y="45285"/>
                  </a:cubicBezTo>
                  <a:cubicBezTo>
                    <a:pt x="74531" y="45285"/>
                    <a:pt x="77361" y="48115"/>
                    <a:pt x="77361" y="50945"/>
                  </a:cubicBezTo>
                  <a:cubicBezTo>
                    <a:pt x="77361" y="53775"/>
                    <a:pt x="74531" y="56606"/>
                    <a:pt x="71701" y="56606"/>
                  </a:cubicBezTo>
                  <a:cubicBezTo>
                    <a:pt x="68870" y="56606"/>
                    <a:pt x="66040" y="53775"/>
                    <a:pt x="66040" y="50945"/>
                  </a:cubicBezTo>
                  <a:lnTo>
                    <a:pt x="66040" y="50945"/>
                  </a:lnTo>
                  <a:close/>
                  <a:moveTo>
                    <a:pt x="64153" y="32077"/>
                  </a:moveTo>
                  <a:cubicBezTo>
                    <a:pt x="66983" y="32077"/>
                    <a:pt x="69814" y="34907"/>
                    <a:pt x="69814" y="37737"/>
                  </a:cubicBezTo>
                  <a:cubicBezTo>
                    <a:pt x="69814" y="40567"/>
                    <a:pt x="66983" y="43398"/>
                    <a:pt x="64153" y="43398"/>
                  </a:cubicBezTo>
                  <a:cubicBezTo>
                    <a:pt x="61323" y="43398"/>
                    <a:pt x="58493" y="40567"/>
                    <a:pt x="58493" y="37737"/>
                  </a:cubicBezTo>
                  <a:cubicBezTo>
                    <a:pt x="58493" y="34907"/>
                    <a:pt x="61323" y="32077"/>
                    <a:pt x="64153" y="32077"/>
                  </a:cubicBezTo>
                  <a:lnTo>
                    <a:pt x="64153" y="32077"/>
                  </a:lnTo>
                  <a:close/>
                  <a:moveTo>
                    <a:pt x="62266" y="50945"/>
                  </a:moveTo>
                  <a:cubicBezTo>
                    <a:pt x="62266" y="53775"/>
                    <a:pt x="59436" y="56606"/>
                    <a:pt x="56606" y="56606"/>
                  </a:cubicBezTo>
                  <a:cubicBezTo>
                    <a:pt x="53775" y="56606"/>
                    <a:pt x="50945" y="53775"/>
                    <a:pt x="50945" y="50945"/>
                  </a:cubicBezTo>
                  <a:cubicBezTo>
                    <a:pt x="50945" y="48115"/>
                    <a:pt x="53775" y="45285"/>
                    <a:pt x="56606" y="45285"/>
                  </a:cubicBezTo>
                  <a:cubicBezTo>
                    <a:pt x="59436" y="45285"/>
                    <a:pt x="62266" y="48115"/>
                    <a:pt x="62266" y="50945"/>
                  </a:cubicBezTo>
                  <a:lnTo>
                    <a:pt x="62266" y="50945"/>
                  </a:lnTo>
                  <a:close/>
                  <a:moveTo>
                    <a:pt x="49058" y="32077"/>
                  </a:moveTo>
                  <a:cubicBezTo>
                    <a:pt x="51889" y="32077"/>
                    <a:pt x="54719" y="34907"/>
                    <a:pt x="54719" y="37737"/>
                  </a:cubicBezTo>
                  <a:cubicBezTo>
                    <a:pt x="54719" y="40567"/>
                    <a:pt x="51889" y="43398"/>
                    <a:pt x="49058" y="43398"/>
                  </a:cubicBezTo>
                  <a:cubicBezTo>
                    <a:pt x="46228" y="43398"/>
                    <a:pt x="43398" y="40567"/>
                    <a:pt x="43398" y="37737"/>
                  </a:cubicBezTo>
                  <a:cubicBezTo>
                    <a:pt x="43398" y="34907"/>
                    <a:pt x="46228" y="32077"/>
                    <a:pt x="49058" y="32077"/>
                  </a:cubicBezTo>
                  <a:lnTo>
                    <a:pt x="49058" y="32077"/>
                  </a:lnTo>
                  <a:close/>
                  <a:moveTo>
                    <a:pt x="47171" y="50945"/>
                  </a:moveTo>
                  <a:cubicBezTo>
                    <a:pt x="47171" y="53775"/>
                    <a:pt x="44341" y="56606"/>
                    <a:pt x="41511" y="56606"/>
                  </a:cubicBezTo>
                  <a:cubicBezTo>
                    <a:pt x="38681" y="56606"/>
                    <a:pt x="35850" y="53775"/>
                    <a:pt x="35850" y="50945"/>
                  </a:cubicBezTo>
                  <a:cubicBezTo>
                    <a:pt x="35850" y="48115"/>
                    <a:pt x="38681" y="45285"/>
                    <a:pt x="41511" y="45285"/>
                  </a:cubicBezTo>
                  <a:cubicBezTo>
                    <a:pt x="44341" y="45285"/>
                    <a:pt x="47171" y="48115"/>
                    <a:pt x="47171" y="50945"/>
                  </a:cubicBezTo>
                  <a:lnTo>
                    <a:pt x="47171" y="50945"/>
                  </a:lnTo>
                  <a:close/>
                  <a:moveTo>
                    <a:pt x="28303" y="37737"/>
                  </a:moveTo>
                  <a:cubicBezTo>
                    <a:pt x="28303" y="34907"/>
                    <a:pt x="31133" y="32077"/>
                    <a:pt x="33963" y="32077"/>
                  </a:cubicBezTo>
                  <a:cubicBezTo>
                    <a:pt x="36794" y="32077"/>
                    <a:pt x="39624" y="34907"/>
                    <a:pt x="39624" y="37737"/>
                  </a:cubicBezTo>
                  <a:cubicBezTo>
                    <a:pt x="39624" y="40567"/>
                    <a:pt x="36794" y="43398"/>
                    <a:pt x="33963" y="43398"/>
                  </a:cubicBezTo>
                  <a:cubicBezTo>
                    <a:pt x="31133" y="43398"/>
                    <a:pt x="28303" y="40567"/>
                    <a:pt x="28303" y="37737"/>
                  </a:cubicBezTo>
                  <a:lnTo>
                    <a:pt x="28303" y="37737"/>
                  </a:lnTo>
                  <a:close/>
                  <a:moveTo>
                    <a:pt x="76418" y="192459"/>
                  </a:moveTo>
                  <a:cubicBezTo>
                    <a:pt x="72644" y="198120"/>
                    <a:pt x="66983" y="200950"/>
                    <a:pt x="60379" y="201894"/>
                  </a:cubicBezTo>
                  <a:cubicBezTo>
                    <a:pt x="59436" y="201894"/>
                    <a:pt x="57549" y="201894"/>
                    <a:pt x="56606" y="201894"/>
                  </a:cubicBezTo>
                  <a:cubicBezTo>
                    <a:pt x="51889" y="201894"/>
                    <a:pt x="46228" y="200007"/>
                    <a:pt x="42454" y="197177"/>
                  </a:cubicBezTo>
                  <a:cubicBezTo>
                    <a:pt x="36794" y="193403"/>
                    <a:pt x="33963" y="187742"/>
                    <a:pt x="33020" y="181138"/>
                  </a:cubicBezTo>
                  <a:cubicBezTo>
                    <a:pt x="32077" y="174534"/>
                    <a:pt x="33963" y="167930"/>
                    <a:pt x="37737" y="163213"/>
                  </a:cubicBezTo>
                  <a:cubicBezTo>
                    <a:pt x="41511" y="157553"/>
                    <a:pt x="47171" y="154722"/>
                    <a:pt x="53775" y="153779"/>
                  </a:cubicBezTo>
                  <a:cubicBezTo>
                    <a:pt x="60379" y="152835"/>
                    <a:pt x="66983" y="154722"/>
                    <a:pt x="71701" y="158496"/>
                  </a:cubicBezTo>
                  <a:cubicBezTo>
                    <a:pt x="77361" y="162270"/>
                    <a:pt x="80191" y="167930"/>
                    <a:pt x="81135" y="174534"/>
                  </a:cubicBezTo>
                  <a:cubicBezTo>
                    <a:pt x="82078" y="180195"/>
                    <a:pt x="80191" y="186799"/>
                    <a:pt x="76418" y="192459"/>
                  </a:cubicBezTo>
                  <a:lnTo>
                    <a:pt x="76418" y="192459"/>
                  </a:lnTo>
                  <a:close/>
                  <a:moveTo>
                    <a:pt x="79248" y="43398"/>
                  </a:moveTo>
                  <a:cubicBezTo>
                    <a:pt x="76418" y="43398"/>
                    <a:pt x="73587" y="40567"/>
                    <a:pt x="73587" y="37737"/>
                  </a:cubicBezTo>
                  <a:cubicBezTo>
                    <a:pt x="73587" y="34907"/>
                    <a:pt x="76418" y="32077"/>
                    <a:pt x="79248" y="32077"/>
                  </a:cubicBezTo>
                  <a:cubicBezTo>
                    <a:pt x="82078" y="32077"/>
                    <a:pt x="84909" y="34907"/>
                    <a:pt x="84909" y="37737"/>
                  </a:cubicBezTo>
                  <a:cubicBezTo>
                    <a:pt x="84909" y="40567"/>
                    <a:pt x="83022" y="43398"/>
                    <a:pt x="79248" y="43398"/>
                  </a:cubicBezTo>
                  <a:lnTo>
                    <a:pt x="79248" y="4339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26" name="Google Shape;1326;p48"/>
          <p:cNvGrpSpPr/>
          <p:nvPr/>
        </p:nvGrpSpPr>
        <p:grpSpPr>
          <a:xfrm>
            <a:off x="4033863" y="3509930"/>
            <a:ext cx="99791" cy="304492"/>
            <a:chOff x="3396850" y="2428965"/>
            <a:chExt cx="73587" cy="224535"/>
          </a:xfrm>
        </p:grpSpPr>
        <p:sp>
          <p:nvSpPr>
            <p:cNvPr id="1327" name="Google Shape;1327;p48"/>
            <p:cNvSpPr/>
            <p:nvPr/>
          </p:nvSpPr>
          <p:spPr>
            <a:xfrm>
              <a:off x="3418549" y="2428965"/>
              <a:ext cx="33020" cy="53775"/>
            </a:xfrm>
            <a:custGeom>
              <a:avLst/>
              <a:gdLst/>
              <a:ahLst/>
              <a:cxnLst/>
              <a:rect l="l" t="t" r="r" b="b"/>
              <a:pathLst>
                <a:path w="33020" h="53775" extrusionOk="0">
                  <a:moveTo>
                    <a:pt x="0" y="18869"/>
                  </a:moveTo>
                  <a:cubicBezTo>
                    <a:pt x="0" y="21699"/>
                    <a:pt x="0" y="22642"/>
                    <a:pt x="3774" y="31133"/>
                  </a:cubicBezTo>
                  <a:cubicBezTo>
                    <a:pt x="5661" y="35850"/>
                    <a:pt x="7547" y="44341"/>
                    <a:pt x="8491" y="53775"/>
                  </a:cubicBezTo>
                  <a:lnTo>
                    <a:pt x="24529" y="53775"/>
                  </a:lnTo>
                  <a:cubicBezTo>
                    <a:pt x="25473" y="43398"/>
                    <a:pt x="27360" y="34907"/>
                    <a:pt x="29246" y="31133"/>
                  </a:cubicBezTo>
                  <a:cubicBezTo>
                    <a:pt x="33020" y="22642"/>
                    <a:pt x="33020" y="20755"/>
                    <a:pt x="33020" y="18869"/>
                  </a:cubicBezTo>
                  <a:cubicBezTo>
                    <a:pt x="33020" y="17925"/>
                    <a:pt x="33020" y="17925"/>
                    <a:pt x="33020" y="16982"/>
                  </a:cubicBezTo>
                  <a:cubicBezTo>
                    <a:pt x="33020" y="10378"/>
                    <a:pt x="28303" y="0"/>
                    <a:pt x="16982" y="0"/>
                  </a:cubicBezTo>
                  <a:cubicBezTo>
                    <a:pt x="5661" y="0"/>
                    <a:pt x="943" y="10378"/>
                    <a:pt x="943" y="16982"/>
                  </a:cubicBezTo>
                  <a:cubicBezTo>
                    <a:pt x="0" y="17925"/>
                    <a:pt x="0" y="18869"/>
                    <a:pt x="0" y="18869"/>
                  </a:cubicBezTo>
                  <a:lnTo>
                    <a:pt x="0"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8" name="Google Shape;1328;p48"/>
            <p:cNvSpPr/>
            <p:nvPr/>
          </p:nvSpPr>
          <p:spPr>
            <a:xfrm>
              <a:off x="3396850" y="2519534"/>
              <a:ext cx="73587" cy="133966"/>
            </a:xfrm>
            <a:custGeom>
              <a:avLst/>
              <a:gdLst/>
              <a:ahLst/>
              <a:cxnLst/>
              <a:rect l="l" t="t" r="r" b="b"/>
              <a:pathLst>
                <a:path w="73587" h="133966" extrusionOk="0">
                  <a:moveTo>
                    <a:pt x="26416" y="133967"/>
                  </a:moveTo>
                  <a:lnTo>
                    <a:pt x="48115" y="133967"/>
                  </a:lnTo>
                  <a:cubicBezTo>
                    <a:pt x="53776" y="133967"/>
                    <a:pt x="58493" y="131137"/>
                    <a:pt x="61323" y="125476"/>
                  </a:cubicBezTo>
                  <a:cubicBezTo>
                    <a:pt x="67927" y="110381"/>
                    <a:pt x="73587" y="85852"/>
                    <a:pt x="73587" y="66983"/>
                  </a:cubicBezTo>
                  <a:cubicBezTo>
                    <a:pt x="73587" y="45285"/>
                    <a:pt x="67927" y="26416"/>
                    <a:pt x="56606" y="11321"/>
                  </a:cubicBezTo>
                  <a:cubicBezTo>
                    <a:pt x="53776" y="7547"/>
                    <a:pt x="51889" y="4717"/>
                    <a:pt x="50002" y="0"/>
                  </a:cubicBezTo>
                  <a:lnTo>
                    <a:pt x="23586" y="0"/>
                  </a:lnTo>
                  <a:cubicBezTo>
                    <a:pt x="21699" y="3774"/>
                    <a:pt x="19812" y="7547"/>
                    <a:pt x="16982" y="11321"/>
                  </a:cubicBezTo>
                  <a:cubicBezTo>
                    <a:pt x="5661" y="26416"/>
                    <a:pt x="0" y="44341"/>
                    <a:pt x="0" y="66983"/>
                  </a:cubicBezTo>
                  <a:cubicBezTo>
                    <a:pt x="0" y="84909"/>
                    <a:pt x="5661" y="109438"/>
                    <a:pt x="12265" y="125476"/>
                  </a:cubicBezTo>
                  <a:cubicBezTo>
                    <a:pt x="16038" y="130193"/>
                    <a:pt x="20756" y="133967"/>
                    <a:pt x="26416" y="133967"/>
                  </a:cubicBezTo>
                  <a:lnTo>
                    <a:pt x="26416" y="1339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9" name="Google Shape;1329;p48"/>
            <p:cNvSpPr/>
            <p:nvPr/>
          </p:nvSpPr>
          <p:spPr>
            <a:xfrm>
              <a:off x="3424210" y="2494062"/>
              <a:ext cx="19811" cy="16038"/>
            </a:xfrm>
            <a:custGeom>
              <a:avLst/>
              <a:gdLst/>
              <a:ahLst/>
              <a:cxnLst/>
              <a:rect l="l" t="t" r="r" b="b"/>
              <a:pathLst>
                <a:path w="19811" h="16038" extrusionOk="0">
                  <a:moveTo>
                    <a:pt x="17925" y="0"/>
                  </a:moveTo>
                  <a:lnTo>
                    <a:pt x="1887" y="0"/>
                  </a:lnTo>
                  <a:cubicBezTo>
                    <a:pt x="1887" y="4717"/>
                    <a:pt x="943" y="10378"/>
                    <a:pt x="0" y="16038"/>
                  </a:cubicBezTo>
                  <a:lnTo>
                    <a:pt x="19812" y="16038"/>
                  </a:lnTo>
                  <a:cubicBezTo>
                    <a:pt x="18869" y="10378"/>
                    <a:pt x="18869" y="5661"/>
                    <a:pt x="17925" y="0"/>
                  </a:cubicBezTo>
                  <a:lnTo>
                    <a:pt x="1792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30" name="Google Shape;1330;p48"/>
          <p:cNvSpPr/>
          <p:nvPr/>
        </p:nvSpPr>
        <p:spPr>
          <a:xfrm>
            <a:off x="3930185" y="4208637"/>
            <a:ext cx="306803" cy="276122"/>
          </a:xfrm>
          <a:custGeom>
            <a:avLst/>
            <a:gdLst/>
            <a:ahLst/>
            <a:cxnLst/>
            <a:rect l="l" t="t" r="r" b="b"/>
            <a:pathLst>
              <a:path w="226423" h="203780" extrusionOk="0">
                <a:moveTo>
                  <a:pt x="226423" y="28303"/>
                </a:moveTo>
                <a:cubicBezTo>
                  <a:pt x="226423" y="12265"/>
                  <a:pt x="214158" y="0"/>
                  <a:pt x="198120" y="0"/>
                </a:cubicBezTo>
                <a:cubicBezTo>
                  <a:pt x="183969" y="0"/>
                  <a:pt x="172648" y="10378"/>
                  <a:pt x="169817" y="23586"/>
                </a:cubicBezTo>
                <a:cubicBezTo>
                  <a:pt x="167930" y="10378"/>
                  <a:pt x="155666" y="0"/>
                  <a:pt x="141514" y="0"/>
                </a:cubicBezTo>
                <a:cubicBezTo>
                  <a:pt x="127363" y="0"/>
                  <a:pt x="116042" y="10378"/>
                  <a:pt x="113212" y="23586"/>
                </a:cubicBezTo>
                <a:cubicBezTo>
                  <a:pt x="111325" y="10378"/>
                  <a:pt x="99060" y="0"/>
                  <a:pt x="84909" y="0"/>
                </a:cubicBezTo>
                <a:cubicBezTo>
                  <a:pt x="70757" y="0"/>
                  <a:pt x="59436" y="10378"/>
                  <a:pt x="56606" y="23586"/>
                </a:cubicBezTo>
                <a:cubicBezTo>
                  <a:pt x="54719" y="10378"/>
                  <a:pt x="42454" y="0"/>
                  <a:pt x="28303" y="0"/>
                </a:cubicBezTo>
                <a:cubicBezTo>
                  <a:pt x="12265" y="0"/>
                  <a:pt x="0" y="12265"/>
                  <a:pt x="0" y="28303"/>
                </a:cubicBezTo>
                <a:cubicBezTo>
                  <a:pt x="0" y="44341"/>
                  <a:pt x="12265" y="56606"/>
                  <a:pt x="28303" y="56606"/>
                </a:cubicBezTo>
                <a:cubicBezTo>
                  <a:pt x="32077" y="56606"/>
                  <a:pt x="35850" y="55662"/>
                  <a:pt x="39624" y="54719"/>
                </a:cubicBezTo>
                <a:cubicBezTo>
                  <a:pt x="33020" y="59436"/>
                  <a:pt x="28303" y="67927"/>
                  <a:pt x="28303" y="77361"/>
                </a:cubicBezTo>
                <a:cubicBezTo>
                  <a:pt x="28303" y="93399"/>
                  <a:pt x="40568" y="105664"/>
                  <a:pt x="56606" y="105664"/>
                </a:cubicBezTo>
                <a:cubicBezTo>
                  <a:pt x="60380" y="105664"/>
                  <a:pt x="64153" y="104721"/>
                  <a:pt x="67927" y="103777"/>
                </a:cubicBezTo>
                <a:cubicBezTo>
                  <a:pt x="61323" y="108494"/>
                  <a:pt x="56606" y="116985"/>
                  <a:pt x="56606" y="126419"/>
                </a:cubicBezTo>
                <a:cubicBezTo>
                  <a:pt x="56606" y="142458"/>
                  <a:pt x="68870" y="154722"/>
                  <a:pt x="84909" y="154722"/>
                </a:cubicBezTo>
                <a:cubicBezTo>
                  <a:pt x="88682" y="154722"/>
                  <a:pt x="92456" y="153779"/>
                  <a:pt x="96230" y="152835"/>
                </a:cubicBezTo>
                <a:cubicBezTo>
                  <a:pt x="89626" y="157553"/>
                  <a:pt x="84909" y="166043"/>
                  <a:pt x="84909" y="175478"/>
                </a:cubicBezTo>
                <a:cubicBezTo>
                  <a:pt x="84909" y="191516"/>
                  <a:pt x="97173" y="203781"/>
                  <a:pt x="113212" y="203781"/>
                </a:cubicBezTo>
                <a:cubicBezTo>
                  <a:pt x="129250" y="203781"/>
                  <a:pt x="141514" y="191516"/>
                  <a:pt x="141514" y="175478"/>
                </a:cubicBezTo>
                <a:cubicBezTo>
                  <a:pt x="141514" y="166043"/>
                  <a:pt x="136797" y="157553"/>
                  <a:pt x="130193" y="152835"/>
                </a:cubicBezTo>
                <a:cubicBezTo>
                  <a:pt x="133967" y="154722"/>
                  <a:pt x="137741" y="154722"/>
                  <a:pt x="141514" y="154722"/>
                </a:cubicBezTo>
                <a:cubicBezTo>
                  <a:pt x="157553" y="154722"/>
                  <a:pt x="169817" y="142458"/>
                  <a:pt x="169817" y="126419"/>
                </a:cubicBezTo>
                <a:cubicBezTo>
                  <a:pt x="169817" y="116985"/>
                  <a:pt x="165100" y="108494"/>
                  <a:pt x="158496" y="103777"/>
                </a:cubicBezTo>
                <a:cubicBezTo>
                  <a:pt x="162270" y="105664"/>
                  <a:pt x="166043" y="105664"/>
                  <a:pt x="169817" y="105664"/>
                </a:cubicBezTo>
                <a:cubicBezTo>
                  <a:pt x="185856" y="105664"/>
                  <a:pt x="198120" y="93399"/>
                  <a:pt x="198120" y="77361"/>
                </a:cubicBezTo>
                <a:cubicBezTo>
                  <a:pt x="198120" y="67927"/>
                  <a:pt x="193403" y="59436"/>
                  <a:pt x="186799" y="54719"/>
                </a:cubicBezTo>
                <a:cubicBezTo>
                  <a:pt x="190573" y="56606"/>
                  <a:pt x="194346" y="56606"/>
                  <a:pt x="198120" y="56606"/>
                </a:cubicBezTo>
                <a:cubicBezTo>
                  <a:pt x="213215" y="56606"/>
                  <a:pt x="226423" y="43398"/>
                  <a:pt x="226423" y="28303"/>
                </a:cubicBezTo>
                <a:lnTo>
                  <a:pt x="226423" y="28303"/>
                </a:lnTo>
                <a:close/>
                <a:moveTo>
                  <a:pt x="141514" y="72644"/>
                </a:moveTo>
                <a:cubicBezTo>
                  <a:pt x="140571" y="65097"/>
                  <a:pt x="135854" y="58493"/>
                  <a:pt x="130193" y="53775"/>
                </a:cubicBezTo>
                <a:cubicBezTo>
                  <a:pt x="133967" y="55662"/>
                  <a:pt x="137741" y="55662"/>
                  <a:pt x="141514" y="55662"/>
                </a:cubicBezTo>
                <a:cubicBezTo>
                  <a:pt x="145288" y="55662"/>
                  <a:pt x="149062" y="54719"/>
                  <a:pt x="152836" y="53775"/>
                </a:cubicBezTo>
                <a:cubicBezTo>
                  <a:pt x="147175" y="58493"/>
                  <a:pt x="143401" y="65097"/>
                  <a:pt x="141514" y="72644"/>
                </a:cubicBezTo>
                <a:lnTo>
                  <a:pt x="141514" y="72644"/>
                </a:lnTo>
                <a:close/>
                <a:moveTo>
                  <a:pt x="114155" y="121702"/>
                </a:moveTo>
                <a:cubicBezTo>
                  <a:pt x="113212" y="114155"/>
                  <a:pt x="108494" y="107551"/>
                  <a:pt x="102834" y="102834"/>
                </a:cubicBezTo>
                <a:cubicBezTo>
                  <a:pt x="106608" y="104721"/>
                  <a:pt x="110381" y="104721"/>
                  <a:pt x="114155" y="104721"/>
                </a:cubicBezTo>
                <a:cubicBezTo>
                  <a:pt x="117929" y="104721"/>
                  <a:pt x="121702" y="103777"/>
                  <a:pt x="125476" y="102834"/>
                </a:cubicBezTo>
                <a:cubicBezTo>
                  <a:pt x="118872" y="107551"/>
                  <a:pt x="115098" y="114155"/>
                  <a:pt x="114155" y="121702"/>
                </a:cubicBezTo>
                <a:lnTo>
                  <a:pt x="114155" y="121702"/>
                </a:lnTo>
                <a:close/>
                <a:moveTo>
                  <a:pt x="85852" y="72644"/>
                </a:moveTo>
                <a:cubicBezTo>
                  <a:pt x="84909" y="65097"/>
                  <a:pt x="80192" y="58493"/>
                  <a:pt x="74531" y="53775"/>
                </a:cubicBezTo>
                <a:cubicBezTo>
                  <a:pt x="78305" y="55662"/>
                  <a:pt x="82078" y="55662"/>
                  <a:pt x="85852" y="55662"/>
                </a:cubicBezTo>
                <a:cubicBezTo>
                  <a:pt x="89626" y="55662"/>
                  <a:pt x="93400" y="54719"/>
                  <a:pt x="97173" y="53775"/>
                </a:cubicBezTo>
                <a:cubicBezTo>
                  <a:pt x="91513" y="58493"/>
                  <a:pt x="86796" y="65097"/>
                  <a:pt x="85852" y="72644"/>
                </a:cubicBezTo>
                <a:lnTo>
                  <a:pt x="85852" y="72644"/>
                </a:lnTo>
                <a:close/>
                <a:moveTo>
                  <a:pt x="124533" y="50945"/>
                </a:moveTo>
                <a:cubicBezTo>
                  <a:pt x="120759" y="49058"/>
                  <a:pt x="116985" y="49058"/>
                  <a:pt x="113212" y="49058"/>
                </a:cubicBezTo>
                <a:cubicBezTo>
                  <a:pt x="109438" y="49058"/>
                  <a:pt x="105664" y="50002"/>
                  <a:pt x="101890" y="50945"/>
                </a:cubicBezTo>
                <a:cubicBezTo>
                  <a:pt x="107551" y="46228"/>
                  <a:pt x="111325" y="39624"/>
                  <a:pt x="113212" y="32077"/>
                </a:cubicBezTo>
                <a:cubicBezTo>
                  <a:pt x="115098" y="39624"/>
                  <a:pt x="118872" y="46228"/>
                  <a:pt x="124533" y="50945"/>
                </a:cubicBezTo>
                <a:lnTo>
                  <a:pt x="124533" y="50945"/>
                </a:lnTo>
                <a:close/>
                <a:moveTo>
                  <a:pt x="58493" y="32077"/>
                </a:moveTo>
                <a:cubicBezTo>
                  <a:pt x="59436" y="39624"/>
                  <a:pt x="64153" y="46228"/>
                  <a:pt x="69814" y="50945"/>
                </a:cubicBezTo>
                <a:cubicBezTo>
                  <a:pt x="66040" y="49058"/>
                  <a:pt x="62266" y="49058"/>
                  <a:pt x="58493" y="49058"/>
                </a:cubicBezTo>
                <a:cubicBezTo>
                  <a:pt x="54719" y="49058"/>
                  <a:pt x="50945" y="50002"/>
                  <a:pt x="47172" y="50945"/>
                </a:cubicBezTo>
                <a:cubicBezTo>
                  <a:pt x="52832" y="46228"/>
                  <a:pt x="56606" y="39624"/>
                  <a:pt x="58493" y="32077"/>
                </a:cubicBezTo>
                <a:lnTo>
                  <a:pt x="58493" y="32077"/>
                </a:lnTo>
                <a:close/>
                <a:moveTo>
                  <a:pt x="85852" y="81135"/>
                </a:moveTo>
                <a:cubicBezTo>
                  <a:pt x="86796" y="88682"/>
                  <a:pt x="91513" y="95286"/>
                  <a:pt x="97173" y="100003"/>
                </a:cubicBezTo>
                <a:cubicBezTo>
                  <a:pt x="93400" y="98117"/>
                  <a:pt x="89626" y="98117"/>
                  <a:pt x="85852" y="98117"/>
                </a:cubicBezTo>
                <a:cubicBezTo>
                  <a:pt x="82078" y="98117"/>
                  <a:pt x="78305" y="99060"/>
                  <a:pt x="74531" y="100003"/>
                </a:cubicBezTo>
                <a:cubicBezTo>
                  <a:pt x="81135" y="95286"/>
                  <a:pt x="84909" y="88682"/>
                  <a:pt x="85852" y="81135"/>
                </a:cubicBezTo>
                <a:lnTo>
                  <a:pt x="85852" y="81135"/>
                </a:lnTo>
                <a:close/>
                <a:moveTo>
                  <a:pt x="114155" y="146231"/>
                </a:moveTo>
                <a:cubicBezTo>
                  <a:pt x="110381" y="146231"/>
                  <a:pt x="106608" y="147175"/>
                  <a:pt x="102834" y="148118"/>
                </a:cubicBezTo>
                <a:cubicBezTo>
                  <a:pt x="108494" y="143401"/>
                  <a:pt x="112268" y="136797"/>
                  <a:pt x="114155" y="129250"/>
                </a:cubicBezTo>
                <a:cubicBezTo>
                  <a:pt x="115098" y="136797"/>
                  <a:pt x="119816" y="143401"/>
                  <a:pt x="125476" y="148118"/>
                </a:cubicBezTo>
                <a:cubicBezTo>
                  <a:pt x="121702" y="146231"/>
                  <a:pt x="117929" y="146231"/>
                  <a:pt x="114155" y="146231"/>
                </a:cubicBezTo>
                <a:lnTo>
                  <a:pt x="114155" y="146231"/>
                </a:lnTo>
                <a:close/>
                <a:moveTo>
                  <a:pt x="141514" y="97173"/>
                </a:moveTo>
                <a:cubicBezTo>
                  <a:pt x="137741" y="97173"/>
                  <a:pt x="133967" y="98117"/>
                  <a:pt x="130193" y="99060"/>
                </a:cubicBezTo>
                <a:cubicBezTo>
                  <a:pt x="135854" y="94343"/>
                  <a:pt x="139628" y="87739"/>
                  <a:pt x="141514" y="80191"/>
                </a:cubicBezTo>
                <a:cubicBezTo>
                  <a:pt x="142458" y="87739"/>
                  <a:pt x="147175" y="94343"/>
                  <a:pt x="152836" y="99060"/>
                </a:cubicBezTo>
                <a:cubicBezTo>
                  <a:pt x="150005" y="98117"/>
                  <a:pt x="146232" y="97173"/>
                  <a:pt x="141514" y="97173"/>
                </a:cubicBezTo>
                <a:lnTo>
                  <a:pt x="141514" y="97173"/>
                </a:lnTo>
                <a:close/>
                <a:moveTo>
                  <a:pt x="169817" y="49058"/>
                </a:moveTo>
                <a:cubicBezTo>
                  <a:pt x="166043" y="49058"/>
                  <a:pt x="162270" y="50002"/>
                  <a:pt x="158496" y="50945"/>
                </a:cubicBezTo>
                <a:cubicBezTo>
                  <a:pt x="164157" y="46228"/>
                  <a:pt x="167930" y="39624"/>
                  <a:pt x="169817" y="32077"/>
                </a:cubicBezTo>
                <a:cubicBezTo>
                  <a:pt x="170761" y="39624"/>
                  <a:pt x="175478" y="46228"/>
                  <a:pt x="181138" y="50945"/>
                </a:cubicBezTo>
                <a:cubicBezTo>
                  <a:pt x="177365" y="49058"/>
                  <a:pt x="173591" y="49058"/>
                  <a:pt x="169817" y="49058"/>
                </a:cubicBezTo>
                <a:lnTo>
                  <a:pt x="169817"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31" name="Google Shape;1331;p48"/>
          <p:cNvGrpSpPr/>
          <p:nvPr/>
        </p:nvGrpSpPr>
        <p:grpSpPr>
          <a:xfrm>
            <a:off x="4906812" y="1464874"/>
            <a:ext cx="304493" cy="268669"/>
            <a:chOff x="4209142" y="-222068"/>
            <a:chExt cx="224536" cy="198119"/>
          </a:xfrm>
        </p:grpSpPr>
        <p:sp>
          <p:nvSpPr>
            <p:cNvPr id="1332" name="Google Shape;1332;p48"/>
            <p:cNvSpPr/>
            <p:nvPr/>
          </p:nvSpPr>
          <p:spPr>
            <a:xfrm>
              <a:off x="4242162" y="-113574"/>
              <a:ext cx="28302" cy="19812"/>
            </a:xfrm>
            <a:custGeom>
              <a:avLst/>
              <a:gdLst/>
              <a:ahLst/>
              <a:cxnLst/>
              <a:rect l="l" t="t" r="r" b="b"/>
              <a:pathLst>
                <a:path w="28302" h="19812" extrusionOk="0">
                  <a:moveTo>
                    <a:pt x="0" y="19812"/>
                  </a:moveTo>
                  <a:lnTo>
                    <a:pt x="28303" y="19812"/>
                  </a:lnTo>
                  <a:cubicBezTo>
                    <a:pt x="27359"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3" name="Google Shape;1333;p48"/>
            <p:cNvSpPr/>
            <p:nvPr/>
          </p:nvSpPr>
          <p:spPr>
            <a:xfrm>
              <a:off x="4209142" y="-86214"/>
              <a:ext cx="224536" cy="31133"/>
            </a:xfrm>
            <a:custGeom>
              <a:avLst/>
              <a:gdLst/>
              <a:ahLst/>
              <a:cxnLst/>
              <a:rect l="l" t="t" r="r" b="b"/>
              <a:pathLst>
                <a:path w="224536" h="31133" extrusionOk="0">
                  <a:moveTo>
                    <a:pt x="210385" y="0"/>
                  </a:moveTo>
                  <a:lnTo>
                    <a:pt x="14151" y="0"/>
                  </a:lnTo>
                  <a:cubicBezTo>
                    <a:pt x="6604" y="0"/>
                    <a:pt x="0" y="6604"/>
                    <a:pt x="0" y="14151"/>
                  </a:cubicBezTo>
                  <a:lnTo>
                    <a:pt x="0" y="16982"/>
                  </a:lnTo>
                  <a:cubicBezTo>
                    <a:pt x="0" y="24529"/>
                    <a:pt x="6604" y="31133"/>
                    <a:pt x="14151" y="31133"/>
                  </a:cubicBezTo>
                  <a:lnTo>
                    <a:pt x="210385" y="31133"/>
                  </a:lnTo>
                  <a:cubicBezTo>
                    <a:pt x="217932" y="31133"/>
                    <a:pt x="224536" y="24529"/>
                    <a:pt x="224536" y="16982"/>
                  </a:cubicBezTo>
                  <a:lnTo>
                    <a:pt x="224536" y="14151"/>
                  </a:lnTo>
                  <a:cubicBezTo>
                    <a:pt x="224536" y="6604"/>
                    <a:pt x="217932" y="0"/>
                    <a:pt x="210385" y="0"/>
                  </a:cubicBezTo>
                  <a:lnTo>
                    <a:pt x="21038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4" name="Google Shape;1334;p48"/>
            <p:cNvSpPr/>
            <p:nvPr/>
          </p:nvSpPr>
          <p:spPr>
            <a:xfrm>
              <a:off x="4316693"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5" name="Google Shape;1335;p48"/>
            <p:cNvSpPr/>
            <p:nvPr/>
          </p:nvSpPr>
          <p:spPr>
            <a:xfrm>
              <a:off x="4311033"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6038" y="22642"/>
                    <a:pt x="16982"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6" name="Google Shape;1336;p48"/>
            <p:cNvSpPr/>
            <p:nvPr/>
          </p:nvSpPr>
          <p:spPr>
            <a:xfrm>
              <a:off x="4252540"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7" name="Google Shape;1337;p48"/>
            <p:cNvSpPr/>
            <p:nvPr/>
          </p:nvSpPr>
          <p:spPr>
            <a:xfrm>
              <a:off x="4307259" y="-113574"/>
              <a:ext cx="28302" cy="19812"/>
            </a:xfrm>
            <a:custGeom>
              <a:avLst/>
              <a:gdLst/>
              <a:ahLst/>
              <a:cxnLst/>
              <a:rect l="l" t="t" r="r" b="b"/>
              <a:pathLst>
                <a:path w="28302" h="19812" extrusionOk="0">
                  <a:moveTo>
                    <a:pt x="0" y="19812"/>
                  </a:moveTo>
                  <a:lnTo>
                    <a:pt x="28303" y="19812"/>
                  </a:lnTo>
                  <a:cubicBezTo>
                    <a:pt x="27360"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8" name="Google Shape;1338;p48"/>
            <p:cNvSpPr/>
            <p:nvPr/>
          </p:nvSpPr>
          <p:spPr>
            <a:xfrm>
              <a:off x="4246880"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6038" y="22642"/>
                    <a:pt x="16038"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9" name="Google Shape;1339;p48"/>
            <p:cNvSpPr/>
            <p:nvPr/>
          </p:nvSpPr>
          <p:spPr>
            <a:xfrm>
              <a:off x="4300655"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4717"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0" name="Google Shape;1340;p48"/>
            <p:cNvSpPr/>
            <p:nvPr/>
          </p:nvSpPr>
          <p:spPr>
            <a:xfrm>
              <a:off x="4364808"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4717"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1" name="Google Shape;1341;p48"/>
            <p:cNvSpPr/>
            <p:nvPr/>
          </p:nvSpPr>
          <p:spPr>
            <a:xfrm>
              <a:off x="4236502" y="-47534"/>
              <a:ext cx="40567" cy="23585"/>
            </a:xfrm>
            <a:custGeom>
              <a:avLst/>
              <a:gdLst/>
              <a:ahLst/>
              <a:cxnLst/>
              <a:rect l="l" t="t" r="r" b="b"/>
              <a:pathLst>
                <a:path w="40567" h="23585" extrusionOk="0">
                  <a:moveTo>
                    <a:pt x="6604" y="19812"/>
                  </a:moveTo>
                  <a:cubicBezTo>
                    <a:pt x="7547" y="21699"/>
                    <a:pt x="10378" y="23586"/>
                    <a:pt x="12265" y="23586"/>
                  </a:cubicBezTo>
                  <a:lnTo>
                    <a:pt x="28303" y="23586"/>
                  </a:lnTo>
                  <a:cubicBezTo>
                    <a:pt x="31133" y="23586"/>
                    <a:pt x="33020" y="21699"/>
                    <a:pt x="33963" y="19812"/>
                  </a:cubicBezTo>
                  <a:cubicBezTo>
                    <a:pt x="36794" y="14151"/>
                    <a:pt x="38681" y="7547"/>
                    <a:pt x="40567" y="0"/>
                  </a:cubicBezTo>
                  <a:lnTo>
                    <a:pt x="0" y="0"/>
                  </a:lnTo>
                  <a:cubicBezTo>
                    <a:pt x="1887" y="7547"/>
                    <a:pt x="3774" y="15095"/>
                    <a:pt x="6604" y="19812"/>
                  </a:cubicBezTo>
                  <a:lnTo>
                    <a:pt x="6604"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2" name="Google Shape;1342;p48"/>
            <p:cNvSpPr/>
            <p:nvPr/>
          </p:nvSpPr>
          <p:spPr>
            <a:xfrm>
              <a:off x="4225181" y="-222068"/>
              <a:ext cx="198120" cy="128306"/>
            </a:xfrm>
            <a:custGeom>
              <a:avLst/>
              <a:gdLst/>
              <a:ahLst/>
              <a:cxnLst/>
              <a:rect l="l" t="t" r="r" b="b"/>
              <a:pathLst>
                <a:path w="198120" h="128306" extrusionOk="0">
                  <a:moveTo>
                    <a:pt x="14151" y="119816"/>
                  </a:moveTo>
                  <a:cubicBezTo>
                    <a:pt x="22642" y="109438"/>
                    <a:pt x="19812" y="89626"/>
                    <a:pt x="17925" y="83965"/>
                  </a:cubicBezTo>
                  <a:cubicBezTo>
                    <a:pt x="15095" y="77361"/>
                    <a:pt x="15095" y="76418"/>
                    <a:pt x="15095" y="73587"/>
                  </a:cubicBezTo>
                  <a:cubicBezTo>
                    <a:pt x="15095" y="73587"/>
                    <a:pt x="15095" y="72644"/>
                    <a:pt x="15095" y="72644"/>
                  </a:cubicBezTo>
                  <a:cubicBezTo>
                    <a:pt x="15095" y="64153"/>
                    <a:pt x="21699" y="54719"/>
                    <a:pt x="32077" y="54719"/>
                  </a:cubicBezTo>
                  <a:cubicBezTo>
                    <a:pt x="42454" y="54719"/>
                    <a:pt x="49058" y="64153"/>
                    <a:pt x="49058" y="72644"/>
                  </a:cubicBezTo>
                  <a:cubicBezTo>
                    <a:pt x="49058" y="72644"/>
                    <a:pt x="49058" y="73587"/>
                    <a:pt x="49058" y="73587"/>
                  </a:cubicBezTo>
                  <a:cubicBezTo>
                    <a:pt x="49058" y="76418"/>
                    <a:pt x="49058" y="78304"/>
                    <a:pt x="46228" y="83965"/>
                  </a:cubicBezTo>
                  <a:cubicBezTo>
                    <a:pt x="43398" y="89626"/>
                    <a:pt x="41511" y="109438"/>
                    <a:pt x="50002" y="119816"/>
                  </a:cubicBezTo>
                  <a:cubicBezTo>
                    <a:pt x="51889" y="122646"/>
                    <a:pt x="53775" y="125476"/>
                    <a:pt x="55662" y="128306"/>
                  </a:cubicBezTo>
                  <a:lnTo>
                    <a:pt x="73587" y="128306"/>
                  </a:lnTo>
                  <a:cubicBezTo>
                    <a:pt x="75474" y="125476"/>
                    <a:pt x="77361" y="122646"/>
                    <a:pt x="79248" y="119816"/>
                  </a:cubicBezTo>
                  <a:cubicBezTo>
                    <a:pt x="87739" y="109438"/>
                    <a:pt x="84909" y="89626"/>
                    <a:pt x="83022" y="83965"/>
                  </a:cubicBezTo>
                  <a:cubicBezTo>
                    <a:pt x="80191" y="77361"/>
                    <a:pt x="80191" y="76418"/>
                    <a:pt x="80191" y="73587"/>
                  </a:cubicBezTo>
                  <a:cubicBezTo>
                    <a:pt x="80191" y="73587"/>
                    <a:pt x="80191" y="72644"/>
                    <a:pt x="80191" y="72644"/>
                  </a:cubicBezTo>
                  <a:cubicBezTo>
                    <a:pt x="80191" y="64153"/>
                    <a:pt x="86795" y="54719"/>
                    <a:pt x="97173" y="54719"/>
                  </a:cubicBezTo>
                  <a:cubicBezTo>
                    <a:pt x="107551" y="54719"/>
                    <a:pt x="114155" y="64153"/>
                    <a:pt x="114155" y="72644"/>
                  </a:cubicBezTo>
                  <a:cubicBezTo>
                    <a:pt x="114155" y="72644"/>
                    <a:pt x="114155" y="73587"/>
                    <a:pt x="114155" y="73587"/>
                  </a:cubicBezTo>
                  <a:cubicBezTo>
                    <a:pt x="114155" y="76418"/>
                    <a:pt x="114155" y="78304"/>
                    <a:pt x="111325" y="83965"/>
                  </a:cubicBezTo>
                  <a:cubicBezTo>
                    <a:pt x="108494" y="89626"/>
                    <a:pt x="106607" y="109438"/>
                    <a:pt x="115098" y="119816"/>
                  </a:cubicBezTo>
                  <a:cubicBezTo>
                    <a:pt x="116985" y="122646"/>
                    <a:pt x="118872" y="125476"/>
                    <a:pt x="120759" y="128306"/>
                  </a:cubicBezTo>
                  <a:lnTo>
                    <a:pt x="138684" y="128306"/>
                  </a:lnTo>
                  <a:cubicBezTo>
                    <a:pt x="140571" y="125476"/>
                    <a:pt x="142458" y="122646"/>
                    <a:pt x="144345" y="119816"/>
                  </a:cubicBezTo>
                  <a:cubicBezTo>
                    <a:pt x="152835" y="109438"/>
                    <a:pt x="150005" y="89626"/>
                    <a:pt x="148118" y="83965"/>
                  </a:cubicBezTo>
                  <a:cubicBezTo>
                    <a:pt x="145288" y="77361"/>
                    <a:pt x="145288" y="76418"/>
                    <a:pt x="145288" y="73587"/>
                  </a:cubicBezTo>
                  <a:cubicBezTo>
                    <a:pt x="145288" y="73587"/>
                    <a:pt x="145288" y="72644"/>
                    <a:pt x="145288" y="72644"/>
                  </a:cubicBezTo>
                  <a:cubicBezTo>
                    <a:pt x="145288" y="64153"/>
                    <a:pt x="151892" y="54719"/>
                    <a:pt x="162270" y="54719"/>
                  </a:cubicBezTo>
                  <a:cubicBezTo>
                    <a:pt x="172647" y="54719"/>
                    <a:pt x="179251" y="64153"/>
                    <a:pt x="179251" y="72644"/>
                  </a:cubicBezTo>
                  <a:cubicBezTo>
                    <a:pt x="179251" y="72644"/>
                    <a:pt x="179251" y="73587"/>
                    <a:pt x="179251" y="73587"/>
                  </a:cubicBezTo>
                  <a:cubicBezTo>
                    <a:pt x="179251" y="76418"/>
                    <a:pt x="179251" y="78304"/>
                    <a:pt x="176421" y="83965"/>
                  </a:cubicBezTo>
                  <a:cubicBezTo>
                    <a:pt x="173591" y="89626"/>
                    <a:pt x="171704" y="109438"/>
                    <a:pt x="180195" y="119816"/>
                  </a:cubicBezTo>
                  <a:cubicBezTo>
                    <a:pt x="182082" y="122646"/>
                    <a:pt x="183969" y="125476"/>
                    <a:pt x="185855" y="128306"/>
                  </a:cubicBezTo>
                  <a:lnTo>
                    <a:pt x="198120" y="128306"/>
                  </a:lnTo>
                  <a:lnTo>
                    <a:pt x="198120" y="8491"/>
                  </a:lnTo>
                  <a:cubicBezTo>
                    <a:pt x="198120" y="3774"/>
                    <a:pt x="194346" y="0"/>
                    <a:pt x="189629" y="0"/>
                  </a:cubicBezTo>
                  <a:lnTo>
                    <a:pt x="8491" y="0"/>
                  </a:lnTo>
                  <a:cubicBezTo>
                    <a:pt x="3774" y="0"/>
                    <a:pt x="0" y="3774"/>
                    <a:pt x="0" y="8491"/>
                  </a:cubicBezTo>
                  <a:lnTo>
                    <a:pt x="0" y="128306"/>
                  </a:lnTo>
                  <a:lnTo>
                    <a:pt x="12265" y="128306"/>
                  </a:lnTo>
                  <a:cubicBezTo>
                    <a:pt x="10378" y="125476"/>
                    <a:pt x="12265" y="122646"/>
                    <a:pt x="14151" y="119816"/>
                  </a:cubicBezTo>
                  <a:lnTo>
                    <a:pt x="14151" y="1198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3" name="Google Shape;1343;p48"/>
            <p:cNvSpPr/>
            <p:nvPr/>
          </p:nvSpPr>
          <p:spPr>
            <a:xfrm>
              <a:off x="4376129" y="-160745"/>
              <a:ext cx="18868" cy="25472"/>
            </a:xfrm>
            <a:custGeom>
              <a:avLst/>
              <a:gdLst/>
              <a:ahLst/>
              <a:cxnLst/>
              <a:rect l="l" t="t" r="r" b="b"/>
              <a:pathLst>
                <a:path w="18868" h="25472" extrusionOk="0">
                  <a:moveTo>
                    <a:pt x="16982" y="18869"/>
                  </a:moveTo>
                  <a:cubicBezTo>
                    <a:pt x="18869" y="13208"/>
                    <a:pt x="18869" y="13208"/>
                    <a:pt x="18869" y="11321"/>
                  </a:cubicBezTo>
                  <a:cubicBezTo>
                    <a:pt x="18869" y="11321"/>
                    <a:pt x="18869" y="10378"/>
                    <a:pt x="18869" y="10378"/>
                  </a:cubicBezTo>
                  <a:cubicBezTo>
                    <a:pt x="18869" y="6604"/>
                    <a:pt x="16038" y="0"/>
                    <a:pt x="9434" y="0"/>
                  </a:cubicBezTo>
                  <a:cubicBezTo>
                    <a:pt x="2830" y="0"/>
                    <a:pt x="0" y="5661"/>
                    <a:pt x="0" y="10378"/>
                  </a:cubicBezTo>
                  <a:cubicBezTo>
                    <a:pt x="0" y="10378"/>
                    <a:pt x="0" y="11321"/>
                    <a:pt x="0" y="11321"/>
                  </a:cubicBezTo>
                  <a:cubicBezTo>
                    <a:pt x="0" y="12264"/>
                    <a:pt x="0" y="13208"/>
                    <a:pt x="1887" y="18869"/>
                  </a:cubicBezTo>
                  <a:cubicBezTo>
                    <a:pt x="2830" y="20756"/>
                    <a:pt x="2830" y="22642"/>
                    <a:pt x="3774" y="25473"/>
                  </a:cubicBezTo>
                  <a:lnTo>
                    <a:pt x="14151" y="25473"/>
                  </a:lnTo>
                  <a:cubicBezTo>
                    <a:pt x="15095" y="22642"/>
                    <a:pt x="16038" y="20756"/>
                    <a:pt x="16982" y="18869"/>
                  </a:cubicBezTo>
                  <a:lnTo>
                    <a:pt x="16982"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4" name="Google Shape;1344;p48"/>
            <p:cNvSpPr/>
            <p:nvPr/>
          </p:nvSpPr>
          <p:spPr>
            <a:xfrm>
              <a:off x="4371412" y="-113574"/>
              <a:ext cx="28302" cy="19812"/>
            </a:xfrm>
            <a:custGeom>
              <a:avLst/>
              <a:gdLst/>
              <a:ahLst/>
              <a:cxnLst/>
              <a:rect l="l" t="t" r="r" b="b"/>
              <a:pathLst>
                <a:path w="28302" h="19812" extrusionOk="0">
                  <a:moveTo>
                    <a:pt x="0" y="19812"/>
                  </a:moveTo>
                  <a:lnTo>
                    <a:pt x="28303" y="19812"/>
                  </a:lnTo>
                  <a:cubicBezTo>
                    <a:pt x="27360" y="17925"/>
                    <a:pt x="26416" y="16982"/>
                    <a:pt x="25473" y="16038"/>
                  </a:cubicBezTo>
                  <a:cubicBezTo>
                    <a:pt x="21699" y="11321"/>
                    <a:pt x="19812" y="5661"/>
                    <a:pt x="18869" y="0"/>
                  </a:cubicBezTo>
                  <a:lnTo>
                    <a:pt x="8491" y="0"/>
                  </a:lnTo>
                  <a:cubicBezTo>
                    <a:pt x="7547" y="5661"/>
                    <a:pt x="5661" y="11321"/>
                    <a:pt x="1887" y="16038"/>
                  </a:cubicBezTo>
                  <a:cubicBezTo>
                    <a:pt x="1887" y="16982"/>
                    <a:pt x="943" y="18869"/>
                    <a:pt x="0" y="19812"/>
                  </a:cubicBezTo>
                  <a:lnTo>
                    <a:pt x="0" y="1981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5" name="Google Shape;1345;p48"/>
            <p:cNvSpPr/>
            <p:nvPr/>
          </p:nvSpPr>
          <p:spPr>
            <a:xfrm>
              <a:off x="4380846" y="-127725"/>
              <a:ext cx="8490" cy="6604"/>
            </a:xfrm>
            <a:custGeom>
              <a:avLst/>
              <a:gdLst/>
              <a:ahLst/>
              <a:cxnLst/>
              <a:rect l="l" t="t" r="r" b="b"/>
              <a:pathLst>
                <a:path w="8490" h="6604" extrusionOk="0">
                  <a:moveTo>
                    <a:pt x="0" y="0"/>
                  </a:moveTo>
                  <a:cubicBezTo>
                    <a:pt x="0" y="1887"/>
                    <a:pt x="0" y="4717"/>
                    <a:pt x="0" y="6604"/>
                  </a:cubicBezTo>
                  <a:lnTo>
                    <a:pt x="8491" y="6604"/>
                  </a:lnTo>
                  <a:cubicBezTo>
                    <a:pt x="8491" y="4717"/>
                    <a:pt x="8491" y="1887"/>
                    <a:pt x="849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46" name="Google Shape;1346;p48"/>
          <p:cNvGrpSpPr/>
          <p:nvPr/>
        </p:nvGrpSpPr>
        <p:grpSpPr>
          <a:xfrm>
            <a:off x="4906047" y="2190923"/>
            <a:ext cx="306023" cy="213217"/>
            <a:chOff x="4208578" y="694324"/>
            <a:chExt cx="225664" cy="157228"/>
          </a:xfrm>
        </p:grpSpPr>
        <p:sp>
          <p:nvSpPr>
            <p:cNvPr id="1347" name="Google Shape;1347;p48"/>
            <p:cNvSpPr/>
            <p:nvPr/>
          </p:nvSpPr>
          <p:spPr>
            <a:xfrm>
              <a:off x="4387450" y="694324"/>
              <a:ext cx="46792" cy="27035"/>
            </a:xfrm>
            <a:custGeom>
              <a:avLst/>
              <a:gdLst/>
              <a:ahLst/>
              <a:cxnLst/>
              <a:rect l="l" t="t" r="r" b="b"/>
              <a:pathLst>
                <a:path w="46792" h="27035" extrusionOk="0">
                  <a:moveTo>
                    <a:pt x="22642" y="25149"/>
                  </a:moveTo>
                  <a:cubicBezTo>
                    <a:pt x="30190" y="27036"/>
                    <a:pt x="32077" y="26092"/>
                    <a:pt x="33963" y="26092"/>
                  </a:cubicBezTo>
                  <a:cubicBezTo>
                    <a:pt x="34907" y="26092"/>
                    <a:pt x="34907" y="26092"/>
                    <a:pt x="35850" y="26092"/>
                  </a:cubicBezTo>
                  <a:cubicBezTo>
                    <a:pt x="38681" y="25149"/>
                    <a:pt x="42454" y="23262"/>
                    <a:pt x="44341" y="20432"/>
                  </a:cubicBezTo>
                  <a:cubicBezTo>
                    <a:pt x="47171" y="17601"/>
                    <a:pt x="47171" y="13828"/>
                    <a:pt x="46228" y="10054"/>
                  </a:cubicBezTo>
                  <a:cubicBezTo>
                    <a:pt x="45285" y="6280"/>
                    <a:pt x="43398" y="3450"/>
                    <a:pt x="39624" y="1563"/>
                  </a:cubicBezTo>
                  <a:cubicBezTo>
                    <a:pt x="36794" y="-324"/>
                    <a:pt x="33020" y="-324"/>
                    <a:pt x="29246" y="620"/>
                  </a:cubicBezTo>
                  <a:cubicBezTo>
                    <a:pt x="28303" y="620"/>
                    <a:pt x="28303" y="620"/>
                    <a:pt x="27360" y="620"/>
                  </a:cubicBezTo>
                  <a:cubicBezTo>
                    <a:pt x="25473" y="620"/>
                    <a:pt x="24529" y="1563"/>
                    <a:pt x="17925" y="6280"/>
                  </a:cubicBezTo>
                  <a:cubicBezTo>
                    <a:pt x="14151" y="9111"/>
                    <a:pt x="7547" y="11941"/>
                    <a:pt x="0" y="14771"/>
                  </a:cubicBezTo>
                  <a:lnTo>
                    <a:pt x="2830" y="27036"/>
                  </a:lnTo>
                  <a:cubicBezTo>
                    <a:pt x="10378" y="24205"/>
                    <a:pt x="17925" y="24205"/>
                    <a:pt x="22642" y="25149"/>
                  </a:cubicBezTo>
                  <a:lnTo>
                    <a:pt x="22642" y="251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8" name="Google Shape;1348;p48"/>
            <p:cNvSpPr/>
            <p:nvPr/>
          </p:nvSpPr>
          <p:spPr>
            <a:xfrm>
              <a:off x="4364808" y="710982"/>
              <a:ext cx="14151" cy="15094"/>
            </a:xfrm>
            <a:custGeom>
              <a:avLst/>
              <a:gdLst/>
              <a:ahLst/>
              <a:cxnLst/>
              <a:rect l="l" t="t" r="r" b="b"/>
              <a:pathLst>
                <a:path w="14151" h="15094" extrusionOk="0">
                  <a:moveTo>
                    <a:pt x="14151" y="11321"/>
                  </a:moveTo>
                  <a:lnTo>
                    <a:pt x="11321" y="0"/>
                  </a:lnTo>
                  <a:cubicBezTo>
                    <a:pt x="7547" y="943"/>
                    <a:pt x="3774" y="943"/>
                    <a:pt x="0" y="943"/>
                  </a:cubicBezTo>
                  <a:lnTo>
                    <a:pt x="3774" y="15095"/>
                  </a:lnTo>
                  <a:cubicBezTo>
                    <a:pt x="7547" y="14151"/>
                    <a:pt x="10378" y="12265"/>
                    <a:pt x="14151" y="11321"/>
                  </a:cubicBezTo>
                  <a:lnTo>
                    <a:pt x="14151" y="1132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49" name="Google Shape;1349;p48"/>
            <p:cNvGrpSpPr/>
            <p:nvPr/>
          </p:nvGrpSpPr>
          <p:grpSpPr>
            <a:xfrm>
              <a:off x="4208578" y="736729"/>
              <a:ext cx="67547" cy="35575"/>
              <a:chOff x="4208578" y="736729"/>
              <a:chExt cx="67547" cy="35575"/>
            </a:xfrm>
          </p:grpSpPr>
          <p:sp>
            <p:nvSpPr>
              <p:cNvPr id="1350" name="Google Shape;1350;p48"/>
              <p:cNvSpPr/>
              <p:nvPr/>
            </p:nvSpPr>
            <p:spPr>
              <a:xfrm>
                <a:off x="4261031" y="756266"/>
                <a:ext cx="15094" cy="16038"/>
              </a:xfrm>
              <a:custGeom>
                <a:avLst/>
                <a:gdLst/>
                <a:ahLst/>
                <a:cxnLst/>
                <a:rect l="l" t="t" r="r" b="b"/>
                <a:pathLst>
                  <a:path w="15094" h="16038" extrusionOk="0">
                    <a:moveTo>
                      <a:pt x="11321" y="16038"/>
                    </a:moveTo>
                    <a:lnTo>
                      <a:pt x="15095" y="1887"/>
                    </a:lnTo>
                    <a:cubicBezTo>
                      <a:pt x="11321" y="1887"/>
                      <a:pt x="7547" y="943"/>
                      <a:pt x="3774" y="0"/>
                    </a:cubicBezTo>
                    <a:lnTo>
                      <a:pt x="0" y="11321"/>
                    </a:lnTo>
                    <a:cubicBezTo>
                      <a:pt x="4717" y="12265"/>
                      <a:pt x="8491" y="14151"/>
                      <a:pt x="11321" y="16038"/>
                    </a:cubicBezTo>
                    <a:lnTo>
                      <a:pt x="11321"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1" name="Google Shape;1351;p48"/>
              <p:cNvSpPr/>
              <p:nvPr/>
            </p:nvSpPr>
            <p:spPr>
              <a:xfrm>
                <a:off x="4208578" y="736729"/>
                <a:ext cx="45848" cy="28028"/>
              </a:xfrm>
              <a:custGeom>
                <a:avLst/>
                <a:gdLst/>
                <a:ahLst/>
                <a:cxnLst/>
                <a:rect l="l" t="t" r="r" b="b"/>
                <a:pathLst>
                  <a:path w="45848" h="28028" extrusionOk="0">
                    <a:moveTo>
                      <a:pt x="45849" y="15764"/>
                    </a:moveTo>
                    <a:cubicBezTo>
                      <a:pt x="38301" y="12933"/>
                      <a:pt x="32641" y="10103"/>
                      <a:pt x="28867" y="6329"/>
                    </a:cubicBezTo>
                    <a:cubicBezTo>
                      <a:pt x="22263" y="1612"/>
                      <a:pt x="21320" y="669"/>
                      <a:pt x="19433" y="669"/>
                    </a:cubicBezTo>
                    <a:cubicBezTo>
                      <a:pt x="18489" y="669"/>
                      <a:pt x="18489" y="669"/>
                      <a:pt x="17546" y="669"/>
                    </a:cubicBezTo>
                    <a:cubicBezTo>
                      <a:pt x="11885" y="-1218"/>
                      <a:pt x="2451" y="669"/>
                      <a:pt x="564" y="9160"/>
                    </a:cubicBezTo>
                    <a:cubicBezTo>
                      <a:pt x="-379" y="12933"/>
                      <a:pt x="-379" y="16707"/>
                      <a:pt x="2451" y="19537"/>
                    </a:cubicBezTo>
                    <a:cubicBezTo>
                      <a:pt x="4338" y="22367"/>
                      <a:pt x="7168" y="24254"/>
                      <a:pt x="10942" y="25198"/>
                    </a:cubicBezTo>
                    <a:cubicBezTo>
                      <a:pt x="11885" y="25198"/>
                      <a:pt x="11885" y="25198"/>
                      <a:pt x="12829" y="26141"/>
                    </a:cubicBezTo>
                    <a:cubicBezTo>
                      <a:pt x="14716" y="27085"/>
                      <a:pt x="15659" y="27085"/>
                      <a:pt x="24150" y="26141"/>
                    </a:cubicBezTo>
                    <a:cubicBezTo>
                      <a:pt x="25093" y="26141"/>
                      <a:pt x="26980" y="26141"/>
                      <a:pt x="28867" y="26141"/>
                    </a:cubicBezTo>
                    <a:cubicBezTo>
                      <a:pt x="32641" y="26141"/>
                      <a:pt x="38301" y="27085"/>
                      <a:pt x="43962" y="28028"/>
                    </a:cubicBezTo>
                    <a:lnTo>
                      <a:pt x="45849" y="1576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52" name="Google Shape;1352;p48"/>
            <p:cNvSpPr/>
            <p:nvPr/>
          </p:nvSpPr>
          <p:spPr>
            <a:xfrm>
              <a:off x="4242162" y="702171"/>
              <a:ext cx="116041" cy="45108"/>
            </a:xfrm>
            <a:custGeom>
              <a:avLst/>
              <a:gdLst/>
              <a:ahLst/>
              <a:cxnLst/>
              <a:rect l="l" t="t" r="r" b="b"/>
              <a:pathLst>
                <a:path w="116041" h="45108" extrusionOk="0">
                  <a:moveTo>
                    <a:pt x="0" y="28623"/>
                  </a:moveTo>
                  <a:cubicBezTo>
                    <a:pt x="6604" y="34284"/>
                    <a:pt x="29246" y="51265"/>
                    <a:pt x="52832" y="42775"/>
                  </a:cubicBezTo>
                  <a:cubicBezTo>
                    <a:pt x="69814" y="37114"/>
                    <a:pt x="86795" y="36171"/>
                    <a:pt x="105664" y="40888"/>
                  </a:cubicBezTo>
                  <a:cubicBezTo>
                    <a:pt x="106607" y="39944"/>
                    <a:pt x="107551" y="38058"/>
                    <a:pt x="108494" y="37114"/>
                  </a:cubicBezTo>
                  <a:cubicBezTo>
                    <a:pt x="110381" y="34284"/>
                    <a:pt x="113211" y="32397"/>
                    <a:pt x="116042" y="30510"/>
                  </a:cubicBezTo>
                  <a:lnTo>
                    <a:pt x="111325" y="8811"/>
                  </a:lnTo>
                  <a:cubicBezTo>
                    <a:pt x="107551" y="7868"/>
                    <a:pt x="104721" y="6924"/>
                    <a:pt x="101890" y="5981"/>
                  </a:cubicBezTo>
                  <a:cubicBezTo>
                    <a:pt x="86795" y="-623"/>
                    <a:pt x="70757" y="-1566"/>
                    <a:pt x="51889" y="2207"/>
                  </a:cubicBezTo>
                  <a:cubicBezTo>
                    <a:pt x="33963" y="5981"/>
                    <a:pt x="9434" y="19189"/>
                    <a:pt x="0" y="28623"/>
                  </a:cubicBezTo>
                  <a:lnTo>
                    <a:pt x="0" y="2862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3" name="Google Shape;1353;p48"/>
            <p:cNvSpPr/>
            <p:nvPr/>
          </p:nvSpPr>
          <p:spPr>
            <a:xfrm>
              <a:off x="4363865" y="811929"/>
              <a:ext cx="11321" cy="16038"/>
            </a:xfrm>
            <a:custGeom>
              <a:avLst/>
              <a:gdLst/>
              <a:ahLst/>
              <a:cxnLst/>
              <a:rect l="l" t="t" r="r" b="b"/>
              <a:pathLst>
                <a:path w="11321" h="16038" extrusionOk="0">
                  <a:moveTo>
                    <a:pt x="0" y="16038"/>
                  </a:moveTo>
                  <a:cubicBezTo>
                    <a:pt x="3774" y="15095"/>
                    <a:pt x="7547" y="15095"/>
                    <a:pt x="11321" y="14151"/>
                  </a:cubicBezTo>
                  <a:lnTo>
                    <a:pt x="11321" y="1887"/>
                  </a:lnTo>
                  <a:cubicBezTo>
                    <a:pt x="7547" y="1887"/>
                    <a:pt x="3774" y="943"/>
                    <a:pt x="0" y="0"/>
                  </a:cubicBezTo>
                  <a:lnTo>
                    <a:pt x="0"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4" name="Google Shape;1354;p48"/>
            <p:cNvSpPr/>
            <p:nvPr/>
          </p:nvSpPr>
          <p:spPr>
            <a:xfrm>
              <a:off x="4239332" y="790230"/>
              <a:ext cx="112268" cy="61322"/>
            </a:xfrm>
            <a:custGeom>
              <a:avLst/>
              <a:gdLst/>
              <a:ahLst/>
              <a:cxnLst/>
              <a:rect l="l" t="t" r="r" b="b"/>
              <a:pathLst>
                <a:path w="112268" h="61322" extrusionOk="0">
                  <a:moveTo>
                    <a:pt x="56606" y="0"/>
                  </a:moveTo>
                  <a:cubicBezTo>
                    <a:pt x="39624" y="0"/>
                    <a:pt x="16038" y="5660"/>
                    <a:pt x="3774" y="12265"/>
                  </a:cubicBezTo>
                  <a:cubicBezTo>
                    <a:pt x="1887" y="13208"/>
                    <a:pt x="0" y="16038"/>
                    <a:pt x="0" y="17925"/>
                  </a:cubicBezTo>
                  <a:lnTo>
                    <a:pt x="0" y="43398"/>
                  </a:lnTo>
                  <a:cubicBezTo>
                    <a:pt x="0" y="46228"/>
                    <a:pt x="943" y="48115"/>
                    <a:pt x="3774" y="49058"/>
                  </a:cubicBezTo>
                  <a:cubicBezTo>
                    <a:pt x="16982" y="55662"/>
                    <a:pt x="39624" y="61323"/>
                    <a:pt x="56606" y="61323"/>
                  </a:cubicBezTo>
                  <a:cubicBezTo>
                    <a:pt x="75474" y="61323"/>
                    <a:pt x="90569" y="56606"/>
                    <a:pt x="103777" y="46228"/>
                  </a:cubicBezTo>
                  <a:cubicBezTo>
                    <a:pt x="106607" y="44341"/>
                    <a:pt x="109438" y="42454"/>
                    <a:pt x="112268" y="41511"/>
                  </a:cubicBezTo>
                  <a:lnTo>
                    <a:pt x="112268" y="19812"/>
                  </a:lnTo>
                  <a:cubicBezTo>
                    <a:pt x="109438" y="18869"/>
                    <a:pt x="106607" y="16982"/>
                    <a:pt x="103777" y="15095"/>
                  </a:cubicBezTo>
                  <a:cubicBezTo>
                    <a:pt x="91513" y="4717"/>
                    <a:pt x="75474" y="0"/>
                    <a:pt x="56606" y="0"/>
                  </a:cubicBezTo>
                  <a:lnTo>
                    <a:pt x="56606"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5" name="Google Shape;1355;p48"/>
            <p:cNvSpPr/>
            <p:nvPr/>
          </p:nvSpPr>
          <p:spPr>
            <a:xfrm>
              <a:off x="4386507" y="808155"/>
              <a:ext cx="45284" cy="25472"/>
            </a:xfrm>
            <a:custGeom>
              <a:avLst/>
              <a:gdLst/>
              <a:ahLst/>
              <a:cxnLst/>
              <a:rect l="l" t="t" r="r" b="b"/>
              <a:pathLst>
                <a:path w="45284" h="25472" extrusionOk="0">
                  <a:moveTo>
                    <a:pt x="31133" y="0"/>
                  </a:moveTo>
                  <a:cubicBezTo>
                    <a:pt x="30190" y="0"/>
                    <a:pt x="30190" y="0"/>
                    <a:pt x="29246" y="0"/>
                  </a:cubicBezTo>
                  <a:cubicBezTo>
                    <a:pt x="27359" y="0"/>
                    <a:pt x="26416" y="0"/>
                    <a:pt x="18869" y="2830"/>
                  </a:cubicBezTo>
                  <a:cubicBezTo>
                    <a:pt x="14151" y="4717"/>
                    <a:pt x="7547" y="6604"/>
                    <a:pt x="0" y="6604"/>
                  </a:cubicBezTo>
                  <a:lnTo>
                    <a:pt x="0" y="18869"/>
                  </a:lnTo>
                  <a:cubicBezTo>
                    <a:pt x="7547" y="19812"/>
                    <a:pt x="15095" y="20755"/>
                    <a:pt x="18869" y="22642"/>
                  </a:cubicBezTo>
                  <a:cubicBezTo>
                    <a:pt x="26416" y="25473"/>
                    <a:pt x="27359" y="25473"/>
                    <a:pt x="29246" y="25473"/>
                  </a:cubicBezTo>
                  <a:cubicBezTo>
                    <a:pt x="30190" y="25473"/>
                    <a:pt x="30190" y="25473"/>
                    <a:pt x="31133" y="25473"/>
                  </a:cubicBezTo>
                  <a:cubicBezTo>
                    <a:pt x="36794" y="25473"/>
                    <a:pt x="45285" y="21699"/>
                    <a:pt x="45285" y="12265"/>
                  </a:cubicBezTo>
                  <a:cubicBezTo>
                    <a:pt x="45285" y="3774"/>
                    <a:pt x="36794" y="0"/>
                    <a:pt x="31133" y="0"/>
                  </a:cubicBezTo>
                  <a:lnTo>
                    <a:pt x="31133"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6" name="Google Shape;1356;p48"/>
            <p:cNvSpPr/>
            <p:nvPr/>
          </p:nvSpPr>
          <p:spPr>
            <a:xfrm>
              <a:off x="4283673" y="750576"/>
              <a:ext cx="115468" cy="53352"/>
            </a:xfrm>
            <a:custGeom>
              <a:avLst/>
              <a:gdLst/>
              <a:ahLst/>
              <a:cxnLst/>
              <a:rect l="l" t="t" r="r" b="b"/>
              <a:pathLst>
                <a:path w="115468" h="53352" extrusionOk="0">
                  <a:moveTo>
                    <a:pt x="0" y="29276"/>
                  </a:moveTo>
                  <a:cubicBezTo>
                    <a:pt x="4717" y="28332"/>
                    <a:pt x="9434" y="28332"/>
                    <a:pt x="13208" y="28332"/>
                  </a:cubicBezTo>
                  <a:cubicBezTo>
                    <a:pt x="34907" y="28332"/>
                    <a:pt x="51889" y="33993"/>
                    <a:pt x="66983" y="45314"/>
                  </a:cubicBezTo>
                  <a:cubicBezTo>
                    <a:pt x="78305" y="53805"/>
                    <a:pt x="98117" y="54748"/>
                    <a:pt x="110381" y="51918"/>
                  </a:cubicBezTo>
                  <a:lnTo>
                    <a:pt x="115098" y="36823"/>
                  </a:lnTo>
                  <a:cubicBezTo>
                    <a:pt x="116042" y="34936"/>
                    <a:pt x="115098" y="32106"/>
                    <a:pt x="113211" y="30219"/>
                  </a:cubicBezTo>
                  <a:cubicBezTo>
                    <a:pt x="102834" y="19841"/>
                    <a:pt x="82078" y="8520"/>
                    <a:pt x="66040" y="3803"/>
                  </a:cubicBezTo>
                  <a:cubicBezTo>
                    <a:pt x="48115" y="-1858"/>
                    <a:pt x="32077" y="-914"/>
                    <a:pt x="16038" y="4747"/>
                  </a:cubicBezTo>
                  <a:cubicBezTo>
                    <a:pt x="13208" y="5690"/>
                    <a:pt x="9434" y="6633"/>
                    <a:pt x="6604" y="7577"/>
                  </a:cubicBezTo>
                  <a:lnTo>
                    <a:pt x="0" y="2927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57" name="Google Shape;1357;p48"/>
          <p:cNvGrpSpPr/>
          <p:nvPr/>
        </p:nvGrpSpPr>
        <p:grpSpPr>
          <a:xfrm>
            <a:off x="4971559" y="2822061"/>
            <a:ext cx="186514" cy="305132"/>
            <a:chOff x="4256887" y="1540727"/>
            <a:chExt cx="137537" cy="225007"/>
          </a:xfrm>
        </p:grpSpPr>
        <p:sp>
          <p:nvSpPr>
            <p:cNvPr id="1358" name="Google Shape;1358;p48"/>
            <p:cNvSpPr/>
            <p:nvPr/>
          </p:nvSpPr>
          <p:spPr>
            <a:xfrm>
              <a:off x="4269522" y="1654410"/>
              <a:ext cx="111324" cy="111324"/>
            </a:xfrm>
            <a:custGeom>
              <a:avLst/>
              <a:gdLst/>
              <a:ahLst/>
              <a:cxnLst/>
              <a:rect l="l" t="t" r="r" b="b"/>
              <a:pathLst>
                <a:path w="111324" h="111324" extrusionOk="0">
                  <a:moveTo>
                    <a:pt x="55662" y="0"/>
                  </a:moveTo>
                  <a:cubicBezTo>
                    <a:pt x="24529" y="0"/>
                    <a:pt x="0" y="25473"/>
                    <a:pt x="0" y="55662"/>
                  </a:cubicBezTo>
                  <a:cubicBezTo>
                    <a:pt x="0" y="86796"/>
                    <a:pt x="25473" y="111325"/>
                    <a:pt x="55662" y="111325"/>
                  </a:cubicBezTo>
                  <a:cubicBezTo>
                    <a:pt x="86796" y="111325"/>
                    <a:pt x="111325" y="85852"/>
                    <a:pt x="111325" y="55662"/>
                  </a:cubicBezTo>
                  <a:cubicBezTo>
                    <a:pt x="111325" y="25473"/>
                    <a:pt x="85852" y="0"/>
                    <a:pt x="55662" y="0"/>
                  </a:cubicBezTo>
                  <a:lnTo>
                    <a:pt x="55662" y="0"/>
                  </a:lnTo>
                  <a:close/>
                  <a:moveTo>
                    <a:pt x="55662" y="40567"/>
                  </a:moveTo>
                  <a:cubicBezTo>
                    <a:pt x="50945" y="40567"/>
                    <a:pt x="48115" y="36794"/>
                    <a:pt x="48115" y="33020"/>
                  </a:cubicBezTo>
                  <a:cubicBezTo>
                    <a:pt x="48115" y="28303"/>
                    <a:pt x="51889" y="25473"/>
                    <a:pt x="55662" y="25473"/>
                  </a:cubicBezTo>
                  <a:cubicBezTo>
                    <a:pt x="60380" y="25473"/>
                    <a:pt x="63210" y="29246"/>
                    <a:pt x="63210" y="33020"/>
                  </a:cubicBezTo>
                  <a:cubicBezTo>
                    <a:pt x="63210" y="36794"/>
                    <a:pt x="59436" y="40567"/>
                    <a:pt x="55662" y="40567"/>
                  </a:cubicBezTo>
                  <a:lnTo>
                    <a:pt x="55662" y="40567"/>
                  </a:lnTo>
                  <a:close/>
                  <a:moveTo>
                    <a:pt x="70757" y="64153"/>
                  </a:moveTo>
                  <a:cubicBezTo>
                    <a:pt x="66040" y="64153"/>
                    <a:pt x="63210" y="60380"/>
                    <a:pt x="63210" y="56606"/>
                  </a:cubicBezTo>
                  <a:cubicBezTo>
                    <a:pt x="63210" y="51889"/>
                    <a:pt x="66983" y="49058"/>
                    <a:pt x="70757" y="49058"/>
                  </a:cubicBezTo>
                  <a:cubicBezTo>
                    <a:pt x="75474" y="49058"/>
                    <a:pt x="78305" y="52832"/>
                    <a:pt x="78305" y="56606"/>
                  </a:cubicBezTo>
                  <a:cubicBezTo>
                    <a:pt x="79248" y="60380"/>
                    <a:pt x="75474" y="64153"/>
                    <a:pt x="70757" y="64153"/>
                  </a:cubicBezTo>
                  <a:lnTo>
                    <a:pt x="70757" y="64153"/>
                  </a:lnTo>
                  <a:close/>
                  <a:moveTo>
                    <a:pt x="86796" y="40567"/>
                  </a:moveTo>
                  <a:cubicBezTo>
                    <a:pt x="82078" y="40567"/>
                    <a:pt x="79248" y="36794"/>
                    <a:pt x="79248" y="33020"/>
                  </a:cubicBezTo>
                  <a:cubicBezTo>
                    <a:pt x="79248" y="28303"/>
                    <a:pt x="83022" y="25473"/>
                    <a:pt x="86796" y="25473"/>
                  </a:cubicBezTo>
                  <a:cubicBezTo>
                    <a:pt x="91513" y="25473"/>
                    <a:pt x="94343" y="29246"/>
                    <a:pt x="94343" y="33020"/>
                  </a:cubicBezTo>
                  <a:cubicBezTo>
                    <a:pt x="94343" y="36794"/>
                    <a:pt x="90569" y="40567"/>
                    <a:pt x="86796" y="40567"/>
                  </a:cubicBezTo>
                  <a:lnTo>
                    <a:pt x="86796" y="4056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9" name="Google Shape;1359;p48"/>
            <p:cNvSpPr/>
            <p:nvPr/>
          </p:nvSpPr>
          <p:spPr>
            <a:xfrm>
              <a:off x="4256887" y="1540727"/>
              <a:ext cx="137537" cy="143872"/>
            </a:xfrm>
            <a:custGeom>
              <a:avLst/>
              <a:gdLst/>
              <a:ahLst/>
              <a:cxnLst/>
              <a:rect l="l" t="t" r="r" b="b"/>
              <a:pathLst>
                <a:path w="137537" h="143872" extrusionOk="0">
                  <a:moveTo>
                    <a:pt x="4144" y="143873"/>
                  </a:moveTo>
                  <a:cubicBezTo>
                    <a:pt x="14522" y="118400"/>
                    <a:pt x="39051" y="100475"/>
                    <a:pt x="68297" y="100475"/>
                  </a:cubicBezTo>
                  <a:cubicBezTo>
                    <a:pt x="97543" y="100475"/>
                    <a:pt x="122072" y="118400"/>
                    <a:pt x="132450" y="143873"/>
                  </a:cubicBezTo>
                  <a:lnTo>
                    <a:pt x="103204" y="63681"/>
                  </a:lnTo>
                  <a:lnTo>
                    <a:pt x="131507" y="63681"/>
                  </a:lnTo>
                  <a:cubicBezTo>
                    <a:pt x="134337" y="63681"/>
                    <a:pt x="137167" y="61794"/>
                    <a:pt x="137167" y="58964"/>
                  </a:cubicBezTo>
                  <a:cubicBezTo>
                    <a:pt x="138111" y="56134"/>
                    <a:pt x="137167" y="53304"/>
                    <a:pt x="135280" y="51417"/>
                  </a:cubicBezTo>
                  <a:lnTo>
                    <a:pt x="73014" y="1415"/>
                  </a:lnTo>
                  <a:cubicBezTo>
                    <a:pt x="70184" y="-472"/>
                    <a:pt x="67353" y="-472"/>
                    <a:pt x="64523" y="1415"/>
                  </a:cubicBezTo>
                  <a:lnTo>
                    <a:pt x="2257" y="51417"/>
                  </a:lnTo>
                  <a:cubicBezTo>
                    <a:pt x="370" y="53304"/>
                    <a:pt x="-573" y="56134"/>
                    <a:pt x="370" y="58964"/>
                  </a:cubicBezTo>
                  <a:cubicBezTo>
                    <a:pt x="1313" y="61794"/>
                    <a:pt x="4144" y="63681"/>
                    <a:pt x="6031" y="63681"/>
                  </a:cubicBezTo>
                  <a:lnTo>
                    <a:pt x="34333" y="63681"/>
                  </a:lnTo>
                  <a:lnTo>
                    <a:pt x="4144" y="14387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60" name="Google Shape;1360;p48"/>
          <p:cNvGrpSpPr/>
          <p:nvPr/>
        </p:nvGrpSpPr>
        <p:grpSpPr>
          <a:xfrm>
            <a:off x="4906812" y="3509930"/>
            <a:ext cx="295538" cy="304493"/>
            <a:chOff x="4209142" y="2428965"/>
            <a:chExt cx="217932" cy="224536"/>
          </a:xfrm>
        </p:grpSpPr>
        <p:sp>
          <p:nvSpPr>
            <p:cNvPr id="1361" name="Google Shape;1361;p48"/>
            <p:cNvSpPr/>
            <p:nvPr/>
          </p:nvSpPr>
          <p:spPr>
            <a:xfrm>
              <a:off x="4241219" y="2495949"/>
              <a:ext cx="24529" cy="15094"/>
            </a:xfrm>
            <a:custGeom>
              <a:avLst/>
              <a:gdLst/>
              <a:ahLst/>
              <a:cxnLst/>
              <a:rect l="l" t="t" r="r" b="b"/>
              <a:pathLst>
                <a:path w="24529" h="15094" extrusionOk="0">
                  <a:moveTo>
                    <a:pt x="16982" y="0"/>
                  </a:moveTo>
                  <a:lnTo>
                    <a:pt x="7547" y="0"/>
                  </a:lnTo>
                  <a:cubicBezTo>
                    <a:pt x="3774" y="0"/>
                    <a:pt x="0" y="3774"/>
                    <a:pt x="0" y="7547"/>
                  </a:cubicBezTo>
                  <a:cubicBezTo>
                    <a:pt x="0" y="11321"/>
                    <a:pt x="3774" y="15095"/>
                    <a:pt x="7547" y="15095"/>
                  </a:cubicBezTo>
                  <a:lnTo>
                    <a:pt x="16982" y="15095"/>
                  </a:lnTo>
                  <a:cubicBezTo>
                    <a:pt x="20756" y="15095"/>
                    <a:pt x="24529" y="11321"/>
                    <a:pt x="24529" y="7547"/>
                  </a:cubicBezTo>
                  <a:cubicBezTo>
                    <a:pt x="24529" y="3774"/>
                    <a:pt x="20756" y="0"/>
                    <a:pt x="16982" y="0"/>
                  </a:cubicBezTo>
                  <a:lnTo>
                    <a:pt x="169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2" name="Google Shape;1362;p48"/>
            <p:cNvSpPr/>
            <p:nvPr/>
          </p:nvSpPr>
          <p:spPr>
            <a:xfrm>
              <a:off x="4209142" y="2495949"/>
              <a:ext cx="24529" cy="15094"/>
            </a:xfrm>
            <a:custGeom>
              <a:avLst/>
              <a:gdLst/>
              <a:ahLst/>
              <a:cxnLst/>
              <a:rect l="l" t="t" r="r" b="b"/>
              <a:pathLst>
                <a:path w="24529" h="15094" extrusionOk="0">
                  <a:moveTo>
                    <a:pt x="16982" y="0"/>
                  </a:moveTo>
                  <a:lnTo>
                    <a:pt x="7547" y="0"/>
                  </a:lnTo>
                  <a:cubicBezTo>
                    <a:pt x="3774" y="0"/>
                    <a:pt x="0" y="3774"/>
                    <a:pt x="0" y="7547"/>
                  </a:cubicBezTo>
                  <a:cubicBezTo>
                    <a:pt x="0" y="11321"/>
                    <a:pt x="3774" y="15095"/>
                    <a:pt x="7547" y="15095"/>
                  </a:cubicBezTo>
                  <a:lnTo>
                    <a:pt x="16982" y="15095"/>
                  </a:lnTo>
                  <a:cubicBezTo>
                    <a:pt x="20755" y="15095"/>
                    <a:pt x="24529" y="11321"/>
                    <a:pt x="24529" y="7547"/>
                  </a:cubicBezTo>
                  <a:cubicBezTo>
                    <a:pt x="24529" y="3774"/>
                    <a:pt x="20755" y="0"/>
                    <a:pt x="16982" y="0"/>
                  </a:cubicBezTo>
                  <a:lnTo>
                    <a:pt x="169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3" name="Google Shape;1363;p48"/>
            <p:cNvSpPr/>
            <p:nvPr/>
          </p:nvSpPr>
          <p:spPr>
            <a:xfrm>
              <a:off x="4369525" y="2495949"/>
              <a:ext cx="24674" cy="15094"/>
            </a:xfrm>
            <a:custGeom>
              <a:avLst/>
              <a:gdLst/>
              <a:ahLst/>
              <a:cxnLst/>
              <a:rect l="l" t="t" r="r" b="b"/>
              <a:pathLst>
                <a:path w="24674" h="15094" extrusionOk="0">
                  <a:moveTo>
                    <a:pt x="16982" y="0"/>
                  </a:moveTo>
                  <a:lnTo>
                    <a:pt x="7547" y="0"/>
                  </a:lnTo>
                  <a:cubicBezTo>
                    <a:pt x="3774" y="0"/>
                    <a:pt x="0" y="3774"/>
                    <a:pt x="0" y="7547"/>
                  </a:cubicBezTo>
                  <a:cubicBezTo>
                    <a:pt x="0" y="11321"/>
                    <a:pt x="3774" y="15095"/>
                    <a:pt x="7547" y="15095"/>
                  </a:cubicBezTo>
                  <a:lnTo>
                    <a:pt x="16982" y="15095"/>
                  </a:lnTo>
                  <a:cubicBezTo>
                    <a:pt x="20755" y="15095"/>
                    <a:pt x="24529" y="11321"/>
                    <a:pt x="24529" y="7547"/>
                  </a:cubicBezTo>
                  <a:cubicBezTo>
                    <a:pt x="25473" y="3774"/>
                    <a:pt x="21699" y="0"/>
                    <a:pt x="16982" y="0"/>
                  </a:cubicBezTo>
                  <a:lnTo>
                    <a:pt x="169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4" name="Google Shape;1364;p48"/>
            <p:cNvSpPr/>
            <p:nvPr/>
          </p:nvSpPr>
          <p:spPr>
            <a:xfrm>
              <a:off x="4402545" y="2495949"/>
              <a:ext cx="24529" cy="15094"/>
            </a:xfrm>
            <a:custGeom>
              <a:avLst/>
              <a:gdLst/>
              <a:ahLst/>
              <a:cxnLst/>
              <a:rect l="l" t="t" r="r" b="b"/>
              <a:pathLst>
                <a:path w="24529" h="15094" extrusionOk="0">
                  <a:moveTo>
                    <a:pt x="16982" y="0"/>
                  </a:moveTo>
                  <a:lnTo>
                    <a:pt x="7547" y="0"/>
                  </a:lnTo>
                  <a:cubicBezTo>
                    <a:pt x="3774" y="0"/>
                    <a:pt x="0" y="3774"/>
                    <a:pt x="0" y="7547"/>
                  </a:cubicBezTo>
                  <a:cubicBezTo>
                    <a:pt x="0" y="11321"/>
                    <a:pt x="3774" y="15095"/>
                    <a:pt x="7547" y="15095"/>
                  </a:cubicBezTo>
                  <a:lnTo>
                    <a:pt x="16982" y="15095"/>
                  </a:lnTo>
                  <a:cubicBezTo>
                    <a:pt x="20755" y="15095"/>
                    <a:pt x="24529" y="11321"/>
                    <a:pt x="24529" y="7547"/>
                  </a:cubicBezTo>
                  <a:cubicBezTo>
                    <a:pt x="24529" y="3774"/>
                    <a:pt x="20755" y="0"/>
                    <a:pt x="16982" y="0"/>
                  </a:cubicBezTo>
                  <a:lnTo>
                    <a:pt x="169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5" name="Google Shape;1365;p48"/>
            <p:cNvSpPr/>
            <p:nvPr/>
          </p:nvSpPr>
          <p:spPr>
            <a:xfrm>
              <a:off x="4296881" y="2616708"/>
              <a:ext cx="40567" cy="36793"/>
            </a:xfrm>
            <a:custGeom>
              <a:avLst/>
              <a:gdLst/>
              <a:ahLst/>
              <a:cxnLst/>
              <a:rect l="l" t="t" r="r" b="b"/>
              <a:pathLst>
                <a:path w="40567" h="36793" extrusionOk="0">
                  <a:moveTo>
                    <a:pt x="943" y="16982"/>
                  </a:moveTo>
                  <a:cubicBezTo>
                    <a:pt x="943" y="28303"/>
                    <a:pt x="10378" y="36794"/>
                    <a:pt x="20755" y="36794"/>
                  </a:cubicBezTo>
                  <a:cubicBezTo>
                    <a:pt x="31133" y="36794"/>
                    <a:pt x="40567" y="28303"/>
                    <a:pt x="40567" y="16982"/>
                  </a:cubicBezTo>
                  <a:cubicBezTo>
                    <a:pt x="40567" y="11321"/>
                    <a:pt x="40567" y="4717"/>
                    <a:pt x="40567" y="0"/>
                  </a:cubicBezTo>
                  <a:lnTo>
                    <a:pt x="0" y="0"/>
                  </a:lnTo>
                  <a:cubicBezTo>
                    <a:pt x="0" y="4717"/>
                    <a:pt x="0" y="10378"/>
                    <a:pt x="943" y="16982"/>
                  </a:cubicBezTo>
                  <a:lnTo>
                    <a:pt x="943" y="1698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6" name="Google Shape;1366;p48"/>
            <p:cNvSpPr/>
            <p:nvPr/>
          </p:nvSpPr>
          <p:spPr>
            <a:xfrm>
              <a:off x="4279900" y="2428965"/>
              <a:ext cx="75474" cy="174534"/>
            </a:xfrm>
            <a:custGeom>
              <a:avLst/>
              <a:gdLst/>
              <a:ahLst/>
              <a:cxnLst/>
              <a:rect l="l" t="t" r="r" b="b"/>
              <a:pathLst>
                <a:path w="75474" h="174534" extrusionOk="0">
                  <a:moveTo>
                    <a:pt x="37737" y="0"/>
                  </a:moveTo>
                  <a:cubicBezTo>
                    <a:pt x="16982" y="0"/>
                    <a:pt x="0" y="33020"/>
                    <a:pt x="0" y="72644"/>
                  </a:cubicBezTo>
                  <a:cubicBezTo>
                    <a:pt x="0" y="97173"/>
                    <a:pt x="5661" y="116042"/>
                    <a:pt x="11321" y="133967"/>
                  </a:cubicBezTo>
                  <a:cubicBezTo>
                    <a:pt x="14151" y="141514"/>
                    <a:pt x="16038" y="154722"/>
                    <a:pt x="16982" y="174534"/>
                  </a:cubicBezTo>
                  <a:lnTo>
                    <a:pt x="58493" y="174534"/>
                  </a:lnTo>
                  <a:cubicBezTo>
                    <a:pt x="59436" y="155666"/>
                    <a:pt x="61323" y="142458"/>
                    <a:pt x="64153" y="133967"/>
                  </a:cubicBezTo>
                  <a:cubicBezTo>
                    <a:pt x="69814" y="116985"/>
                    <a:pt x="75474" y="97173"/>
                    <a:pt x="75474" y="72644"/>
                  </a:cubicBezTo>
                  <a:cubicBezTo>
                    <a:pt x="74531" y="33020"/>
                    <a:pt x="57549" y="0"/>
                    <a:pt x="37737" y="0"/>
                  </a:cubicBezTo>
                  <a:lnTo>
                    <a:pt x="3773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67" name="Google Shape;1367;p48"/>
          <p:cNvGrpSpPr/>
          <p:nvPr/>
        </p:nvGrpSpPr>
        <p:grpSpPr>
          <a:xfrm>
            <a:off x="4969502" y="4195881"/>
            <a:ext cx="181673" cy="304492"/>
            <a:chOff x="4255370" y="3315788"/>
            <a:chExt cx="133967" cy="224535"/>
          </a:xfrm>
        </p:grpSpPr>
        <p:sp>
          <p:nvSpPr>
            <p:cNvPr id="1368" name="Google Shape;1368;p48"/>
            <p:cNvSpPr/>
            <p:nvPr/>
          </p:nvSpPr>
          <p:spPr>
            <a:xfrm>
              <a:off x="4280843" y="3514851"/>
              <a:ext cx="83021" cy="25472"/>
            </a:xfrm>
            <a:custGeom>
              <a:avLst/>
              <a:gdLst/>
              <a:ahLst/>
              <a:cxnLst/>
              <a:rect l="l" t="t" r="r" b="b"/>
              <a:pathLst>
                <a:path w="83021" h="25472" extrusionOk="0">
                  <a:moveTo>
                    <a:pt x="30190" y="12265"/>
                  </a:moveTo>
                  <a:cubicBezTo>
                    <a:pt x="20755" y="12265"/>
                    <a:pt x="11321" y="7547"/>
                    <a:pt x="6604" y="0"/>
                  </a:cubicBezTo>
                  <a:lnTo>
                    <a:pt x="0" y="0"/>
                  </a:lnTo>
                  <a:lnTo>
                    <a:pt x="0" y="25473"/>
                  </a:lnTo>
                  <a:lnTo>
                    <a:pt x="83022" y="25473"/>
                  </a:lnTo>
                  <a:lnTo>
                    <a:pt x="83022" y="12265"/>
                  </a:lnTo>
                  <a:lnTo>
                    <a:pt x="30190" y="1226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69" name="Google Shape;1369;p48"/>
            <p:cNvGrpSpPr/>
            <p:nvPr/>
          </p:nvGrpSpPr>
          <p:grpSpPr>
            <a:xfrm>
              <a:off x="4255370" y="3315788"/>
              <a:ext cx="133967" cy="200006"/>
              <a:chOff x="4255370" y="3315788"/>
              <a:chExt cx="133967" cy="200006"/>
            </a:xfrm>
          </p:grpSpPr>
          <p:sp>
            <p:nvSpPr>
              <p:cNvPr id="1370" name="Google Shape;1370;p48"/>
              <p:cNvSpPr/>
              <p:nvPr/>
            </p:nvSpPr>
            <p:spPr>
              <a:xfrm>
                <a:off x="4291221" y="3479001"/>
                <a:ext cx="98116" cy="36793"/>
              </a:xfrm>
              <a:custGeom>
                <a:avLst/>
                <a:gdLst/>
                <a:ahLst/>
                <a:cxnLst/>
                <a:rect l="l" t="t" r="r" b="b"/>
                <a:pathLst>
                  <a:path w="98116" h="36793" extrusionOk="0">
                    <a:moveTo>
                      <a:pt x="19812" y="36794"/>
                    </a:moveTo>
                    <a:lnTo>
                      <a:pt x="83022" y="36794"/>
                    </a:lnTo>
                    <a:cubicBezTo>
                      <a:pt x="91513" y="36794"/>
                      <a:pt x="98117" y="30190"/>
                      <a:pt x="98117" y="21699"/>
                    </a:cubicBezTo>
                    <a:lnTo>
                      <a:pt x="98117" y="0"/>
                    </a:lnTo>
                    <a:lnTo>
                      <a:pt x="18869" y="0"/>
                    </a:lnTo>
                    <a:cubicBezTo>
                      <a:pt x="8491" y="0"/>
                      <a:pt x="0" y="8491"/>
                      <a:pt x="0" y="18869"/>
                    </a:cubicBezTo>
                    <a:cubicBezTo>
                      <a:pt x="943" y="28303"/>
                      <a:pt x="9434" y="36794"/>
                      <a:pt x="19812" y="36794"/>
                    </a:cubicBezTo>
                    <a:lnTo>
                      <a:pt x="19812" y="3679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1" name="Google Shape;1371;p48"/>
              <p:cNvSpPr/>
              <p:nvPr/>
            </p:nvSpPr>
            <p:spPr>
              <a:xfrm>
                <a:off x="4255370" y="3315788"/>
                <a:ext cx="133023" cy="187742"/>
              </a:xfrm>
              <a:custGeom>
                <a:avLst/>
                <a:gdLst/>
                <a:ahLst/>
                <a:cxnLst/>
                <a:rect l="l" t="t" r="r" b="b"/>
                <a:pathLst>
                  <a:path w="133023" h="187742" extrusionOk="0">
                    <a:moveTo>
                      <a:pt x="93400" y="60379"/>
                    </a:moveTo>
                    <a:lnTo>
                      <a:pt x="79248" y="60379"/>
                    </a:lnTo>
                    <a:cubicBezTo>
                      <a:pt x="76418" y="60379"/>
                      <a:pt x="73587" y="63210"/>
                      <a:pt x="73587" y="66040"/>
                    </a:cubicBezTo>
                    <a:lnTo>
                      <a:pt x="73587" y="108494"/>
                    </a:lnTo>
                    <a:cubicBezTo>
                      <a:pt x="73587" y="111325"/>
                      <a:pt x="71701" y="114155"/>
                      <a:pt x="67927" y="114155"/>
                    </a:cubicBezTo>
                    <a:cubicBezTo>
                      <a:pt x="65097" y="114155"/>
                      <a:pt x="62266" y="111325"/>
                      <a:pt x="62266" y="108494"/>
                    </a:cubicBezTo>
                    <a:lnTo>
                      <a:pt x="62266" y="66040"/>
                    </a:lnTo>
                    <a:cubicBezTo>
                      <a:pt x="62266" y="63210"/>
                      <a:pt x="59436" y="60379"/>
                      <a:pt x="56606" y="60379"/>
                    </a:cubicBezTo>
                    <a:lnTo>
                      <a:pt x="42454" y="60379"/>
                    </a:lnTo>
                    <a:cubicBezTo>
                      <a:pt x="39624" y="60379"/>
                      <a:pt x="36794" y="63210"/>
                      <a:pt x="36794" y="66040"/>
                    </a:cubicBezTo>
                    <a:lnTo>
                      <a:pt x="36794" y="109438"/>
                    </a:lnTo>
                    <a:cubicBezTo>
                      <a:pt x="36794" y="112268"/>
                      <a:pt x="33963" y="115098"/>
                      <a:pt x="31133" y="115098"/>
                    </a:cubicBezTo>
                    <a:cubicBezTo>
                      <a:pt x="28303" y="115098"/>
                      <a:pt x="25473" y="112268"/>
                      <a:pt x="25473" y="109438"/>
                    </a:cubicBezTo>
                    <a:lnTo>
                      <a:pt x="25473" y="13208"/>
                    </a:lnTo>
                    <a:cubicBezTo>
                      <a:pt x="25473" y="6604"/>
                      <a:pt x="19812" y="943"/>
                      <a:pt x="13208" y="0"/>
                    </a:cubicBezTo>
                    <a:cubicBezTo>
                      <a:pt x="5661" y="0"/>
                      <a:pt x="0" y="5661"/>
                      <a:pt x="0" y="12265"/>
                    </a:cubicBezTo>
                    <a:lnTo>
                      <a:pt x="0" y="166987"/>
                    </a:lnTo>
                    <a:cubicBezTo>
                      <a:pt x="0" y="178308"/>
                      <a:pt x="9434" y="187742"/>
                      <a:pt x="20756" y="187742"/>
                    </a:cubicBezTo>
                    <a:lnTo>
                      <a:pt x="25473" y="187742"/>
                    </a:lnTo>
                    <a:cubicBezTo>
                      <a:pt x="24529" y="185855"/>
                      <a:pt x="24529" y="183025"/>
                      <a:pt x="24529" y="181138"/>
                    </a:cubicBezTo>
                    <a:cubicBezTo>
                      <a:pt x="24529" y="165100"/>
                      <a:pt x="37737" y="151892"/>
                      <a:pt x="53776" y="151892"/>
                    </a:cubicBezTo>
                    <a:lnTo>
                      <a:pt x="133023" y="151892"/>
                    </a:lnTo>
                    <a:lnTo>
                      <a:pt x="133023" y="36794"/>
                    </a:lnTo>
                    <a:cubicBezTo>
                      <a:pt x="133023" y="30190"/>
                      <a:pt x="127363" y="24529"/>
                      <a:pt x="120759" y="23586"/>
                    </a:cubicBezTo>
                    <a:cubicBezTo>
                      <a:pt x="113211" y="23586"/>
                      <a:pt x="107551" y="29246"/>
                      <a:pt x="107551" y="35850"/>
                    </a:cubicBezTo>
                    <a:lnTo>
                      <a:pt x="107551" y="107551"/>
                    </a:lnTo>
                    <a:cubicBezTo>
                      <a:pt x="107551" y="110381"/>
                      <a:pt x="105664" y="113211"/>
                      <a:pt x="101890" y="113211"/>
                    </a:cubicBezTo>
                    <a:cubicBezTo>
                      <a:pt x="99060" y="113211"/>
                      <a:pt x="96230" y="110381"/>
                      <a:pt x="96230" y="107551"/>
                    </a:cubicBezTo>
                    <a:lnTo>
                      <a:pt x="96230" y="66040"/>
                    </a:lnTo>
                    <a:cubicBezTo>
                      <a:pt x="98117" y="63210"/>
                      <a:pt x="96230" y="60379"/>
                      <a:pt x="93400" y="60379"/>
                    </a:cubicBezTo>
                    <a:lnTo>
                      <a:pt x="93400" y="6037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372" name="Google Shape;1372;p48"/>
          <p:cNvGrpSpPr/>
          <p:nvPr/>
        </p:nvGrpSpPr>
        <p:grpSpPr>
          <a:xfrm>
            <a:off x="5906421" y="1452080"/>
            <a:ext cx="248200" cy="304492"/>
            <a:chOff x="5114834" y="-231502"/>
            <a:chExt cx="183025" cy="224535"/>
          </a:xfrm>
        </p:grpSpPr>
        <p:sp>
          <p:nvSpPr>
            <p:cNvPr id="1373" name="Google Shape;1373;p48"/>
            <p:cNvSpPr/>
            <p:nvPr/>
          </p:nvSpPr>
          <p:spPr>
            <a:xfrm>
              <a:off x="5114834" y="-231502"/>
              <a:ext cx="183025" cy="224535"/>
            </a:xfrm>
            <a:custGeom>
              <a:avLst/>
              <a:gdLst/>
              <a:ahLst/>
              <a:cxnLst/>
              <a:rect l="l" t="t" r="r" b="b"/>
              <a:pathLst>
                <a:path w="183025" h="224535" extrusionOk="0">
                  <a:moveTo>
                    <a:pt x="91513" y="0"/>
                  </a:moveTo>
                  <a:cubicBezTo>
                    <a:pt x="41511" y="0"/>
                    <a:pt x="0" y="40567"/>
                    <a:pt x="0" y="91513"/>
                  </a:cubicBezTo>
                  <a:cubicBezTo>
                    <a:pt x="0" y="112268"/>
                    <a:pt x="7547" y="132080"/>
                    <a:pt x="21699" y="150005"/>
                  </a:cubicBezTo>
                  <a:cubicBezTo>
                    <a:pt x="38681" y="171704"/>
                    <a:pt x="83965" y="219819"/>
                    <a:pt x="85852" y="221706"/>
                  </a:cubicBezTo>
                  <a:cubicBezTo>
                    <a:pt x="87739" y="223593"/>
                    <a:pt x="89626" y="224536"/>
                    <a:pt x="91513" y="224536"/>
                  </a:cubicBezTo>
                  <a:cubicBezTo>
                    <a:pt x="93399" y="224536"/>
                    <a:pt x="95286" y="223593"/>
                    <a:pt x="97173" y="221706"/>
                  </a:cubicBezTo>
                  <a:cubicBezTo>
                    <a:pt x="99060" y="219819"/>
                    <a:pt x="144345" y="171704"/>
                    <a:pt x="161326" y="150005"/>
                  </a:cubicBezTo>
                  <a:cubicBezTo>
                    <a:pt x="175478" y="132080"/>
                    <a:pt x="183025" y="111324"/>
                    <a:pt x="183025" y="91513"/>
                  </a:cubicBezTo>
                  <a:cubicBezTo>
                    <a:pt x="182082" y="40567"/>
                    <a:pt x="141514" y="0"/>
                    <a:pt x="91513" y="0"/>
                  </a:cubicBezTo>
                  <a:lnTo>
                    <a:pt x="91513" y="0"/>
                  </a:lnTo>
                  <a:close/>
                  <a:moveTo>
                    <a:pt x="91513" y="152836"/>
                  </a:moveTo>
                  <a:cubicBezTo>
                    <a:pt x="57549" y="152836"/>
                    <a:pt x="30190" y="125476"/>
                    <a:pt x="30190" y="91513"/>
                  </a:cubicBezTo>
                  <a:cubicBezTo>
                    <a:pt x="30190" y="57549"/>
                    <a:pt x="57549" y="30190"/>
                    <a:pt x="91513" y="30190"/>
                  </a:cubicBezTo>
                  <a:cubicBezTo>
                    <a:pt x="125476" y="30190"/>
                    <a:pt x="152835" y="57549"/>
                    <a:pt x="152835" y="91513"/>
                  </a:cubicBezTo>
                  <a:cubicBezTo>
                    <a:pt x="152835" y="125476"/>
                    <a:pt x="125476" y="152836"/>
                    <a:pt x="91513" y="152836"/>
                  </a:cubicBezTo>
                  <a:lnTo>
                    <a:pt x="91513" y="15283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4" name="Google Shape;1374;p48"/>
            <p:cNvSpPr/>
            <p:nvPr/>
          </p:nvSpPr>
          <p:spPr>
            <a:xfrm>
              <a:off x="5156345" y="-189992"/>
              <a:ext cx="100003" cy="100003"/>
            </a:xfrm>
            <a:custGeom>
              <a:avLst/>
              <a:gdLst/>
              <a:ahLst/>
              <a:cxnLst/>
              <a:rect l="l" t="t" r="r" b="b"/>
              <a:pathLst>
                <a:path w="100003" h="100003" extrusionOk="0">
                  <a:moveTo>
                    <a:pt x="50002" y="0"/>
                  </a:moveTo>
                  <a:cubicBezTo>
                    <a:pt x="22642" y="0"/>
                    <a:pt x="0" y="22642"/>
                    <a:pt x="0" y="50002"/>
                  </a:cubicBezTo>
                  <a:cubicBezTo>
                    <a:pt x="0" y="77361"/>
                    <a:pt x="22642" y="100003"/>
                    <a:pt x="50002" y="100003"/>
                  </a:cubicBezTo>
                  <a:cubicBezTo>
                    <a:pt x="77361" y="100003"/>
                    <a:pt x="100003" y="77361"/>
                    <a:pt x="100003" y="50002"/>
                  </a:cubicBezTo>
                  <a:cubicBezTo>
                    <a:pt x="100003" y="21699"/>
                    <a:pt x="77361" y="0"/>
                    <a:pt x="50002" y="0"/>
                  </a:cubicBezTo>
                  <a:lnTo>
                    <a:pt x="50002" y="0"/>
                  </a:lnTo>
                  <a:close/>
                  <a:moveTo>
                    <a:pt x="43398" y="36794"/>
                  </a:moveTo>
                  <a:cubicBezTo>
                    <a:pt x="39624" y="36794"/>
                    <a:pt x="35850" y="33020"/>
                    <a:pt x="35850" y="29246"/>
                  </a:cubicBezTo>
                  <a:cubicBezTo>
                    <a:pt x="35850" y="25473"/>
                    <a:pt x="39624" y="21699"/>
                    <a:pt x="43398" y="21699"/>
                  </a:cubicBezTo>
                  <a:cubicBezTo>
                    <a:pt x="47171" y="21699"/>
                    <a:pt x="50945" y="25473"/>
                    <a:pt x="50945" y="29246"/>
                  </a:cubicBezTo>
                  <a:cubicBezTo>
                    <a:pt x="50945" y="33020"/>
                    <a:pt x="47171" y="36794"/>
                    <a:pt x="43398" y="36794"/>
                  </a:cubicBezTo>
                  <a:lnTo>
                    <a:pt x="43398" y="36794"/>
                  </a:lnTo>
                  <a:close/>
                  <a:moveTo>
                    <a:pt x="58493" y="59436"/>
                  </a:moveTo>
                  <a:cubicBezTo>
                    <a:pt x="54719" y="59436"/>
                    <a:pt x="50945" y="55662"/>
                    <a:pt x="50945" y="51889"/>
                  </a:cubicBezTo>
                  <a:cubicBezTo>
                    <a:pt x="50945" y="48115"/>
                    <a:pt x="54719" y="44341"/>
                    <a:pt x="58493" y="44341"/>
                  </a:cubicBezTo>
                  <a:cubicBezTo>
                    <a:pt x="62266" y="44341"/>
                    <a:pt x="66040" y="48115"/>
                    <a:pt x="66040" y="51889"/>
                  </a:cubicBezTo>
                  <a:cubicBezTo>
                    <a:pt x="65097" y="55662"/>
                    <a:pt x="62266" y="59436"/>
                    <a:pt x="58493" y="59436"/>
                  </a:cubicBezTo>
                  <a:lnTo>
                    <a:pt x="58493" y="59436"/>
                  </a:lnTo>
                  <a:close/>
                  <a:moveTo>
                    <a:pt x="72644" y="36794"/>
                  </a:moveTo>
                  <a:cubicBezTo>
                    <a:pt x="68870" y="36794"/>
                    <a:pt x="65097" y="33020"/>
                    <a:pt x="65097" y="29246"/>
                  </a:cubicBezTo>
                  <a:cubicBezTo>
                    <a:pt x="65097" y="25473"/>
                    <a:pt x="68870" y="21699"/>
                    <a:pt x="72644" y="21699"/>
                  </a:cubicBezTo>
                  <a:cubicBezTo>
                    <a:pt x="76418" y="21699"/>
                    <a:pt x="80191" y="25473"/>
                    <a:pt x="80191" y="29246"/>
                  </a:cubicBezTo>
                  <a:cubicBezTo>
                    <a:pt x="80191" y="33020"/>
                    <a:pt x="77361" y="36794"/>
                    <a:pt x="72644" y="36794"/>
                  </a:cubicBezTo>
                  <a:lnTo>
                    <a:pt x="72644" y="3679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75" name="Google Shape;1375;p48"/>
          <p:cNvGrpSpPr/>
          <p:nvPr/>
        </p:nvGrpSpPr>
        <p:grpSpPr>
          <a:xfrm>
            <a:off x="5880833" y="2163617"/>
            <a:ext cx="304492" cy="268671"/>
            <a:chOff x="5095965" y="674188"/>
            <a:chExt cx="224535" cy="198120"/>
          </a:xfrm>
        </p:grpSpPr>
        <p:sp>
          <p:nvSpPr>
            <p:cNvPr id="1376" name="Google Shape;1376;p48"/>
            <p:cNvSpPr/>
            <p:nvPr/>
          </p:nvSpPr>
          <p:spPr>
            <a:xfrm>
              <a:off x="516106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7" name="Google Shape;1377;p48"/>
            <p:cNvSpPr/>
            <p:nvPr/>
          </p:nvSpPr>
          <p:spPr>
            <a:xfrm>
              <a:off x="5147854"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8" name="Google Shape;1378;p48"/>
            <p:cNvSpPr/>
            <p:nvPr/>
          </p:nvSpPr>
          <p:spPr>
            <a:xfrm>
              <a:off x="5095965" y="674188"/>
              <a:ext cx="224535" cy="198120"/>
            </a:xfrm>
            <a:custGeom>
              <a:avLst/>
              <a:gdLst/>
              <a:ahLst/>
              <a:cxnLst/>
              <a:rect l="l" t="t" r="r" b="b"/>
              <a:pathLst>
                <a:path w="224535" h="198120" extrusionOk="0">
                  <a:moveTo>
                    <a:pt x="217932" y="0"/>
                  </a:moveTo>
                  <a:lnTo>
                    <a:pt x="6604" y="0"/>
                  </a:lnTo>
                  <a:cubicBezTo>
                    <a:pt x="2830" y="0"/>
                    <a:pt x="0" y="2830"/>
                    <a:pt x="0" y="6604"/>
                  </a:cubicBezTo>
                  <a:lnTo>
                    <a:pt x="0" y="191516"/>
                  </a:lnTo>
                  <a:cubicBezTo>
                    <a:pt x="0" y="195290"/>
                    <a:pt x="2830" y="198120"/>
                    <a:pt x="6604" y="198120"/>
                  </a:cubicBezTo>
                  <a:lnTo>
                    <a:pt x="217932" y="198120"/>
                  </a:lnTo>
                  <a:cubicBezTo>
                    <a:pt x="221706" y="198120"/>
                    <a:pt x="224536" y="195290"/>
                    <a:pt x="224536" y="191516"/>
                  </a:cubicBezTo>
                  <a:lnTo>
                    <a:pt x="224536" y="6604"/>
                  </a:lnTo>
                  <a:cubicBezTo>
                    <a:pt x="224536" y="2830"/>
                    <a:pt x="221706" y="0"/>
                    <a:pt x="217932" y="0"/>
                  </a:cubicBezTo>
                  <a:lnTo>
                    <a:pt x="217932" y="0"/>
                  </a:lnTo>
                  <a:close/>
                  <a:moveTo>
                    <a:pt x="93399" y="46228"/>
                  </a:moveTo>
                  <a:cubicBezTo>
                    <a:pt x="93399" y="43398"/>
                    <a:pt x="96230" y="40567"/>
                    <a:pt x="99060" y="40567"/>
                  </a:cubicBezTo>
                  <a:lnTo>
                    <a:pt x="125476" y="40567"/>
                  </a:lnTo>
                  <a:cubicBezTo>
                    <a:pt x="128306" y="40567"/>
                    <a:pt x="131137" y="43398"/>
                    <a:pt x="131137" y="46228"/>
                  </a:cubicBezTo>
                  <a:lnTo>
                    <a:pt x="131137" y="99060"/>
                  </a:lnTo>
                  <a:cubicBezTo>
                    <a:pt x="131137" y="101890"/>
                    <a:pt x="128306" y="104721"/>
                    <a:pt x="125476" y="104721"/>
                  </a:cubicBezTo>
                  <a:lnTo>
                    <a:pt x="99060" y="104721"/>
                  </a:lnTo>
                  <a:cubicBezTo>
                    <a:pt x="96230" y="104721"/>
                    <a:pt x="93399" y="101890"/>
                    <a:pt x="93399" y="99060"/>
                  </a:cubicBezTo>
                  <a:lnTo>
                    <a:pt x="93399" y="46228"/>
                  </a:lnTo>
                  <a:close/>
                  <a:moveTo>
                    <a:pt x="16982" y="190573"/>
                  </a:moveTo>
                  <a:cubicBezTo>
                    <a:pt x="16038" y="191516"/>
                    <a:pt x="14151" y="192459"/>
                    <a:pt x="12265" y="192459"/>
                  </a:cubicBezTo>
                  <a:cubicBezTo>
                    <a:pt x="10378" y="192459"/>
                    <a:pt x="8491" y="191516"/>
                    <a:pt x="7547" y="190573"/>
                  </a:cubicBezTo>
                  <a:cubicBezTo>
                    <a:pt x="6604" y="189629"/>
                    <a:pt x="5661" y="187742"/>
                    <a:pt x="5661" y="185855"/>
                  </a:cubicBezTo>
                  <a:cubicBezTo>
                    <a:pt x="5661" y="183969"/>
                    <a:pt x="6604" y="182082"/>
                    <a:pt x="7547" y="181138"/>
                  </a:cubicBezTo>
                  <a:cubicBezTo>
                    <a:pt x="8491" y="180195"/>
                    <a:pt x="10378" y="179251"/>
                    <a:pt x="12265" y="179251"/>
                  </a:cubicBezTo>
                  <a:cubicBezTo>
                    <a:pt x="14151" y="179251"/>
                    <a:pt x="16038" y="180195"/>
                    <a:pt x="16982" y="181138"/>
                  </a:cubicBezTo>
                  <a:cubicBezTo>
                    <a:pt x="17925" y="182082"/>
                    <a:pt x="18869" y="183969"/>
                    <a:pt x="18869" y="185855"/>
                  </a:cubicBezTo>
                  <a:cubicBezTo>
                    <a:pt x="18869" y="187742"/>
                    <a:pt x="17925" y="189629"/>
                    <a:pt x="16982" y="190573"/>
                  </a:cubicBezTo>
                  <a:lnTo>
                    <a:pt x="16982" y="190573"/>
                  </a:lnTo>
                  <a:close/>
                  <a:moveTo>
                    <a:pt x="16982" y="16038"/>
                  </a:moveTo>
                  <a:cubicBezTo>
                    <a:pt x="16038" y="16982"/>
                    <a:pt x="14151" y="17925"/>
                    <a:pt x="12265" y="17925"/>
                  </a:cubicBezTo>
                  <a:cubicBezTo>
                    <a:pt x="10378" y="17925"/>
                    <a:pt x="8491" y="16982"/>
                    <a:pt x="7547" y="16038"/>
                  </a:cubicBezTo>
                  <a:cubicBezTo>
                    <a:pt x="6604" y="15095"/>
                    <a:pt x="5661" y="13208"/>
                    <a:pt x="5661" y="11321"/>
                  </a:cubicBezTo>
                  <a:cubicBezTo>
                    <a:pt x="5661" y="9434"/>
                    <a:pt x="6604" y="7547"/>
                    <a:pt x="7547" y="6604"/>
                  </a:cubicBezTo>
                  <a:cubicBezTo>
                    <a:pt x="8491" y="5661"/>
                    <a:pt x="10378" y="4717"/>
                    <a:pt x="12265" y="4717"/>
                  </a:cubicBezTo>
                  <a:cubicBezTo>
                    <a:pt x="14151" y="4717"/>
                    <a:pt x="16038" y="5661"/>
                    <a:pt x="16982" y="6604"/>
                  </a:cubicBezTo>
                  <a:cubicBezTo>
                    <a:pt x="17925" y="7547"/>
                    <a:pt x="18869" y="9434"/>
                    <a:pt x="18869" y="11321"/>
                  </a:cubicBezTo>
                  <a:cubicBezTo>
                    <a:pt x="18869" y="13208"/>
                    <a:pt x="17925" y="15095"/>
                    <a:pt x="16982" y="16038"/>
                  </a:cubicBezTo>
                  <a:lnTo>
                    <a:pt x="16982" y="16038"/>
                  </a:lnTo>
                  <a:close/>
                  <a:moveTo>
                    <a:pt x="40567" y="99060"/>
                  </a:moveTo>
                  <a:lnTo>
                    <a:pt x="40567" y="46228"/>
                  </a:lnTo>
                  <a:cubicBezTo>
                    <a:pt x="40567" y="43398"/>
                    <a:pt x="43398" y="40567"/>
                    <a:pt x="46228" y="40567"/>
                  </a:cubicBezTo>
                  <a:lnTo>
                    <a:pt x="72644" y="40567"/>
                  </a:lnTo>
                  <a:cubicBezTo>
                    <a:pt x="75474" y="40567"/>
                    <a:pt x="78305" y="43398"/>
                    <a:pt x="78305" y="46228"/>
                  </a:cubicBezTo>
                  <a:lnTo>
                    <a:pt x="78305" y="99060"/>
                  </a:lnTo>
                  <a:cubicBezTo>
                    <a:pt x="78305" y="101890"/>
                    <a:pt x="75474" y="104721"/>
                    <a:pt x="72644" y="104721"/>
                  </a:cubicBezTo>
                  <a:lnTo>
                    <a:pt x="46228" y="104721"/>
                  </a:lnTo>
                  <a:cubicBezTo>
                    <a:pt x="42454" y="104721"/>
                    <a:pt x="40567" y="101890"/>
                    <a:pt x="40567" y="99060"/>
                  </a:cubicBezTo>
                  <a:lnTo>
                    <a:pt x="40567" y="99060"/>
                  </a:lnTo>
                  <a:close/>
                  <a:moveTo>
                    <a:pt x="79248" y="170761"/>
                  </a:moveTo>
                  <a:cubicBezTo>
                    <a:pt x="65097" y="170761"/>
                    <a:pt x="53775" y="159439"/>
                    <a:pt x="53775" y="145288"/>
                  </a:cubicBezTo>
                  <a:cubicBezTo>
                    <a:pt x="53775" y="131137"/>
                    <a:pt x="65097" y="119815"/>
                    <a:pt x="79248" y="119815"/>
                  </a:cubicBezTo>
                  <a:cubicBezTo>
                    <a:pt x="93399" y="119815"/>
                    <a:pt x="104721" y="131137"/>
                    <a:pt x="104721" y="145288"/>
                  </a:cubicBezTo>
                  <a:cubicBezTo>
                    <a:pt x="104721" y="159439"/>
                    <a:pt x="93399" y="170761"/>
                    <a:pt x="79248" y="170761"/>
                  </a:cubicBezTo>
                  <a:lnTo>
                    <a:pt x="79248" y="170761"/>
                  </a:lnTo>
                  <a:close/>
                  <a:moveTo>
                    <a:pt x="145288" y="170761"/>
                  </a:moveTo>
                  <a:cubicBezTo>
                    <a:pt x="131137" y="170761"/>
                    <a:pt x="119815" y="159439"/>
                    <a:pt x="119815" y="145288"/>
                  </a:cubicBezTo>
                  <a:cubicBezTo>
                    <a:pt x="119815" y="131137"/>
                    <a:pt x="131137" y="119815"/>
                    <a:pt x="145288" y="119815"/>
                  </a:cubicBezTo>
                  <a:cubicBezTo>
                    <a:pt x="159439" y="119815"/>
                    <a:pt x="170761" y="131137"/>
                    <a:pt x="170761" y="145288"/>
                  </a:cubicBezTo>
                  <a:cubicBezTo>
                    <a:pt x="170761" y="159439"/>
                    <a:pt x="159439" y="170761"/>
                    <a:pt x="145288" y="170761"/>
                  </a:cubicBezTo>
                  <a:lnTo>
                    <a:pt x="145288" y="170761"/>
                  </a:lnTo>
                  <a:close/>
                  <a:moveTo>
                    <a:pt x="183969" y="99060"/>
                  </a:moveTo>
                  <a:cubicBezTo>
                    <a:pt x="183969" y="101890"/>
                    <a:pt x="181138" y="104721"/>
                    <a:pt x="178308" y="104721"/>
                  </a:cubicBezTo>
                  <a:lnTo>
                    <a:pt x="151892" y="104721"/>
                  </a:lnTo>
                  <a:cubicBezTo>
                    <a:pt x="149062" y="104721"/>
                    <a:pt x="146231" y="101890"/>
                    <a:pt x="146231" y="99060"/>
                  </a:cubicBezTo>
                  <a:cubicBezTo>
                    <a:pt x="146231" y="96230"/>
                    <a:pt x="149062" y="93399"/>
                    <a:pt x="151892" y="93399"/>
                  </a:cubicBezTo>
                  <a:lnTo>
                    <a:pt x="172647" y="93399"/>
                  </a:lnTo>
                  <a:lnTo>
                    <a:pt x="172647" y="78305"/>
                  </a:lnTo>
                  <a:lnTo>
                    <a:pt x="151892" y="78305"/>
                  </a:lnTo>
                  <a:cubicBezTo>
                    <a:pt x="149062" y="78305"/>
                    <a:pt x="146231" y="75474"/>
                    <a:pt x="146231" y="72644"/>
                  </a:cubicBezTo>
                  <a:cubicBezTo>
                    <a:pt x="146231" y="69814"/>
                    <a:pt x="149062" y="66983"/>
                    <a:pt x="151892" y="66983"/>
                  </a:cubicBezTo>
                  <a:lnTo>
                    <a:pt x="172647" y="66983"/>
                  </a:lnTo>
                  <a:lnTo>
                    <a:pt x="172647" y="51889"/>
                  </a:lnTo>
                  <a:lnTo>
                    <a:pt x="151892" y="51889"/>
                  </a:lnTo>
                  <a:cubicBezTo>
                    <a:pt x="149062" y="51889"/>
                    <a:pt x="146231" y="49058"/>
                    <a:pt x="146231" y="46228"/>
                  </a:cubicBezTo>
                  <a:cubicBezTo>
                    <a:pt x="146231" y="43398"/>
                    <a:pt x="149062" y="40567"/>
                    <a:pt x="151892" y="40567"/>
                  </a:cubicBezTo>
                  <a:lnTo>
                    <a:pt x="178308" y="40567"/>
                  </a:lnTo>
                  <a:cubicBezTo>
                    <a:pt x="181138" y="40567"/>
                    <a:pt x="183969" y="43398"/>
                    <a:pt x="183969" y="46228"/>
                  </a:cubicBezTo>
                  <a:lnTo>
                    <a:pt x="183969" y="99060"/>
                  </a:lnTo>
                  <a:close/>
                  <a:moveTo>
                    <a:pt x="216045" y="190573"/>
                  </a:moveTo>
                  <a:cubicBezTo>
                    <a:pt x="215102" y="191516"/>
                    <a:pt x="213215" y="192459"/>
                    <a:pt x="211328" y="192459"/>
                  </a:cubicBezTo>
                  <a:cubicBezTo>
                    <a:pt x="209441" y="192459"/>
                    <a:pt x="207554" y="191516"/>
                    <a:pt x="206611" y="190573"/>
                  </a:cubicBezTo>
                  <a:cubicBezTo>
                    <a:pt x="205667" y="189629"/>
                    <a:pt x="204724" y="187742"/>
                    <a:pt x="204724" y="185855"/>
                  </a:cubicBezTo>
                  <a:cubicBezTo>
                    <a:pt x="204724" y="183969"/>
                    <a:pt x="205667" y="182082"/>
                    <a:pt x="206611" y="181138"/>
                  </a:cubicBezTo>
                  <a:cubicBezTo>
                    <a:pt x="207554" y="180195"/>
                    <a:pt x="209441" y="179251"/>
                    <a:pt x="211328" y="179251"/>
                  </a:cubicBezTo>
                  <a:cubicBezTo>
                    <a:pt x="213215" y="179251"/>
                    <a:pt x="215102" y="180195"/>
                    <a:pt x="216045" y="181138"/>
                  </a:cubicBezTo>
                  <a:cubicBezTo>
                    <a:pt x="216989" y="182082"/>
                    <a:pt x="217932" y="183969"/>
                    <a:pt x="217932" y="185855"/>
                  </a:cubicBezTo>
                  <a:cubicBezTo>
                    <a:pt x="217932" y="187742"/>
                    <a:pt x="216989" y="189629"/>
                    <a:pt x="216045" y="190573"/>
                  </a:cubicBezTo>
                  <a:lnTo>
                    <a:pt x="216045" y="190573"/>
                  </a:lnTo>
                  <a:close/>
                  <a:moveTo>
                    <a:pt x="216045" y="16038"/>
                  </a:moveTo>
                  <a:cubicBezTo>
                    <a:pt x="215102" y="16982"/>
                    <a:pt x="213215" y="17925"/>
                    <a:pt x="211328" y="17925"/>
                  </a:cubicBezTo>
                  <a:cubicBezTo>
                    <a:pt x="209441" y="17925"/>
                    <a:pt x="207554" y="16982"/>
                    <a:pt x="206611" y="16038"/>
                  </a:cubicBezTo>
                  <a:cubicBezTo>
                    <a:pt x="205667" y="15095"/>
                    <a:pt x="204724" y="13208"/>
                    <a:pt x="204724" y="11321"/>
                  </a:cubicBezTo>
                  <a:cubicBezTo>
                    <a:pt x="204724" y="9434"/>
                    <a:pt x="205667" y="7547"/>
                    <a:pt x="206611" y="6604"/>
                  </a:cubicBezTo>
                  <a:cubicBezTo>
                    <a:pt x="207554" y="5661"/>
                    <a:pt x="209441" y="4717"/>
                    <a:pt x="211328" y="4717"/>
                  </a:cubicBezTo>
                  <a:cubicBezTo>
                    <a:pt x="213215" y="4717"/>
                    <a:pt x="215102" y="5661"/>
                    <a:pt x="216045" y="6604"/>
                  </a:cubicBezTo>
                  <a:cubicBezTo>
                    <a:pt x="216989" y="7547"/>
                    <a:pt x="217932" y="9434"/>
                    <a:pt x="217932" y="11321"/>
                  </a:cubicBezTo>
                  <a:cubicBezTo>
                    <a:pt x="217932" y="13208"/>
                    <a:pt x="216989" y="15095"/>
                    <a:pt x="216045" y="16038"/>
                  </a:cubicBezTo>
                  <a:lnTo>
                    <a:pt x="216045"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9" name="Google Shape;1379;p48"/>
            <p:cNvSpPr/>
            <p:nvPr/>
          </p:nvSpPr>
          <p:spPr>
            <a:xfrm>
              <a:off x="5200686" y="726077"/>
              <a:ext cx="15094" cy="41510"/>
            </a:xfrm>
            <a:custGeom>
              <a:avLst/>
              <a:gdLst/>
              <a:ahLst/>
              <a:cxnLst/>
              <a:rect l="l" t="t" r="r" b="b"/>
              <a:pathLst>
                <a:path w="15094" h="41510" extrusionOk="0">
                  <a:moveTo>
                    <a:pt x="0" y="0"/>
                  </a:moveTo>
                  <a:lnTo>
                    <a:pt x="15095" y="0"/>
                  </a:lnTo>
                  <a:lnTo>
                    <a:pt x="15095" y="41511"/>
                  </a:lnTo>
                  <a:lnTo>
                    <a:pt x="0" y="4151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0" name="Google Shape;1380;p48"/>
            <p:cNvSpPr/>
            <p:nvPr/>
          </p:nvSpPr>
          <p:spPr>
            <a:xfrm>
              <a:off x="5227102" y="805325"/>
              <a:ext cx="28302" cy="28302"/>
            </a:xfrm>
            <a:custGeom>
              <a:avLst/>
              <a:gdLst/>
              <a:ahLst/>
              <a:cxnLst/>
              <a:rect l="l" t="t" r="r" b="b"/>
              <a:pathLst>
                <a:path w="28302" h="28302" extrusionOk="0">
                  <a:moveTo>
                    <a:pt x="14151" y="0"/>
                  </a:moveTo>
                  <a:cubicBezTo>
                    <a:pt x="6604" y="0"/>
                    <a:pt x="0" y="6604"/>
                    <a:pt x="0" y="14151"/>
                  </a:cubicBezTo>
                  <a:cubicBezTo>
                    <a:pt x="0" y="21699"/>
                    <a:pt x="6604" y="28303"/>
                    <a:pt x="14151" y="28303"/>
                  </a:cubicBezTo>
                  <a:cubicBezTo>
                    <a:pt x="21699" y="28303"/>
                    <a:pt x="28303" y="21699"/>
                    <a:pt x="28303" y="14151"/>
                  </a:cubicBezTo>
                  <a:cubicBezTo>
                    <a:pt x="28303" y="6604"/>
                    <a:pt x="21699" y="0"/>
                    <a:pt x="14151" y="0"/>
                  </a:cubicBez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81" name="Google Shape;1381;p48"/>
          <p:cNvGrpSpPr/>
          <p:nvPr/>
        </p:nvGrpSpPr>
        <p:grpSpPr>
          <a:xfrm>
            <a:off x="5881108" y="2825260"/>
            <a:ext cx="304217" cy="300656"/>
            <a:chOff x="5096168" y="1543086"/>
            <a:chExt cx="224332" cy="221706"/>
          </a:xfrm>
        </p:grpSpPr>
        <p:sp>
          <p:nvSpPr>
            <p:cNvPr id="1382" name="Google Shape;1382;p48"/>
            <p:cNvSpPr/>
            <p:nvPr/>
          </p:nvSpPr>
          <p:spPr>
            <a:xfrm>
              <a:off x="5184648" y="1543086"/>
              <a:ext cx="46227" cy="31133"/>
            </a:xfrm>
            <a:custGeom>
              <a:avLst/>
              <a:gdLst/>
              <a:ahLst/>
              <a:cxnLst/>
              <a:rect l="l" t="t" r="r" b="b"/>
              <a:pathLst>
                <a:path w="46227" h="31133" extrusionOk="0">
                  <a:moveTo>
                    <a:pt x="30190" y="31133"/>
                  </a:moveTo>
                  <a:lnTo>
                    <a:pt x="46228" y="0"/>
                  </a:lnTo>
                  <a:lnTo>
                    <a:pt x="0" y="0"/>
                  </a:lnTo>
                  <a:lnTo>
                    <a:pt x="16038" y="31133"/>
                  </a:lnTo>
                  <a:lnTo>
                    <a:pt x="30190" y="3113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3" name="Google Shape;1383;p48"/>
            <p:cNvSpPr/>
            <p:nvPr/>
          </p:nvSpPr>
          <p:spPr>
            <a:xfrm>
              <a:off x="5171440" y="1549690"/>
              <a:ext cx="18868" cy="33020"/>
            </a:xfrm>
            <a:custGeom>
              <a:avLst/>
              <a:gdLst/>
              <a:ahLst/>
              <a:cxnLst/>
              <a:rect l="l" t="t" r="r" b="b"/>
              <a:pathLst>
                <a:path w="18868" h="33020" extrusionOk="0">
                  <a:moveTo>
                    <a:pt x="4717" y="0"/>
                  </a:moveTo>
                  <a:lnTo>
                    <a:pt x="0" y="10378"/>
                  </a:lnTo>
                  <a:lnTo>
                    <a:pt x="0" y="33020"/>
                  </a:lnTo>
                  <a:lnTo>
                    <a:pt x="18869" y="26416"/>
                  </a:lnTo>
                  <a:lnTo>
                    <a:pt x="471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84" name="Google Shape;1384;p48"/>
            <p:cNvGrpSpPr/>
            <p:nvPr/>
          </p:nvGrpSpPr>
          <p:grpSpPr>
            <a:xfrm>
              <a:off x="5096168" y="1549690"/>
              <a:ext cx="224332" cy="94018"/>
              <a:chOff x="5096168" y="1549690"/>
              <a:chExt cx="224332" cy="94018"/>
            </a:xfrm>
          </p:grpSpPr>
          <p:sp>
            <p:nvSpPr>
              <p:cNvPr id="1385" name="Google Shape;1385;p48"/>
              <p:cNvSpPr/>
              <p:nvPr/>
            </p:nvSpPr>
            <p:spPr>
              <a:xfrm>
                <a:off x="5227102" y="1549690"/>
                <a:ext cx="17925" cy="33020"/>
              </a:xfrm>
              <a:custGeom>
                <a:avLst/>
                <a:gdLst/>
                <a:ahLst/>
                <a:cxnLst/>
                <a:rect l="l" t="t" r="r" b="b"/>
                <a:pathLst>
                  <a:path w="17925" h="33020" extrusionOk="0">
                    <a:moveTo>
                      <a:pt x="17925" y="33020"/>
                    </a:moveTo>
                    <a:lnTo>
                      <a:pt x="17925" y="10378"/>
                    </a:lnTo>
                    <a:lnTo>
                      <a:pt x="13208" y="0"/>
                    </a:lnTo>
                    <a:lnTo>
                      <a:pt x="0" y="27359"/>
                    </a:lnTo>
                    <a:lnTo>
                      <a:pt x="17925" y="3302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6" name="Google Shape;1386;p48"/>
              <p:cNvSpPr/>
              <p:nvPr/>
            </p:nvSpPr>
            <p:spPr>
              <a:xfrm>
                <a:off x="5096168" y="1580823"/>
                <a:ext cx="29043" cy="61713"/>
              </a:xfrm>
              <a:custGeom>
                <a:avLst/>
                <a:gdLst/>
                <a:ahLst/>
                <a:cxnLst/>
                <a:rect l="l" t="t" r="r" b="b"/>
                <a:pathLst>
                  <a:path w="29043" h="61713" extrusionOk="0">
                    <a:moveTo>
                      <a:pt x="740" y="26416"/>
                    </a:moveTo>
                    <a:lnTo>
                      <a:pt x="12061" y="56606"/>
                    </a:lnTo>
                    <a:cubicBezTo>
                      <a:pt x="13005" y="59436"/>
                      <a:pt x="14892" y="61323"/>
                      <a:pt x="17722" y="61323"/>
                    </a:cubicBezTo>
                    <a:cubicBezTo>
                      <a:pt x="20552" y="62266"/>
                      <a:pt x="22439" y="61323"/>
                      <a:pt x="25269" y="60379"/>
                    </a:cubicBezTo>
                    <a:lnTo>
                      <a:pt x="29043" y="57549"/>
                    </a:lnTo>
                    <a:lnTo>
                      <a:pt x="29043" y="0"/>
                    </a:lnTo>
                    <a:lnTo>
                      <a:pt x="4514" y="16038"/>
                    </a:lnTo>
                    <a:cubicBezTo>
                      <a:pt x="740" y="18869"/>
                      <a:pt x="-1147" y="22642"/>
                      <a:pt x="740" y="26416"/>
                    </a:cubicBezTo>
                    <a:lnTo>
                      <a:pt x="740" y="264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7" name="Google Shape;1387;p48"/>
              <p:cNvSpPr/>
              <p:nvPr/>
            </p:nvSpPr>
            <p:spPr>
              <a:xfrm>
                <a:off x="5292198" y="1581766"/>
                <a:ext cx="28302" cy="61942"/>
              </a:xfrm>
              <a:custGeom>
                <a:avLst/>
                <a:gdLst/>
                <a:ahLst/>
                <a:cxnLst/>
                <a:rect l="l" t="t" r="r" b="b"/>
                <a:pathLst>
                  <a:path w="28302" h="61942" extrusionOk="0">
                    <a:moveTo>
                      <a:pt x="24529" y="16038"/>
                    </a:moveTo>
                    <a:lnTo>
                      <a:pt x="0" y="0"/>
                    </a:lnTo>
                    <a:lnTo>
                      <a:pt x="0" y="57549"/>
                    </a:lnTo>
                    <a:lnTo>
                      <a:pt x="3774" y="60380"/>
                    </a:lnTo>
                    <a:cubicBezTo>
                      <a:pt x="5661" y="62266"/>
                      <a:pt x="8491" y="62266"/>
                      <a:pt x="11321" y="61323"/>
                    </a:cubicBezTo>
                    <a:cubicBezTo>
                      <a:pt x="14151" y="60380"/>
                      <a:pt x="16038" y="58493"/>
                      <a:pt x="16982" y="56606"/>
                    </a:cubicBezTo>
                    <a:lnTo>
                      <a:pt x="28303" y="26416"/>
                    </a:lnTo>
                    <a:cubicBezTo>
                      <a:pt x="28303" y="21699"/>
                      <a:pt x="27359" y="17925"/>
                      <a:pt x="24529" y="16038"/>
                    </a:cubicBezTo>
                    <a:lnTo>
                      <a:pt x="24529" y="1603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88" name="Google Shape;1388;p48"/>
            <p:cNvSpPr/>
            <p:nvPr/>
          </p:nvSpPr>
          <p:spPr>
            <a:xfrm>
              <a:off x="5183704" y="1584597"/>
              <a:ext cx="47171" cy="180194"/>
            </a:xfrm>
            <a:custGeom>
              <a:avLst/>
              <a:gdLst/>
              <a:ahLst/>
              <a:cxnLst/>
              <a:rect l="l" t="t" r="r" b="b"/>
              <a:pathLst>
                <a:path w="47171" h="180194" extrusionOk="0">
                  <a:moveTo>
                    <a:pt x="14151" y="943"/>
                  </a:moveTo>
                  <a:lnTo>
                    <a:pt x="0" y="5661"/>
                  </a:lnTo>
                  <a:lnTo>
                    <a:pt x="0" y="180195"/>
                  </a:lnTo>
                  <a:lnTo>
                    <a:pt x="47171" y="180195"/>
                  </a:lnTo>
                  <a:lnTo>
                    <a:pt x="47171" y="4717"/>
                  </a:lnTo>
                  <a:lnTo>
                    <a:pt x="33020" y="0"/>
                  </a:lnTo>
                  <a:lnTo>
                    <a:pt x="1415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9" name="Google Shape;1389;p48"/>
            <p:cNvSpPr/>
            <p:nvPr/>
          </p:nvSpPr>
          <p:spPr>
            <a:xfrm>
              <a:off x="5244084" y="1566672"/>
              <a:ext cx="37737" cy="198120"/>
            </a:xfrm>
            <a:custGeom>
              <a:avLst/>
              <a:gdLst/>
              <a:ahLst/>
              <a:cxnLst/>
              <a:rect l="l" t="t" r="r" b="b"/>
              <a:pathLst>
                <a:path w="37737" h="198120" extrusionOk="0">
                  <a:moveTo>
                    <a:pt x="12265" y="23586"/>
                  </a:moveTo>
                  <a:cubicBezTo>
                    <a:pt x="12265" y="25473"/>
                    <a:pt x="11321" y="27359"/>
                    <a:pt x="10378" y="28303"/>
                  </a:cubicBezTo>
                  <a:cubicBezTo>
                    <a:pt x="9434" y="29246"/>
                    <a:pt x="8491" y="29246"/>
                    <a:pt x="7547" y="29246"/>
                  </a:cubicBezTo>
                  <a:cubicBezTo>
                    <a:pt x="6604" y="29246"/>
                    <a:pt x="6604" y="29246"/>
                    <a:pt x="5661" y="29246"/>
                  </a:cubicBezTo>
                  <a:lnTo>
                    <a:pt x="0" y="27359"/>
                  </a:lnTo>
                  <a:lnTo>
                    <a:pt x="0" y="198120"/>
                  </a:lnTo>
                  <a:lnTo>
                    <a:pt x="26416" y="198120"/>
                  </a:lnTo>
                  <a:cubicBezTo>
                    <a:pt x="33020" y="198120"/>
                    <a:pt x="37737" y="192459"/>
                    <a:pt x="37737" y="186799"/>
                  </a:cubicBezTo>
                  <a:lnTo>
                    <a:pt x="37737" y="9434"/>
                  </a:lnTo>
                  <a:lnTo>
                    <a:pt x="13208" y="0"/>
                  </a:lnTo>
                  <a:lnTo>
                    <a:pt x="13208" y="2358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0" name="Google Shape;1390;p48"/>
            <p:cNvSpPr/>
            <p:nvPr/>
          </p:nvSpPr>
          <p:spPr>
            <a:xfrm>
              <a:off x="5136533" y="1564785"/>
              <a:ext cx="37737" cy="198120"/>
            </a:xfrm>
            <a:custGeom>
              <a:avLst/>
              <a:gdLst/>
              <a:ahLst/>
              <a:cxnLst/>
              <a:rect l="l" t="t" r="r" b="b"/>
              <a:pathLst>
                <a:path w="37737" h="198120" extrusionOk="0">
                  <a:moveTo>
                    <a:pt x="29246" y="31133"/>
                  </a:moveTo>
                  <a:cubicBezTo>
                    <a:pt x="28303" y="31133"/>
                    <a:pt x="27359" y="31133"/>
                    <a:pt x="26416" y="30190"/>
                  </a:cubicBezTo>
                  <a:cubicBezTo>
                    <a:pt x="24529" y="29246"/>
                    <a:pt x="24529" y="27360"/>
                    <a:pt x="24529" y="25473"/>
                  </a:cubicBezTo>
                  <a:lnTo>
                    <a:pt x="24529" y="0"/>
                  </a:lnTo>
                  <a:lnTo>
                    <a:pt x="0" y="9434"/>
                  </a:lnTo>
                  <a:lnTo>
                    <a:pt x="0" y="186799"/>
                  </a:lnTo>
                  <a:cubicBezTo>
                    <a:pt x="0" y="193403"/>
                    <a:pt x="5661" y="198120"/>
                    <a:pt x="11321" y="198120"/>
                  </a:cubicBezTo>
                  <a:lnTo>
                    <a:pt x="37737" y="198120"/>
                  </a:lnTo>
                  <a:lnTo>
                    <a:pt x="37737" y="27360"/>
                  </a:lnTo>
                  <a:lnTo>
                    <a:pt x="32077" y="29246"/>
                  </a:lnTo>
                  <a:cubicBezTo>
                    <a:pt x="30190" y="31133"/>
                    <a:pt x="29246" y="31133"/>
                    <a:pt x="29246" y="31133"/>
                  </a:cubicBezTo>
                  <a:lnTo>
                    <a:pt x="29246" y="3113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91" name="Google Shape;1391;p48"/>
          <p:cNvGrpSpPr/>
          <p:nvPr/>
        </p:nvGrpSpPr>
        <p:grpSpPr>
          <a:xfrm>
            <a:off x="5906421" y="3509930"/>
            <a:ext cx="259715" cy="304492"/>
            <a:chOff x="5114834" y="2428965"/>
            <a:chExt cx="191516" cy="224535"/>
          </a:xfrm>
        </p:grpSpPr>
        <p:sp>
          <p:nvSpPr>
            <p:cNvPr id="1392" name="Google Shape;1392;p48"/>
            <p:cNvSpPr/>
            <p:nvPr/>
          </p:nvSpPr>
          <p:spPr>
            <a:xfrm>
              <a:off x="5237480" y="2545950"/>
              <a:ext cx="61322" cy="107550"/>
            </a:xfrm>
            <a:custGeom>
              <a:avLst/>
              <a:gdLst/>
              <a:ahLst/>
              <a:cxnLst/>
              <a:rect l="l" t="t" r="r" b="b"/>
              <a:pathLst>
                <a:path w="61322" h="107550" extrusionOk="0">
                  <a:moveTo>
                    <a:pt x="61323" y="3774"/>
                  </a:moveTo>
                  <a:cubicBezTo>
                    <a:pt x="61323" y="3774"/>
                    <a:pt x="59436" y="1887"/>
                    <a:pt x="57549" y="0"/>
                  </a:cubicBezTo>
                  <a:cubicBezTo>
                    <a:pt x="54719" y="6604"/>
                    <a:pt x="48115" y="12265"/>
                    <a:pt x="39624" y="12265"/>
                  </a:cubicBezTo>
                  <a:lnTo>
                    <a:pt x="20755" y="12265"/>
                  </a:lnTo>
                  <a:cubicBezTo>
                    <a:pt x="13208" y="12265"/>
                    <a:pt x="5661" y="7547"/>
                    <a:pt x="2830" y="0"/>
                  </a:cubicBezTo>
                  <a:cubicBezTo>
                    <a:pt x="1887" y="943"/>
                    <a:pt x="943" y="1887"/>
                    <a:pt x="0" y="3774"/>
                  </a:cubicBezTo>
                  <a:cubicBezTo>
                    <a:pt x="943" y="8491"/>
                    <a:pt x="2830" y="12265"/>
                    <a:pt x="3774" y="16982"/>
                  </a:cubicBezTo>
                  <a:cubicBezTo>
                    <a:pt x="7547" y="28303"/>
                    <a:pt x="9434" y="51889"/>
                    <a:pt x="10378" y="87739"/>
                  </a:cubicBezTo>
                  <a:cubicBezTo>
                    <a:pt x="10378" y="99060"/>
                    <a:pt x="19812" y="107551"/>
                    <a:pt x="30190" y="107551"/>
                  </a:cubicBezTo>
                  <a:cubicBezTo>
                    <a:pt x="40567" y="107551"/>
                    <a:pt x="50002" y="99060"/>
                    <a:pt x="50002" y="87739"/>
                  </a:cubicBezTo>
                  <a:cubicBezTo>
                    <a:pt x="50945" y="51889"/>
                    <a:pt x="52832" y="28303"/>
                    <a:pt x="56606" y="16982"/>
                  </a:cubicBezTo>
                  <a:cubicBezTo>
                    <a:pt x="59436" y="13208"/>
                    <a:pt x="60379" y="8491"/>
                    <a:pt x="61323" y="3774"/>
                  </a:cubicBezTo>
                  <a:lnTo>
                    <a:pt x="61323" y="37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393" name="Google Shape;1393;p48"/>
            <p:cNvGrpSpPr/>
            <p:nvPr/>
          </p:nvGrpSpPr>
          <p:grpSpPr>
            <a:xfrm>
              <a:off x="5251631" y="2428965"/>
              <a:ext cx="54719" cy="117130"/>
              <a:chOff x="5251631" y="2428965"/>
              <a:chExt cx="54719" cy="117130"/>
            </a:xfrm>
          </p:grpSpPr>
          <p:sp>
            <p:nvSpPr>
              <p:cNvPr id="1394" name="Google Shape;1394;p48"/>
              <p:cNvSpPr/>
              <p:nvPr/>
            </p:nvSpPr>
            <p:spPr>
              <a:xfrm>
                <a:off x="5251631" y="2532742"/>
                <a:ext cx="33963" cy="13353"/>
              </a:xfrm>
              <a:custGeom>
                <a:avLst/>
                <a:gdLst/>
                <a:ahLst/>
                <a:cxnLst/>
                <a:rect l="l" t="t" r="r" b="b"/>
                <a:pathLst>
                  <a:path w="33963" h="13353" extrusionOk="0">
                    <a:moveTo>
                      <a:pt x="33963" y="5661"/>
                    </a:moveTo>
                    <a:cubicBezTo>
                      <a:pt x="29246" y="2830"/>
                      <a:pt x="23586" y="0"/>
                      <a:pt x="16982" y="0"/>
                    </a:cubicBezTo>
                    <a:cubicBezTo>
                      <a:pt x="11321" y="0"/>
                      <a:pt x="5661" y="1887"/>
                      <a:pt x="0" y="5661"/>
                    </a:cubicBezTo>
                    <a:cubicBezTo>
                      <a:pt x="0" y="9434"/>
                      <a:pt x="3774" y="13208"/>
                      <a:pt x="7547" y="13208"/>
                    </a:cubicBezTo>
                    <a:lnTo>
                      <a:pt x="26416" y="13208"/>
                    </a:lnTo>
                    <a:cubicBezTo>
                      <a:pt x="30190" y="14151"/>
                      <a:pt x="33963" y="10378"/>
                      <a:pt x="33963" y="5661"/>
                    </a:cubicBezTo>
                    <a:lnTo>
                      <a:pt x="33963" y="566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5" name="Google Shape;1395;p48"/>
              <p:cNvSpPr/>
              <p:nvPr/>
            </p:nvSpPr>
            <p:spPr>
              <a:xfrm>
                <a:off x="5275217" y="2428965"/>
                <a:ext cx="31133" cy="105664"/>
              </a:xfrm>
              <a:custGeom>
                <a:avLst/>
                <a:gdLst/>
                <a:ahLst/>
                <a:cxnLst/>
                <a:rect l="l" t="t" r="r" b="b"/>
                <a:pathLst>
                  <a:path w="31133" h="105664" extrusionOk="0">
                    <a:moveTo>
                      <a:pt x="0" y="0"/>
                    </a:moveTo>
                    <a:lnTo>
                      <a:pt x="0" y="41511"/>
                    </a:lnTo>
                    <a:lnTo>
                      <a:pt x="8491" y="41511"/>
                    </a:lnTo>
                    <a:cubicBezTo>
                      <a:pt x="10378" y="41511"/>
                      <a:pt x="12265" y="43398"/>
                      <a:pt x="12265" y="45285"/>
                    </a:cubicBezTo>
                    <a:cubicBezTo>
                      <a:pt x="12265" y="47171"/>
                      <a:pt x="10378" y="49058"/>
                      <a:pt x="8491" y="49058"/>
                    </a:cubicBezTo>
                    <a:lnTo>
                      <a:pt x="0" y="49058"/>
                    </a:lnTo>
                    <a:lnTo>
                      <a:pt x="0" y="59436"/>
                    </a:lnTo>
                    <a:lnTo>
                      <a:pt x="8491" y="59436"/>
                    </a:lnTo>
                    <a:cubicBezTo>
                      <a:pt x="10378" y="59436"/>
                      <a:pt x="12265" y="61323"/>
                      <a:pt x="12265" y="63210"/>
                    </a:cubicBezTo>
                    <a:cubicBezTo>
                      <a:pt x="12265" y="65097"/>
                      <a:pt x="10378" y="66983"/>
                      <a:pt x="8491" y="66983"/>
                    </a:cubicBezTo>
                    <a:lnTo>
                      <a:pt x="0" y="66983"/>
                    </a:lnTo>
                    <a:lnTo>
                      <a:pt x="0" y="74531"/>
                    </a:lnTo>
                    <a:lnTo>
                      <a:pt x="8491" y="74531"/>
                    </a:lnTo>
                    <a:cubicBezTo>
                      <a:pt x="10378" y="74531"/>
                      <a:pt x="12265" y="76418"/>
                      <a:pt x="12265" y="78305"/>
                    </a:cubicBezTo>
                    <a:cubicBezTo>
                      <a:pt x="12265" y="80191"/>
                      <a:pt x="10378" y="82078"/>
                      <a:pt x="8491" y="82078"/>
                    </a:cubicBezTo>
                    <a:lnTo>
                      <a:pt x="0" y="82078"/>
                    </a:lnTo>
                    <a:lnTo>
                      <a:pt x="0" y="91513"/>
                    </a:lnTo>
                    <a:cubicBezTo>
                      <a:pt x="12265" y="93399"/>
                      <a:pt x="21699" y="100947"/>
                      <a:pt x="27359" y="105664"/>
                    </a:cubicBezTo>
                    <a:cubicBezTo>
                      <a:pt x="29246" y="95286"/>
                      <a:pt x="31133" y="83965"/>
                      <a:pt x="31133" y="71701"/>
                    </a:cubicBezTo>
                    <a:cubicBezTo>
                      <a:pt x="31133" y="36794"/>
                      <a:pt x="16982" y="6604"/>
                      <a:pt x="0"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96" name="Google Shape;1396;p48"/>
            <p:cNvSpPr/>
            <p:nvPr/>
          </p:nvSpPr>
          <p:spPr>
            <a:xfrm>
              <a:off x="5230875" y="2428965"/>
              <a:ext cx="31133" cy="105664"/>
            </a:xfrm>
            <a:custGeom>
              <a:avLst/>
              <a:gdLst/>
              <a:ahLst/>
              <a:cxnLst/>
              <a:rect l="l" t="t" r="r" b="b"/>
              <a:pathLst>
                <a:path w="31133" h="105664" extrusionOk="0">
                  <a:moveTo>
                    <a:pt x="31133" y="82078"/>
                  </a:moveTo>
                  <a:lnTo>
                    <a:pt x="22642" y="82078"/>
                  </a:lnTo>
                  <a:cubicBezTo>
                    <a:pt x="20755" y="82078"/>
                    <a:pt x="18869" y="80191"/>
                    <a:pt x="18869" y="78305"/>
                  </a:cubicBezTo>
                  <a:cubicBezTo>
                    <a:pt x="18869" y="76418"/>
                    <a:pt x="20755" y="74531"/>
                    <a:pt x="22642" y="74531"/>
                  </a:cubicBezTo>
                  <a:lnTo>
                    <a:pt x="31133" y="74531"/>
                  </a:lnTo>
                  <a:lnTo>
                    <a:pt x="31133" y="66983"/>
                  </a:lnTo>
                  <a:lnTo>
                    <a:pt x="22642" y="66983"/>
                  </a:lnTo>
                  <a:cubicBezTo>
                    <a:pt x="20755" y="66983"/>
                    <a:pt x="18869" y="65097"/>
                    <a:pt x="18869" y="63210"/>
                  </a:cubicBezTo>
                  <a:cubicBezTo>
                    <a:pt x="18869" y="61323"/>
                    <a:pt x="20755" y="59436"/>
                    <a:pt x="22642" y="59436"/>
                  </a:cubicBezTo>
                  <a:lnTo>
                    <a:pt x="31133" y="59436"/>
                  </a:lnTo>
                  <a:lnTo>
                    <a:pt x="31133" y="49058"/>
                  </a:lnTo>
                  <a:lnTo>
                    <a:pt x="22642" y="49058"/>
                  </a:lnTo>
                  <a:cubicBezTo>
                    <a:pt x="20755" y="49058"/>
                    <a:pt x="18869" y="47171"/>
                    <a:pt x="18869" y="45285"/>
                  </a:cubicBezTo>
                  <a:cubicBezTo>
                    <a:pt x="18869" y="43398"/>
                    <a:pt x="20755" y="41511"/>
                    <a:pt x="22642" y="41511"/>
                  </a:cubicBezTo>
                  <a:lnTo>
                    <a:pt x="31133" y="41511"/>
                  </a:lnTo>
                  <a:lnTo>
                    <a:pt x="31133" y="0"/>
                  </a:lnTo>
                  <a:cubicBezTo>
                    <a:pt x="14151" y="6604"/>
                    <a:pt x="0" y="36794"/>
                    <a:pt x="0" y="71701"/>
                  </a:cubicBezTo>
                  <a:cubicBezTo>
                    <a:pt x="0" y="83965"/>
                    <a:pt x="943" y="95286"/>
                    <a:pt x="3774" y="105664"/>
                  </a:cubicBezTo>
                  <a:cubicBezTo>
                    <a:pt x="12265" y="97173"/>
                    <a:pt x="21699" y="92456"/>
                    <a:pt x="31133" y="91513"/>
                  </a:cubicBezTo>
                  <a:lnTo>
                    <a:pt x="31133" y="8207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7" name="Google Shape;1397;p48"/>
            <p:cNvSpPr/>
            <p:nvPr/>
          </p:nvSpPr>
          <p:spPr>
            <a:xfrm>
              <a:off x="5135589" y="2532742"/>
              <a:ext cx="33963" cy="13208"/>
            </a:xfrm>
            <a:custGeom>
              <a:avLst/>
              <a:gdLst/>
              <a:ahLst/>
              <a:cxnLst/>
              <a:rect l="l" t="t" r="r" b="b"/>
              <a:pathLst>
                <a:path w="33963" h="13208" extrusionOk="0">
                  <a:moveTo>
                    <a:pt x="16982" y="0"/>
                  </a:moveTo>
                  <a:cubicBezTo>
                    <a:pt x="11321" y="0"/>
                    <a:pt x="5661" y="1887"/>
                    <a:pt x="0" y="5661"/>
                  </a:cubicBezTo>
                  <a:cubicBezTo>
                    <a:pt x="0" y="9434"/>
                    <a:pt x="3774" y="13208"/>
                    <a:pt x="7547" y="13208"/>
                  </a:cubicBezTo>
                  <a:lnTo>
                    <a:pt x="26416" y="13208"/>
                  </a:lnTo>
                  <a:cubicBezTo>
                    <a:pt x="30190" y="13208"/>
                    <a:pt x="33963" y="9434"/>
                    <a:pt x="33963" y="5661"/>
                  </a:cubicBezTo>
                  <a:cubicBezTo>
                    <a:pt x="29246" y="2830"/>
                    <a:pt x="22642" y="943"/>
                    <a:pt x="16982" y="0"/>
                  </a:cubicBezTo>
                  <a:lnTo>
                    <a:pt x="169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8" name="Google Shape;1398;p48"/>
            <p:cNvSpPr/>
            <p:nvPr/>
          </p:nvSpPr>
          <p:spPr>
            <a:xfrm>
              <a:off x="5114834" y="2428965"/>
              <a:ext cx="31133" cy="105664"/>
            </a:xfrm>
            <a:custGeom>
              <a:avLst/>
              <a:gdLst/>
              <a:ahLst/>
              <a:cxnLst/>
              <a:rect l="l" t="t" r="r" b="b"/>
              <a:pathLst>
                <a:path w="31133" h="105664" extrusionOk="0">
                  <a:moveTo>
                    <a:pt x="31133" y="82078"/>
                  </a:moveTo>
                  <a:lnTo>
                    <a:pt x="22642" y="82078"/>
                  </a:lnTo>
                  <a:cubicBezTo>
                    <a:pt x="20755" y="82078"/>
                    <a:pt x="18869" y="80191"/>
                    <a:pt x="18869" y="78305"/>
                  </a:cubicBezTo>
                  <a:cubicBezTo>
                    <a:pt x="18869" y="76418"/>
                    <a:pt x="20755" y="74531"/>
                    <a:pt x="22642" y="74531"/>
                  </a:cubicBezTo>
                  <a:lnTo>
                    <a:pt x="31133" y="74531"/>
                  </a:lnTo>
                  <a:lnTo>
                    <a:pt x="31133" y="66983"/>
                  </a:lnTo>
                  <a:lnTo>
                    <a:pt x="22642" y="66983"/>
                  </a:lnTo>
                  <a:cubicBezTo>
                    <a:pt x="20755" y="66983"/>
                    <a:pt x="18869" y="65097"/>
                    <a:pt x="18869" y="63210"/>
                  </a:cubicBezTo>
                  <a:cubicBezTo>
                    <a:pt x="18869" y="61323"/>
                    <a:pt x="20755" y="59436"/>
                    <a:pt x="22642" y="59436"/>
                  </a:cubicBezTo>
                  <a:lnTo>
                    <a:pt x="31133" y="59436"/>
                  </a:lnTo>
                  <a:lnTo>
                    <a:pt x="31133" y="49058"/>
                  </a:lnTo>
                  <a:lnTo>
                    <a:pt x="22642" y="49058"/>
                  </a:lnTo>
                  <a:cubicBezTo>
                    <a:pt x="20755" y="49058"/>
                    <a:pt x="18869" y="47171"/>
                    <a:pt x="18869" y="45285"/>
                  </a:cubicBezTo>
                  <a:cubicBezTo>
                    <a:pt x="18869" y="43398"/>
                    <a:pt x="20755" y="41511"/>
                    <a:pt x="22642" y="41511"/>
                  </a:cubicBezTo>
                  <a:lnTo>
                    <a:pt x="31133" y="41511"/>
                  </a:lnTo>
                  <a:lnTo>
                    <a:pt x="31133" y="0"/>
                  </a:lnTo>
                  <a:cubicBezTo>
                    <a:pt x="14151" y="6604"/>
                    <a:pt x="0" y="36794"/>
                    <a:pt x="0" y="71701"/>
                  </a:cubicBezTo>
                  <a:cubicBezTo>
                    <a:pt x="0" y="83965"/>
                    <a:pt x="1887" y="95286"/>
                    <a:pt x="3774" y="105664"/>
                  </a:cubicBezTo>
                  <a:cubicBezTo>
                    <a:pt x="12265" y="97173"/>
                    <a:pt x="21699" y="92456"/>
                    <a:pt x="31133" y="91513"/>
                  </a:cubicBezTo>
                  <a:lnTo>
                    <a:pt x="31133" y="8207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9" name="Google Shape;1399;p48"/>
            <p:cNvSpPr/>
            <p:nvPr/>
          </p:nvSpPr>
          <p:spPr>
            <a:xfrm>
              <a:off x="5159175" y="2428965"/>
              <a:ext cx="31133" cy="105664"/>
            </a:xfrm>
            <a:custGeom>
              <a:avLst/>
              <a:gdLst/>
              <a:ahLst/>
              <a:cxnLst/>
              <a:rect l="l" t="t" r="r" b="b"/>
              <a:pathLst>
                <a:path w="31133" h="105664" extrusionOk="0">
                  <a:moveTo>
                    <a:pt x="0" y="0"/>
                  </a:moveTo>
                  <a:lnTo>
                    <a:pt x="0" y="41511"/>
                  </a:lnTo>
                  <a:lnTo>
                    <a:pt x="8491" y="41511"/>
                  </a:lnTo>
                  <a:cubicBezTo>
                    <a:pt x="10378" y="41511"/>
                    <a:pt x="12265" y="43398"/>
                    <a:pt x="12265" y="45285"/>
                  </a:cubicBezTo>
                  <a:cubicBezTo>
                    <a:pt x="12265" y="47171"/>
                    <a:pt x="10378" y="49058"/>
                    <a:pt x="8491" y="49058"/>
                  </a:cubicBezTo>
                  <a:lnTo>
                    <a:pt x="0" y="49058"/>
                  </a:lnTo>
                  <a:lnTo>
                    <a:pt x="0" y="59436"/>
                  </a:lnTo>
                  <a:lnTo>
                    <a:pt x="8491" y="59436"/>
                  </a:lnTo>
                  <a:cubicBezTo>
                    <a:pt x="10378" y="59436"/>
                    <a:pt x="12265" y="61323"/>
                    <a:pt x="12265" y="63210"/>
                  </a:cubicBezTo>
                  <a:cubicBezTo>
                    <a:pt x="12265" y="65097"/>
                    <a:pt x="10378" y="66983"/>
                    <a:pt x="8491" y="66983"/>
                  </a:cubicBezTo>
                  <a:lnTo>
                    <a:pt x="0" y="66983"/>
                  </a:lnTo>
                  <a:lnTo>
                    <a:pt x="0" y="74531"/>
                  </a:lnTo>
                  <a:lnTo>
                    <a:pt x="8491" y="74531"/>
                  </a:lnTo>
                  <a:cubicBezTo>
                    <a:pt x="10378" y="74531"/>
                    <a:pt x="12265" y="76418"/>
                    <a:pt x="12265" y="78305"/>
                  </a:cubicBezTo>
                  <a:cubicBezTo>
                    <a:pt x="12265" y="80191"/>
                    <a:pt x="10378" y="82078"/>
                    <a:pt x="8491" y="82078"/>
                  </a:cubicBezTo>
                  <a:lnTo>
                    <a:pt x="0" y="82078"/>
                  </a:lnTo>
                  <a:lnTo>
                    <a:pt x="0" y="91513"/>
                  </a:lnTo>
                  <a:cubicBezTo>
                    <a:pt x="12265" y="93399"/>
                    <a:pt x="21699" y="100947"/>
                    <a:pt x="27359" y="105664"/>
                  </a:cubicBezTo>
                  <a:cubicBezTo>
                    <a:pt x="29246" y="95286"/>
                    <a:pt x="31133" y="83965"/>
                    <a:pt x="31133" y="71701"/>
                  </a:cubicBezTo>
                  <a:cubicBezTo>
                    <a:pt x="31133" y="36794"/>
                    <a:pt x="16982" y="6604"/>
                    <a:pt x="0"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0" name="Google Shape;1400;p48"/>
            <p:cNvSpPr/>
            <p:nvPr/>
          </p:nvSpPr>
          <p:spPr>
            <a:xfrm>
              <a:off x="5122381" y="2545950"/>
              <a:ext cx="61322" cy="107550"/>
            </a:xfrm>
            <a:custGeom>
              <a:avLst/>
              <a:gdLst/>
              <a:ahLst/>
              <a:cxnLst/>
              <a:rect l="l" t="t" r="r" b="b"/>
              <a:pathLst>
                <a:path w="61322" h="107550" extrusionOk="0">
                  <a:moveTo>
                    <a:pt x="61323" y="3774"/>
                  </a:moveTo>
                  <a:cubicBezTo>
                    <a:pt x="61323" y="3774"/>
                    <a:pt x="59436" y="1887"/>
                    <a:pt x="57549" y="0"/>
                  </a:cubicBezTo>
                  <a:cubicBezTo>
                    <a:pt x="54719" y="6604"/>
                    <a:pt x="48115" y="12265"/>
                    <a:pt x="39624" y="12265"/>
                  </a:cubicBezTo>
                  <a:lnTo>
                    <a:pt x="20755" y="12265"/>
                  </a:lnTo>
                  <a:cubicBezTo>
                    <a:pt x="13208" y="12265"/>
                    <a:pt x="5661" y="7547"/>
                    <a:pt x="2830" y="0"/>
                  </a:cubicBezTo>
                  <a:cubicBezTo>
                    <a:pt x="1887" y="943"/>
                    <a:pt x="943" y="1887"/>
                    <a:pt x="0" y="3774"/>
                  </a:cubicBezTo>
                  <a:cubicBezTo>
                    <a:pt x="943" y="8491"/>
                    <a:pt x="2830" y="12265"/>
                    <a:pt x="3774" y="16982"/>
                  </a:cubicBezTo>
                  <a:cubicBezTo>
                    <a:pt x="7547" y="28303"/>
                    <a:pt x="9434" y="51889"/>
                    <a:pt x="10378" y="87739"/>
                  </a:cubicBezTo>
                  <a:cubicBezTo>
                    <a:pt x="10378" y="99060"/>
                    <a:pt x="19812" y="107551"/>
                    <a:pt x="30190" y="107551"/>
                  </a:cubicBezTo>
                  <a:cubicBezTo>
                    <a:pt x="40567" y="107551"/>
                    <a:pt x="50002" y="99060"/>
                    <a:pt x="50002" y="87739"/>
                  </a:cubicBezTo>
                  <a:cubicBezTo>
                    <a:pt x="50945" y="51889"/>
                    <a:pt x="52832" y="28303"/>
                    <a:pt x="56606" y="16982"/>
                  </a:cubicBezTo>
                  <a:cubicBezTo>
                    <a:pt x="58493" y="13208"/>
                    <a:pt x="59436" y="8491"/>
                    <a:pt x="61323" y="3774"/>
                  </a:cubicBezTo>
                  <a:lnTo>
                    <a:pt x="61323" y="37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401" name="Google Shape;1401;p48"/>
          <p:cNvGrpSpPr/>
          <p:nvPr/>
        </p:nvGrpSpPr>
        <p:grpSpPr>
          <a:xfrm>
            <a:off x="5943522" y="4195881"/>
            <a:ext cx="176555" cy="304493"/>
            <a:chOff x="5142193" y="3315788"/>
            <a:chExt cx="130193" cy="224536"/>
          </a:xfrm>
        </p:grpSpPr>
        <p:sp>
          <p:nvSpPr>
            <p:cNvPr id="1402" name="Google Shape;1402;p48"/>
            <p:cNvSpPr/>
            <p:nvPr/>
          </p:nvSpPr>
          <p:spPr>
            <a:xfrm>
              <a:off x="5188421" y="3386545"/>
              <a:ext cx="37737" cy="77361"/>
            </a:xfrm>
            <a:custGeom>
              <a:avLst/>
              <a:gdLst/>
              <a:ahLst/>
              <a:cxnLst/>
              <a:rect l="l" t="t" r="r" b="b"/>
              <a:pathLst>
                <a:path w="37737" h="77361" extrusionOk="0">
                  <a:moveTo>
                    <a:pt x="29246" y="77361"/>
                  </a:moveTo>
                  <a:cubicBezTo>
                    <a:pt x="33963" y="69814"/>
                    <a:pt x="37737" y="53775"/>
                    <a:pt x="37737" y="42454"/>
                  </a:cubicBezTo>
                  <a:cubicBezTo>
                    <a:pt x="37737" y="31133"/>
                    <a:pt x="34907" y="20755"/>
                    <a:pt x="28303" y="13208"/>
                  </a:cubicBezTo>
                  <a:cubicBezTo>
                    <a:pt x="25473" y="9434"/>
                    <a:pt x="23586" y="4717"/>
                    <a:pt x="22642" y="0"/>
                  </a:cubicBezTo>
                  <a:lnTo>
                    <a:pt x="15095" y="0"/>
                  </a:lnTo>
                  <a:cubicBezTo>
                    <a:pt x="14151" y="4717"/>
                    <a:pt x="12265" y="9434"/>
                    <a:pt x="9434" y="13208"/>
                  </a:cubicBezTo>
                  <a:cubicBezTo>
                    <a:pt x="2830" y="21699"/>
                    <a:pt x="0" y="31133"/>
                    <a:pt x="0" y="42454"/>
                  </a:cubicBezTo>
                  <a:cubicBezTo>
                    <a:pt x="0" y="53775"/>
                    <a:pt x="3774" y="69814"/>
                    <a:pt x="8491" y="77361"/>
                  </a:cubicBezTo>
                  <a:lnTo>
                    <a:pt x="29246" y="77361"/>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3" name="Google Shape;1403;p48"/>
            <p:cNvSpPr/>
            <p:nvPr/>
          </p:nvSpPr>
          <p:spPr>
            <a:xfrm>
              <a:off x="5200686" y="3344091"/>
              <a:ext cx="15094" cy="20755"/>
            </a:xfrm>
            <a:custGeom>
              <a:avLst/>
              <a:gdLst/>
              <a:ahLst/>
              <a:cxnLst/>
              <a:rect l="l" t="t" r="r" b="b"/>
              <a:pathLst>
                <a:path w="15094" h="20755" extrusionOk="0">
                  <a:moveTo>
                    <a:pt x="2830" y="20755"/>
                  </a:moveTo>
                  <a:lnTo>
                    <a:pt x="11321" y="20755"/>
                  </a:lnTo>
                  <a:cubicBezTo>
                    <a:pt x="11321" y="18869"/>
                    <a:pt x="12265" y="16982"/>
                    <a:pt x="13208" y="16038"/>
                  </a:cubicBezTo>
                  <a:cubicBezTo>
                    <a:pt x="15095" y="11321"/>
                    <a:pt x="15095" y="11321"/>
                    <a:pt x="15095" y="9434"/>
                  </a:cubicBezTo>
                  <a:cubicBezTo>
                    <a:pt x="15095" y="9434"/>
                    <a:pt x="15095" y="8491"/>
                    <a:pt x="15095" y="8491"/>
                  </a:cubicBezTo>
                  <a:cubicBezTo>
                    <a:pt x="15095" y="5661"/>
                    <a:pt x="13208" y="0"/>
                    <a:pt x="7547" y="0"/>
                  </a:cubicBezTo>
                  <a:cubicBezTo>
                    <a:pt x="1887" y="0"/>
                    <a:pt x="0" y="5661"/>
                    <a:pt x="0" y="8491"/>
                  </a:cubicBezTo>
                  <a:cubicBezTo>
                    <a:pt x="0" y="8491"/>
                    <a:pt x="0" y="9434"/>
                    <a:pt x="0" y="9434"/>
                  </a:cubicBezTo>
                  <a:cubicBezTo>
                    <a:pt x="0" y="10378"/>
                    <a:pt x="0" y="11321"/>
                    <a:pt x="1887" y="16038"/>
                  </a:cubicBezTo>
                  <a:cubicBezTo>
                    <a:pt x="1887" y="16982"/>
                    <a:pt x="1887" y="18869"/>
                    <a:pt x="2830" y="20755"/>
                  </a:cubicBezTo>
                  <a:lnTo>
                    <a:pt x="2830" y="2075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404" name="Google Shape;1404;p48"/>
            <p:cNvGrpSpPr/>
            <p:nvPr/>
          </p:nvGrpSpPr>
          <p:grpSpPr>
            <a:xfrm>
              <a:off x="5142193" y="3315788"/>
              <a:ext cx="130193" cy="224536"/>
              <a:chOff x="5142193" y="3315788"/>
              <a:chExt cx="130193" cy="224536"/>
            </a:xfrm>
          </p:grpSpPr>
          <p:sp>
            <p:nvSpPr>
              <p:cNvPr id="1405" name="Google Shape;1405;p48"/>
              <p:cNvSpPr/>
              <p:nvPr/>
            </p:nvSpPr>
            <p:spPr>
              <a:xfrm>
                <a:off x="5204460" y="3373337"/>
                <a:ext cx="5660" cy="3773"/>
              </a:xfrm>
              <a:custGeom>
                <a:avLst/>
                <a:gdLst/>
                <a:ahLst/>
                <a:cxnLst/>
                <a:rect l="l" t="t" r="r" b="b"/>
                <a:pathLst>
                  <a:path w="5660" h="3773" extrusionOk="0">
                    <a:moveTo>
                      <a:pt x="0" y="0"/>
                    </a:moveTo>
                    <a:cubicBezTo>
                      <a:pt x="0" y="943"/>
                      <a:pt x="0" y="1887"/>
                      <a:pt x="0" y="3774"/>
                    </a:cubicBezTo>
                    <a:lnTo>
                      <a:pt x="5661" y="3774"/>
                    </a:lnTo>
                    <a:cubicBezTo>
                      <a:pt x="5661" y="2830"/>
                      <a:pt x="5661" y="943"/>
                      <a:pt x="5661" y="0"/>
                    </a:cubicBezTo>
                    <a:lnTo>
                      <a:pt x="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6" name="Google Shape;1406;p48"/>
              <p:cNvSpPr/>
              <p:nvPr/>
            </p:nvSpPr>
            <p:spPr>
              <a:xfrm>
                <a:off x="5142193" y="3315788"/>
                <a:ext cx="129249" cy="168873"/>
              </a:xfrm>
              <a:custGeom>
                <a:avLst/>
                <a:gdLst/>
                <a:ahLst/>
                <a:cxnLst/>
                <a:rect l="l" t="t" r="r" b="b"/>
                <a:pathLst>
                  <a:path w="129249" h="168873" extrusionOk="0">
                    <a:moveTo>
                      <a:pt x="129250" y="167930"/>
                    </a:moveTo>
                    <a:lnTo>
                      <a:pt x="129250" y="22642"/>
                    </a:lnTo>
                    <a:cubicBezTo>
                      <a:pt x="129250" y="10378"/>
                      <a:pt x="118872" y="0"/>
                      <a:pt x="106607" y="0"/>
                    </a:cubicBezTo>
                    <a:lnTo>
                      <a:pt x="22642" y="0"/>
                    </a:lnTo>
                    <a:cubicBezTo>
                      <a:pt x="10378" y="0"/>
                      <a:pt x="0" y="10378"/>
                      <a:pt x="0" y="22642"/>
                    </a:cubicBezTo>
                    <a:lnTo>
                      <a:pt x="0" y="168874"/>
                    </a:lnTo>
                    <a:lnTo>
                      <a:pt x="129250" y="168874"/>
                    </a:lnTo>
                    <a:close/>
                    <a:moveTo>
                      <a:pt x="49058" y="78305"/>
                    </a:moveTo>
                    <a:cubicBezTo>
                      <a:pt x="55662" y="68870"/>
                      <a:pt x="54719" y="51889"/>
                      <a:pt x="51889" y="47171"/>
                    </a:cubicBezTo>
                    <a:cubicBezTo>
                      <a:pt x="49058" y="41511"/>
                      <a:pt x="49058" y="39624"/>
                      <a:pt x="49058" y="37737"/>
                    </a:cubicBezTo>
                    <a:cubicBezTo>
                      <a:pt x="49058" y="37737"/>
                      <a:pt x="49058" y="36794"/>
                      <a:pt x="49058" y="36794"/>
                    </a:cubicBezTo>
                    <a:cubicBezTo>
                      <a:pt x="49058" y="29246"/>
                      <a:pt x="54719" y="20755"/>
                      <a:pt x="65097" y="20755"/>
                    </a:cubicBezTo>
                    <a:cubicBezTo>
                      <a:pt x="74531" y="20755"/>
                      <a:pt x="81135" y="29246"/>
                      <a:pt x="81135" y="36794"/>
                    </a:cubicBezTo>
                    <a:cubicBezTo>
                      <a:pt x="81135" y="36794"/>
                      <a:pt x="81135" y="37737"/>
                      <a:pt x="81135" y="37737"/>
                    </a:cubicBezTo>
                    <a:cubicBezTo>
                      <a:pt x="81135" y="40567"/>
                      <a:pt x="81135" y="42454"/>
                      <a:pt x="78305" y="47171"/>
                    </a:cubicBezTo>
                    <a:cubicBezTo>
                      <a:pt x="76418" y="52832"/>
                      <a:pt x="74531" y="69814"/>
                      <a:pt x="81135" y="78305"/>
                    </a:cubicBezTo>
                    <a:cubicBezTo>
                      <a:pt x="88682" y="87739"/>
                      <a:pt x="91513" y="99060"/>
                      <a:pt x="91513" y="113211"/>
                    </a:cubicBezTo>
                    <a:cubicBezTo>
                      <a:pt x="91513" y="127363"/>
                      <a:pt x="85852" y="147175"/>
                      <a:pt x="80191" y="154722"/>
                    </a:cubicBezTo>
                    <a:cubicBezTo>
                      <a:pt x="79248" y="155666"/>
                      <a:pt x="78305" y="156609"/>
                      <a:pt x="77361" y="156609"/>
                    </a:cubicBezTo>
                    <a:lnTo>
                      <a:pt x="52832" y="156609"/>
                    </a:lnTo>
                    <a:cubicBezTo>
                      <a:pt x="51889" y="156609"/>
                      <a:pt x="50002" y="155666"/>
                      <a:pt x="50002" y="154722"/>
                    </a:cubicBezTo>
                    <a:cubicBezTo>
                      <a:pt x="43398" y="147175"/>
                      <a:pt x="38681" y="127363"/>
                      <a:pt x="38681" y="113211"/>
                    </a:cubicBezTo>
                    <a:cubicBezTo>
                      <a:pt x="37737" y="99060"/>
                      <a:pt x="41511" y="88682"/>
                      <a:pt x="49058" y="78305"/>
                    </a:cubicBezTo>
                    <a:lnTo>
                      <a:pt x="49058" y="7830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7" name="Google Shape;1407;p48"/>
              <p:cNvSpPr/>
              <p:nvPr/>
            </p:nvSpPr>
            <p:spPr>
              <a:xfrm>
                <a:off x="5143137" y="3495040"/>
                <a:ext cx="129249" cy="45284"/>
              </a:xfrm>
              <a:custGeom>
                <a:avLst/>
                <a:gdLst/>
                <a:ahLst/>
                <a:cxnLst/>
                <a:rect l="l" t="t" r="r" b="b"/>
                <a:pathLst>
                  <a:path w="129249" h="45284" extrusionOk="0">
                    <a:moveTo>
                      <a:pt x="0" y="0"/>
                    </a:moveTo>
                    <a:lnTo>
                      <a:pt x="0" y="22642"/>
                    </a:lnTo>
                    <a:cubicBezTo>
                      <a:pt x="0" y="34907"/>
                      <a:pt x="10378" y="45285"/>
                      <a:pt x="22642" y="45285"/>
                    </a:cubicBezTo>
                    <a:lnTo>
                      <a:pt x="106607" y="45285"/>
                    </a:lnTo>
                    <a:cubicBezTo>
                      <a:pt x="118872" y="45285"/>
                      <a:pt x="129250" y="34907"/>
                      <a:pt x="129250" y="22642"/>
                    </a:cubicBezTo>
                    <a:lnTo>
                      <a:pt x="129250" y="0"/>
                    </a:lnTo>
                    <a:lnTo>
                      <a:pt x="0" y="0"/>
                    </a:lnTo>
                    <a:close/>
                    <a:moveTo>
                      <a:pt x="68870" y="24529"/>
                    </a:moveTo>
                    <a:cubicBezTo>
                      <a:pt x="67927" y="25473"/>
                      <a:pt x="66040" y="26416"/>
                      <a:pt x="64153" y="26416"/>
                    </a:cubicBezTo>
                    <a:cubicBezTo>
                      <a:pt x="62266" y="26416"/>
                      <a:pt x="61323" y="25473"/>
                      <a:pt x="59436" y="24529"/>
                    </a:cubicBezTo>
                    <a:cubicBezTo>
                      <a:pt x="58493" y="23586"/>
                      <a:pt x="57549" y="21699"/>
                      <a:pt x="57549" y="19812"/>
                    </a:cubicBezTo>
                    <a:cubicBezTo>
                      <a:pt x="57549" y="17925"/>
                      <a:pt x="58493" y="16038"/>
                      <a:pt x="59436" y="15095"/>
                    </a:cubicBezTo>
                    <a:cubicBezTo>
                      <a:pt x="60379" y="14151"/>
                      <a:pt x="62266" y="13208"/>
                      <a:pt x="64153" y="13208"/>
                    </a:cubicBezTo>
                    <a:cubicBezTo>
                      <a:pt x="66040" y="13208"/>
                      <a:pt x="67927" y="14151"/>
                      <a:pt x="68870" y="15095"/>
                    </a:cubicBezTo>
                    <a:cubicBezTo>
                      <a:pt x="69814" y="16038"/>
                      <a:pt x="70757" y="17925"/>
                      <a:pt x="70757" y="19812"/>
                    </a:cubicBezTo>
                    <a:cubicBezTo>
                      <a:pt x="70757" y="21699"/>
                      <a:pt x="69814" y="23586"/>
                      <a:pt x="68870" y="24529"/>
                    </a:cubicBezTo>
                    <a:lnTo>
                      <a:pt x="68870" y="2452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08" name="Google Shape;1408;p48"/>
          <p:cNvGrpSpPr/>
          <p:nvPr/>
        </p:nvGrpSpPr>
        <p:grpSpPr>
          <a:xfrm>
            <a:off x="6854853" y="1453359"/>
            <a:ext cx="300654" cy="295056"/>
            <a:chOff x="5982788" y="-230559"/>
            <a:chExt cx="221705" cy="217577"/>
          </a:xfrm>
        </p:grpSpPr>
        <p:sp>
          <p:nvSpPr>
            <p:cNvPr id="1409" name="Google Shape;1409;p48"/>
            <p:cNvSpPr/>
            <p:nvPr/>
          </p:nvSpPr>
          <p:spPr>
            <a:xfrm>
              <a:off x="6008261" y="-168293"/>
              <a:ext cx="17925" cy="12264"/>
            </a:xfrm>
            <a:custGeom>
              <a:avLst/>
              <a:gdLst/>
              <a:ahLst/>
              <a:cxnLst/>
              <a:rect l="l" t="t" r="r" b="b"/>
              <a:pathLst>
                <a:path w="17925" h="12264" extrusionOk="0">
                  <a:moveTo>
                    <a:pt x="1887" y="0"/>
                  </a:moveTo>
                  <a:cubicBezTo>
                    <a:pt x="1887" y="3774"/>
                    <a:pt x="943" y="8491"/>
                    <a:pt x="0" y="12264"/>
                  </a:cubicBezTo>
                  <a:lnTo>
                    <a:pt x="17925" y="12264"/>
                  </a:lnTo>
                  <a:cubicBezTo>
                    <a:pt x="16982" y="8491"/>
                    <a:pt x="16982" y="3774"/>
                    <a:pt x="16038" y="0"/>
                  </a:cubicBezTo>
                  <a:lnTo>
                    <a:pt x="188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10" name="Google Shape;1410;p48"/>
            <p:cNvSpPr/>
            <p:nvPr/>
          </p:nvSpPr>
          <p:spPr>
            <a:xfrm>
              <a:off x="6002600" y="-230559"/>
              <a:ext cx="30189" cy="50001"/>
            </a:xfrm>
            <a:custGeom>
              <a:avLst/>
              <a:gdLst/>
              <a:ahLst/>
              <a:cxnLst/>
              <a:rect l="l" t="t" r="r" b="b"/>
              <a:pathLst>
                <a:path w="30189" h="50001" extrusionOk="0">
                  <a:moveTo>
                    <a:pt x="7547" y="50002"/>
                  </a:moveTo>
                  <a:lnTo>
                    <a:pt x="21699" y="50002"/>
                  </a:lnTo>
                  <a:cubicBezTo>
                    <a:pt x="22642" y="41511"/>
                    <a:pt x="23586" y="33963"/>
                    <a:pt x="26416" y="29246"/>
                  </a:cubicBezTo>
                  <a:cubicBezTo>
                    <a:pt x="30190" y="20755"/>
                    <a:pt x="30190" y="19812"/>
                    <a:pt x="30190" y="17925"/>
                  </a:cubicBezTo>
                  <a:cubicBezTo>
                    <a:pt x="30190" y="16982"/>
                    <a:pt x="30190" y="16982"/>
                    <a:pt x="30190" y="16038"/>
                  </a:cubicBezTo>
                  <a:cubicBezTo>
                    <a:pt x="30190" y="9434"/>
                    <a:pt x="25473" y="0"/>
                    <a:pt x="15095" y="0"/>
                  </a:cubicBezTo>
                  <a:cubicBezTo>
                    <a:pt x="4717" y="0"/>
                    <a:pt x="0" y="9434"/>
                    <a:pt x="0" y="16038"/>
                  </a:cubicBezTo>
                  <a:cubicBezTo>
                    <a:pt x="0" y="16982"/>
                    <a:pt x="0" y="16982"/>
                    <a:pt x="0" y="17925"/>
                  </a:cubicBezTo>
                  <a:cubicBezTo>
                    <a:pt x="0" y="19812"/>
                    <a:pt x="0" y="21699"/>
                    <a:pt x="3774" y="29246"/>
                  </a:cubicBezTo>
                  <a:cubicBezTo>
                    <a:pt x="5661" y="33020"/>
                    <a:pt x="6604" y="40567"/>
                    <a:pt x="7547" y="50002"/>
                  </a:cubicBezTo>
                  <a:lnTo>
                    <a:pt x="7547" y="5000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11" name="Google Shape;1411;p48"/>
            <p:cNvSpPr/>
            <p:nvPr/>
          </p:nvSpPr>
          <p:spPr>
            <a:xfrm>
              <a:off x="5982788" y="-143764"/>
              <a:ext cx="66040" cy="125476"/>
            </a:xfrm>
            <a:custGeom>
              <a:avLst/>
              <a:gdLst/>
              <a:ahLst/>
              <a:cxnLst/>
              <a:rect l="l" t="t" r="r" b="b"/>
              <a:pathLst>
                <a:path w="66040" h="125476" extrusionOk="0">
                  <a:moveTo>
                    <a:pt x="55662" y="120759"/>
                  </a:moveTo>
                  <a:lnTo>
                    <a:pt x="46228" y="119816"/>
                  </a:lnTo>
                  <a:cubicBezTo>
                    <a:pt x="44341" y="119816"/>
                    <a:pt x="43398" y="118872"/>
                    <a:pt x="42454" y="116985"/>
                  </a:cubicBezTo>
                  <a:cubicBezTo>
                    <a:pt x="41511" y="115098"/>
                    <a:pt x="41511" y="113211"/>
                    <a:pt x="42454" y="112268"/>
                  </a:cubicBezTo>
                  <a:lnTo>
                    <a:pt x="55662" y="83965"/>
                  </a:lnTo>
                  <a:lnTo>
                    <a:pt x="42454" y="55663"/>
                  </a:lnTo>
                  <a:cubicBezTo>
                    <a:pt x="41511" y="52832"/>
                    <a:pt x="42454" y="50002"/>
                    <a:pt x="44341" y="48115"/>
                  </a:cubicBezTo>
                  <a:lnTo>
                    <a:pt x="66040" y="35850"/>
                  </a:lnTo>
                  <a:cubicBezTo>
                    <a:pt x="63210" y="26416"/>
                    <a:pt x="59436" y="17925"/>
                    <a:pt x="52832" y="9434"/>
                  </a:cubicBezTo>
                  <a:cubicBezTo>
                    <a:pt x="50945" y="6604"/>
                    <a:pt x="49058" y="3774"/>
                    <a:pt x="47171" y="0"/>
                  </a:cubicBezTo>
                  <a:lnTo>
                    <a:pt x="21699" y="0"/>
                  </a:lnTo>
                  <a:cubicBezTo>
                    <a:pt x="19812" y="3774"/>
                    <a:pt x="18869" y="6604"/>
                    <a:pt x="16038" y="9434"/>
                  </a:cubicBezTo>
                  <a:cubicBezTo>
                    <a:pt x="4717" y="23586"/>
                    <a:pt x="0" y="41511"/>
                    <a:pt x="0" y="62266"/>
                  </a:cubicBezTo>
                  <a:cubicBezTo>
                    <a:pt x="0" y="81135"/>
                    <a:pt x="5661" y="105664"/>
                    <a:pt x="13208" y="120759"/>
                  </a:cubicBezTo>
                  <a:cubicBezTo>
                    <a:pt x="15095" y="123589"/>
                    <a:pt x="17925" y="125476"/>
                    <a:pt x="21699" y="125476"/>
                  </a:cubicBezTo>
                  <a:lnTo>
                    <a:pt x="48115" y="125476"/>
                  </a:lnTo>
                  <a:cubicBezTo>
                    <a:pt x="50945" y="125476"/>
                    <a:pt x="54719" y="123589"/>
                    <a:pt x="55662" y="120759"/>
                  </a:cubicBezTo>
                  <a:lnTo>
                    <a:pt x="55662" y="12075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412" name="Google Shape;1412;p48"/>
            <p:cNvGrpSpPr/>
            <p:nvPr/>
          </p:nvGrpSpPr>
          <p:grpSpPr>
            <a:xfrm>
              <a:off x="6035620" y="-153198"/>
              <a:ext cx="168873" cy="140216"/>
              <a:chOff x="6035620" y="-153198"/>
              <a:chExt cx="168873" cy="140216"/>
            </a:xfrm>
          </p:grpSpPr>
          <p:sp>
            <p:nvSpPr>
              <p:cNvPr id="1413" name="Google Shape;1413;p48"/>
              <p:cNvSpPr/>
              <p:nvPr/>
            </p:nvSpPr>
            <p:spPr>
              <a:xfrm>
                <a:off x="6035620" y="-153198"/>
                <a:ext cx="168873" cy="122645"/>
              </a:xfrm>
              <a:custGeom>
                <a:avLst/>
                <a:gdLst/>
                <a:ahLst/>
                <a:cxnLst/>
                <a:rect l="l" t="t" r="r" b="b"/>
                <a:pathLst>
                  <a:path w="168873" h="122645" extrusionOk="0">
                    <a:moveTo>
                      <a:pt x="148118" y="50002"/>
                    </a:moveTo>
                    <a:cubicBezTo>
                      <a:pt x="146231" y="49058"/>
                      <a:pt x="145288" y="48115"/>
                      <a:pt x="145288" y="46228"/>
                    </a:cubicBezTo>
                    <a:lnTo>
                      <a:pt x="139627" y="17925"/>
                    </a:lnTo>
                    <a:lnTo>
                      <a:pt x="111325" y="21699"/>
                    </a:lnTo>
                    <a:cubicBezTo>
                      <a:pt x="109438" y="21699"/>
                      <a:pt x="107551" y="21699"/>
                      <a:pt x="106607" y="19812"/>
                    </a:cubicBezTo>
                    <a:lnTo>
                      <a:pt x="85852" y="0"/>
                    </a:lnTo>
                    <a:lnTo>
                      <a:pt x="65097" y="19812"/>
                    </a:lnTo>
                    <a:cubicBezTo>
                      <a:pt x="64153" y="20756"/>
                      <a:pt x="62266" y="21699"/>
                      <a:pt x="60379" y="21699"/>
                    </a:cubicBezTo>
                    <a:lnTo>
                      <a:pt x="32077" y="17925"/>
                    </a:lnTo>
                    <a:lnTo>
                      <a:pt x="27359" y="46228"/>
                    </a:lnTo>
                    <a:cubicBezTo>
                      <a:pt x="27359" y="48115"/>
                      <a:pt x="26416" y="49058"/>
                      <a:pt x="24529" y="50002"/>
                    </a:cubicBezTo>
                    <a:lnTo>
                      <a:pt x="0" y="64153"/>
                    </a:lnTo>
                    <a:lnTo>
                      <a:pt x="12265" y="89626"/>
                    </a:lnTo>
                    <a:cubicBezTo>
                      <a:pt x="13208" y="91513"/>
                      <a:pt x="13208" y="92456"/>
                      <a:pt x="12265" y="94343"/>
                    </a:cubicBezTo>
                    <a:lnTo>
                      <a:pt x="943" y="117929"/>
                    </a:lnTo>
                    <a:lnTo>
                      <a:pt x="35850" y="122646"/>
                    </a:lnTo>
                    <a:cubicBezTo>
                      <a:pt x="33020" y="118872"/>
                      <a:pt x="31133" y="115098"/>
                      <a:pt x="30190" y="110381"/>
                    </a:cubicBezTo>
                    <a:cubicBezTo>
                      <a:pt x="19812" y="79248"/>
                      <a:pt x="36794" y="46228"/>
                      <a:pt x="66983" y="35850"/>
                    </a:cubicBezTo>
                    <a:cubicBezTo>
                      <a:pt x="82078" y="31133"/>
                      <a:pt x="98117" y="32077"/>
                      <a:pt x="111325" y="38681"/>
                    </a:cubicBezTo>
                    <a:cubicBezTo>
                      <a:pt x="125476" y="45285"/>
                      <a:pt x="135854" y="57549"/>
                      <a:pt x="140571" y="72644"/>
                    </a:cubicBezTo>
                    <a:cubicBezTo>
                      <a:pt x="141514" y="76418"/>
                      <a:pt x="142458" y="81135"/>
                      <a:pt x="143401" y="85852"/>
                    </a:cubicBezTo>
                    <a:lnTo>
                      <a:pt x="168874" y="61323"/>
                    </a:lnTo>
                    <a:lnTo>
                      <a:pt x="148118" y="50002"/>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14" name="Google Shape;1414;p48"/>
              <p:cNvSpPr/>
              <p:nvPr/>
            </p:nvSpPr>
            <p:spPr>
              <a:xfrm>
                <a:off x="6075599" y="-108291"/>
                <a:ext cx="95520" cy="95309"/>
              </a:xfrm>
              <a:custGeom>
                <a:avLst/>
                <a:gdLst/>
                <a:ahLst/>
                <a:cxnLst/>
                <a:rect l="l" t="t" r="r" b="b"/>
                <a:pathLst>
                  <a:path w="95520" h="95309" extrusionOk="0">
                    <a:moveTo>
                      <a:pt x="68516" y="5095"/>
                    </a:moveTo>
                    <a:cubicBezTo>
                      <a:pt x="57195" y="-566"/>
                      <a:pt x="43987" y="-1509"/>
                      <a:pt x="32665" y="2264"/>
                    </a:cubicBezTo>
                    <a:cubicBezTo>
                      <a:pt x="8136" y="10755"/>
                      <a:pt x="-6015" y="37171"/>
                      <a:pt x="2476" y="62644"/>
                    </a:cubicBezTo>
                    <a:cubicBezTo>
                      <a:pt x="10967" y="87173"/>
                      <a:pt x="37383" y="101324"/>
                      <a:pt x="62855" y="92833"/>
                    </a:cubicBezTo>
                    <a:cubicBezTo>
                      <a:pt x="87384" y="84343"/>
                      <a:pt x="101536" y="57927"/>
                      <a:pt x="93045" y="32454"/>
                    </a:cubicBezTo>
                    <a:cubicBezTo>
                      <a:pt x="88328" y="20190"/>
                      <a:pt x="79837" y="10755"/>
                      <a:pt x="68516" y="5095"/>
                    </a:cubicBezTo>
                    <a:lnTo>
                      <a:pt x="68516" y="5095"/>
                    </a:lnTo>
                    <a:close/>
                    <a:moveTo>
                      <a:pt x="43043" y="34341"/>
                    </a:moveTo>
                    <a:cubicBezTo>
                      <a:pt x="39269" y="35284"/>
                      <a:pt x="35496" y="33397"/>
                      <a:pt x="34552" y="30567"/>
                    </a:cubicBezTo>
                    <a:cubicBezTo>
                      <a:pt x="33609" y="26793"/>
                      <a:pt x="35496" y="23020"/>
                      <a:pt x="38326" y="22076"/>
                    </a:cubicBezTo>
                    <a:cubicBezTo>
                      <a:pt x="42100" y="21133"/>
                      <a:pt x="45873" y="23020"/>
                      <a:pt x="46817" y="25850"/>
                    </a:cubicBezTo>
                    <a:cubicBezTo>
                      <a:pt x="48704" y="29624"/>
                      <a:pt x="46817" y="33397"/>
                      <a:pt x="43043" y="34341"/>
                    </a:cubicBezTo>
                    <a:lnTo>
                      <a:pt x="43043" y="34341"/>
                    </a:lnTo>
                    <a:close/>
                    <a:moveTo>
                      <a:pt x="61912" y="49436"/>
                    </a:moveTo>
                    <a:cubicBezTo>
                      <a:pt x="58138" y="50379"/>
                      <a:pt x="54364" y="48492"/>
                      <a:pt x="53421" y="45662"/>
                    </a:cubicBezTo>
                    <a:cubicBezTo>
                      <a:pt x="52478" y="41888"/>
                      <a:pt x="54364" y="38115"/>
                      <a:pt x="57195" y="37171"/>
                    </a:cubicBezTo>
                    <a:cubicBezTo>
                      <a:pt x="60968" y="36228"/>
                      <a:pt x="64742" y="38115"/>
                      <a:pt x="65685" y="40945"/>
                    </a:cubicBezTo>
                    <a:cubicBezTo>
                      <a:pt x="67572" y="44718"/>
                      <a:pt x="65685" y="48492"/>
                      <a:pt x="61912" y="49436"/>
                    </a:cubicBezTo>
                    <a:lnTo>
                      <a:pt x="61912" y="49436"/>
                    </a:lnTo>
                    <a:close/>
                    <a:moveTo>
                      <a:pt x="68516" y="25850"/>
                    </a:moveTo>
                    <a:cubicBezTo>
                      <a:pt x="64742" y="26793"/>
                      <a:pt x="60968" y="24907"/>
                      <a:pt x="60025" y="22076"/>
                    </a:cubicBezTo>
                    <a:cubicBezTo>
                      <a:pt x="59081" y="18303"/>
                      <a:pt x="60968" y="14529"/>
                      <a:pt x="63799" y="13585"/>
                    </a:cubicBezTo>
                    <a:cubicBezTo>
                      <a:pt x="67572" y="12642"/>
                      <a:pt x="71346" y="14529"/>
                      <a:pt x="72289" y="17359"/>
                    </a:cubicBezTo>
                    <a:cubicBezTo>
                      <a:pt x="73233" y="21133"/>
                      <a:pt x="71346" y="24907"/>
                      <a:pt x="68516" y="25850"/>
                    </a:cubicBezTo>
                    <a:lnTo>
                      <a:pt x="68516" y="2585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15" name="Google Shape;1415;p48"/>
          <p:cNvGrpSpPr/>
          <p:nvPr/>
        </p:nvGrpSpPr>
        <p:grpSpPr>
          <a:xfrm>
            <a:off x="6854853" y="2136750"/>
            <a:ext cx="304194" cy="301934"/>
            <a:chOff x="5982788" y="654376"/>
            <a:chExt cx="224315" cy="222649"/>
          </a:xfrm>
        </p:grpSpPr>
        <p:sp>
          <p:nvSpPr>
            <p:cNvPr id="1416" name="Google Shape;1416;p48"/>
            <p:cNvSpPr/>
            <p:nvPr/>
          </p:nvSpPr>
          <p:spPr>
            <a:xfrm>
              <a:off x="6123071" y="654376"/>
              <a:ext cx="30477" cy="49058"/>
            </a:xfrm>
            <a:custGeom>
              <a:avLst/>
              <a:gdLst/>
              <a:ahLst/>
              <a:cxnLst/>
              <a:rect l="l" t="t" r="r" b="b"/>
              <a:pathLst>
                <a:path w="30477" h="49058" extrusionOk="0">
                  <a:moveTo>
                    <a:pt x="288" y="21699"/>
                  </a:moveTo>
                  <a:cubicBezTo>
                    <a:pt x="1232" y="23586"/>
                    <a:pt x="1232" y="24529"/>
                    <a:pt x="6892" y="31133"/>
                  </a:cubicBezTo>
                  <a:cubicBezTo>
                    <a:pt x="9722" y="33963"/>
                    <a:pt x="13496" y="40567"/>
                    <a:pt x="16326" y="49058"/>
                  </a:cubicBezTo>
                  <a:lnTo>
                    <a:pt x="30478" y="44341"/>
                  </a:lnTo>
                  <a:cubicBezTo>
                    <a:pt x="28591" y="35850"/>
                    <a:pt x="27648" y="28303"/>
                    <a:pt x="28591" y="24529"/>
                  </a:cubicBezTo>
                  <a:cubicBezTo>
                    <a:pt x="29534" y="16038"/>
                    <a:pt x="28591" y="15095"/>
                    <a:pt x="28591" y="13208"/>
                  </a:cubicBezTo>
                  <a:cubicBezTo>
                    <a:pt x="28591" y="13208"/>
                    <a:pt x="28591" y="12265"/>
                    <a:pt x="27648" y="11321"/>
                  </a:cubicBezTo>
                  <a:cubicBezTo>
                    <a:pt x="25761" y="6604"/>
                    <a:pt x="21044" y="0"/>
                    <a:pt x="13496" y="0"/>
                  </a:cubicBezTo>
                  <a:cubicBezTo>
                    <a:pt x="12553" y="0"/>
                    <a:pt x="10666" y="0"/>
                    <a:pt x="9722" y="943"/>
                  </a:cubicBezTo>
                  <a:cubicBezTo>
                    <a:pt x="288" y="3774"/>
                    <a:pt x="-655" y="14151"/>
                    <a:pt x="288" y="19812"/>
                  </a:cubicBezTo>
                  <a:cubicBezTo>
                    <a:pt x="288" y="20756"/>
                    <a:pt x="288" y="21699"/>
                    <a:pt x="288" y="21699"/>
                  </a:cubicBezTo>
                  <a:lnTo>
                    <a:pt x="288" y="2169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17" name="Google Shape;1417;p48"/>
            <p:cNvSpPr/>
            <p:nvPr/>
          </p:nvSpPr>
          <p:spPr>
            <a:xfrm>
              <a:off x="6141284" y="706265"/>
              <a:ext cx="19812" cy="18868"/>
            </a:xfrm>
            <a:custGeom>
              <a:avLst/>
              <a:gdLst/>
              <a:ahLst/>
              <a:cxnLst/>
              <a:rect l="l" t="t" r="r" b="b"/>
              <a:pathLst>
                <a:path w="19812" h="18868" extrusionOk="0">
                  <a:moveTo>
                    <a:pt x="2830" y="18869"/>
                  </a:moveTo>
                  <a:lnTo>
                    <a:pt x="19812" y="13208"/>
                  </a:lnTo>
                  <a:cubicBezTo>
                    <a:pt x="16982" y="9434"/>
                    <a:pt x="15095" y="4717"/>
                    <a:pt x="14151" y="0"/>
                  </a:cubicBezTo>
                  <a:lnTo>
                    <a:pt x="0" y="4717"/>
                  </a:lnTo>
                  <a:cubicBezTo>
                    <a:pt x="1887" y="8491"/>
                    <a:pt x="2830" y="13208"/>
                    <a:pt x="2830" y="18869"/>
                  </a:cubicBezTo>
                  <a:lnTo>
                    <a:pt x="2830" y="1886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18" name="Google Shape;1418;p48"/>
            <p:cNvSpPr/>
            <p:nvPr/>
          </p:nvSpPr>
          <p:spPr>
            <a:xfrm>
              <a:off x="6037507" y="728907"/>
              <a:ext cx="16981" cy="16038"/>
            </a:xfrm>
            <a:custGeom>
              <a:avLst/>
              <a:gdLst/>
              <a:ahLst/>
              <a:cxnLst/>
              <a:rect l="l" t="t" r="r" b="b"/>
              <a:pathLst>
                <a:path w="16981" h="16038" extrusionOk="0">
                  <a:moveTo>
                    <a:pt x="16982" y="5660"/>
                  </a:moveTo>
                  <a:lnTo>
                    <a:pt x="6604" y="0"/>
                  </a:lnTo>
                  <a:cubicBezTo>
                    <a:pt x="4717" y="2830"/>
                    <a:pt x="2830" y="6604"/>
                    <a:pt x="0" y="9434"/>
                  </a:cubicBezTo>
                  <a:lnTo>
                    <a:pt x="13208" y="16038"/>
                  </a:lnTo>
                  <a:cubicBezTo>
                    <a:pt x="14151" y="13208"/>
                    <a:pt x="16038" y="9434"/>
                    <a:pt x="16982" y="5660"/>
                  </a:cubicBezTo>
                  <a:lnTo>
                    <a:pt x="16982" y="566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419" name="Google Shape;1419;p48"/>
            <p:cNvGrpSpPr/>
            <p:nvPr/>
          </p:nvGrpSpPr>
          <p:grpSpPr>
            <a:xfrm>
              <a:off x="5982788" y="689137"/>
              <a:ext cx="224315" cy="187888"/>
              <a:chOff x="5982788" y="689137"/>
              <a:chExt cx="224315" cy="187888"/>
            </a:xfrm>
          </p:grpSpPr>
          <p:sp>
            <p:nvSpPr>
              <p:cNvPr id="1420" name="Google Shape;1420;p48"/>
              <p:cNvSpPr/>
              <p:nvPr/>
            </p:nvSpPr>
            <p:spPr>
              <a:xfrm>
                <a:off x="6048828" y="689137"/>
                <a:ext cx="29637" cy="38826"/>
              </a:xfrm>
              <a:custGeom>
                <a:avLst/>
                <a:gdLst/>
                <a:ahLst/>
                <a:cxnLst/>
                <a:rect l="l" t="t" r="r" b="b"/>
                <a:pathLst>
                  <a:path w="29637" h="38826" extrusionOk="0">
                    <a:moveTo>
                      <a:pt x="20755" y="25619"/>
                    </a:moveTo>
                    <a:cubicBezTo>
                      <a:pt x="26416" y="20901"/>
                      <a:pt x="26416" y="19958"/>
                      <a:pt x="27359" y="19015"/>
                    </a:cubicBezTo>
                    <a:cubicBezTo>
                      <a:pt x="27359" y="19015"/>
                      <a:pt x="27359" y="18071"/>
                      <a:pt x="28303" y="18071"/>
                    </a:cubicBezTo>
                    <a:cubicBezTo>
                      <a:pt x="29246" y="15241"/>
                      <a:pt x="30190" y="12410"/>
                      <a:pt x="29246" y="8637"/>
                    </a:cubicBezTo>
                    <a:cubicBezTo>
                      <a:pt x="28303" y="5806"/>
                      <a:pt x="27359" y="2976"/>
                      <a:pt x="23586" y="1089"/>
                    </a:cubicBezTo>
                    <a:cubicBezTo>
                      <a:pt x="19812" y="-797"/>
                      <a:pt x="16038" y="146"/>
                      <a:pt x="14151" y="1089"/>
                    </a:cubicBezTo>
                    <a:cubicBezTo>
                      <a:pt x="11321" y="2033"/>
                      <a:pt x="8491" y="4863"/>
                      <a:pt x="7547" y="6750"/>
                    </a:cubicBezTo>
                    <a:cubicBezTo>
                      <a:pt x="7547" y="7693"/>
                      <a:pt x="6604" y="7693"/>
                      <a:pt x="6604" y="7693"/>
                    </a:cubicBezTo>
                    <a:cubicBezTo>
                      <a:pt x="5661" y="9580"/>
                      <a:pt x="5661" y="10524"/>
                      <a:pt x="4717" y="17128"/>
                    </a:cubicBezTo>
                    <a:cubicBezTo>
                      <a:pt x="4717" y="20901"/>
                      <a:pt x="2830" y="26562"/>
                      <a:pt x="0" y="33166"/>
                    </a:cubicBezTo>
                    <a:lnTo>
                      <a:pt x="10378" y="38826"/>
                    </a:lnTo>
                    <a:cubicBezTo>
                      <a:pt x="13208" y="33166"/>
                      <a:pt x="17925" y="27505"/>
                      <a:pt x="20755" y="25619"/>
                    </a:cubicBezTo>
                    <a:lnTo>
                      <a:pt x="20755" y="2561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21" name="Google Shape;1421;p48"/>
              <p:cNvSpPr/>
              <p:nvPr/>
            </p:nvSpPr>
            <p:spPr>
              <a:xfrm>
                <a:off x="5982788" y="744002"/>
                <a:ext cx="63209" cy="95371"/>
              </a:xfrm>
              <a:custGeom>
                <a:avLst/>
                <a:gdLst/>
                <a:ahLst/>
                <a:cxnLst/>
                <a:rect l="l" t="t" r="r" b="b"/>
                <a:pathLst>
                  <a:path w="63209" h="95371" extrusionOk="0">
                    <a:moveTo>
                      <a:pt x="63210" y="7547"/>
                    </a:moveTo>
                    <a:lnTo>
                      <a:pt x="49058" y="0"/>
                    </a:lnTo>
                    <a:cubicBezTo>
                      <a:pt x="46228" y="1887"/>
                      <a:pt x="44341" y="3774"/>
                      <a:pt x="41511" y="4717"/>
                    </a:cubicBezTo>
                    <a:cubicBezTo>
                      <a:pt x="29246" y="10378"/>
                      <a:pt x="18869" y="20756"/>
                      <a:pt x="11321" y="34907"/>
                    </a:cubicBezTo>
                    <a:cubicBezTo>
                      <a:pt x="4717" y="47171"/>
                      <a:pt x="0" y="66040"/>
                      <a:pt x="0" y="78305"/>
                    </a:cubicBezTo>
                    <a:cubicBezTo>
                      <a:pt x="0" y="81135"/>
                      <a:pt x="1887" y="84909"/>
                      <a:pt x="4717" y="85852"/>
                    </a:cubicBezTo>
                    <a:lnTo>
                      <a:pt x="20755" y="94343"/>
                    </a:lnTo>
                    <a:cubicBezTo>
                      <a:pt x="23586" y="96230"/>
                      <a:pt x="27359" y="95286"/>
                      <a:pt x="30190" y="93400"/>
                    </a:cubicBezTo>
                    <a:cubicBezTo>
                      <a:pt x="31133" y="93400"/>
                      <a:pt x="31133" y="92456"/>
                      <a:pt x="32077" y="92456"/>
                    </a:cubicBezTo>
                    <a:cubicBezTo>
                      <a:pt x="30190" y="84909"/>
                      <a:pt x="28303" y="77361"/>
                      <a:pt x="28303" y="69814"/>
                    </a:cubicBezTo>
                    <a:cubicBezTo>
                      <a:pt x="28303" y="44341"/>
                      <a:pt x="42454" y="20756"/>
                      <a:pt x="63210" y="7547"/>
                    </a:cubicBezTo>
                    <a:lnTo>
                      <a:pt x="63210" y="754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22" name="Google Shape;1422;p48"/>
              <p:cNvSpPr/>
              <p:nvPr/>
            </p:nvSpPr>
            <p:spPr>
              <a:xfrm>
                <a:off x="6023355" y="752493"/>
                <a:ext cx="124532" cy="124532"/>
              </a:xfrm>
              <a:custGeom>
                <a:avLst/>
                <a:gdLst/>
                <a:ahLst/>
                <a:cxnLst/>
                <a:rect l="l" t="t" r="r" b="b"/>
                <a:pathLst>
                  <a:path w="124532" h="124532" extrusionOk="0">
                    <a:moveTo>
                      <a:pt x="62266" y="0"/>
                    </a:moveTo>
                    <a:cubicBezTo>
                      <a:pt x="27359" y="0"/>
                      <a:pt x="0" y="28303"/>
                      <a:pt x="0" y="62266"/>
                    </a:cubicBezTo>
                    <a:cubicBezTo>
                      <a:pt x="0" y="96230"/>
                      <a:pt x="28303" y="124533"/>
                      <a:pt x="62266" y="124533"/>
                    </a:cubicBezTo>
                    <a:cubicBezTo>
                      <a:pt x="96230" y="124533"/>
                      <a:pt x="124533" y="96230"/>
                      <a:pt x="124533" y="62266"/>
                    </a:cubicBezTo>
                    <a:cubicBezTo>
                      <a:pt x="124533" y="28303"/>
                      <a:pt x="96230" y="0"/>
                      <a:pt x="62266" y="0"/>
                    </a:cubicBezTo>
                    <a:lnTo>
                      <a:pt x="62266" y="0"/>
                    </a:lnTo>
                    <a:close/>
                    <a:moveTo>
                      <a:pt x="62266" y="45285"/>
                    </a:moveTo>
                    <a:cubicBezTo>
                      <a:pt x="57549" y="45285"/>
                      <a:pt x="53775" y="41511"/>
                      <a:pt x="53775" y="36794"/>
                    </a:cubicBezTo>
                    <a:cubicBezTo>
                      <a:pt x="53775" y="32077"/>
                      <a:pt x="57549" y="28303"/>
                      <a:pt x="62266" y="28303"/>
                    </a:cubicBezTo>
                    <a:cubicBezTo>
                      <a:pt x="66983" y="28303"/>
                      <a:pt x="70757" y="32077"/>
                      <a:pt x="70757" y="36794"/>
                    </a:cubicBezTo>
                    <a:cubicBezTo>
                      <a:pt x="70757" y="41511"/>
                      <a:pt x="66983" y="45285"/>
                      <a:pt x="62266" y="45285"/>
                    </a:cubicBezTo>
                    <a:lnTo>
                      <a:pt x="62266" y="45285"/>
                    </a:lnTo>
                    <a:close/>
                    <a:moveTo>
                      <a:pt x="79248" y="70757"/>
                    </a:moveTo>
                    <a:cubicBezTo>
                      <a:pt x="74531" y="70757"/>
                      <a:pt x="70757" y="66983"/>
                      <a:pt x="70757" y="62266"/>
                    </a:cubicBezTo>
                    <a:cubicBezTo>
                      <a:pt x="70757" y="57549"/>
                      <a:pt x="74531" y="53775"/>
                      <a:pt x="79248" y="53775"/>
                    </a:cubicBezTo>
                    <a:cubicBezTo>
                      <a:pt x="83965" y="53775"/>
                      <a:pt x="87739" y="57549"/>
                      <a:pt x="87739" y="62266"/>
                    </a:cubicBezTo>
                    <a:cubicBezTo>
                      <a:pt x="87739" y="66983"/>
                      <a:pt x="83965" y="70757"/>
                      <a:pt x="79248" y="70757"/>
                    </a:cubicBezTo>
                    <a:lnTo>
                      <a:pt x="79248" y="70757"/>
                    </a:lnTo>
                    <a:close/>
                    <a:moveTo>
                      <a:pt x="96230" y="45285"/>
                    </a:moveTo>
                    <a:cubicBezTo>
                      <a:pt x="91513" y="45285"/>
                      <a:pt x="87739" y="41511"/>
                      <a:pt x="87739" y="36794"/>
                    </a:cubicBezTo>
                    <a:cubicBezTo>
                      <a:pt x="87739" y="32077"/>
                      <a:pt x="91513" y="28303"/>
                      <a:pt x="96230" y="28303"/>
                    </a:cubicBezTo>
                    <a:cubicBezTo>
                      <a:pt x="100947" y="28303"/>
                      <a:pt x="104721" y="32077"/>
                      <a:pt x="104721" y="36794"/>
                    </a:cubicBezTo>
                    <a:cubicBezTo>
                      <a:pt x="104721" y="41511"/>
                      <a:pt x="100947" y="45285"/>
                      <a:pt x="96230" y="45285"/>
                    </a:cubicBezTo>
                    <a:lnTo>
                      <a:pt x="96230" y="452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23" name="Google Shape;1423;p48"/>
              <p:cNvSpPr/>
              <p:nvPr/>
            </p:nvSpPr>
            <p:spPr>
              <a:xfrm>
                <a:off x="6138454" y="726077"/>
                <a:ext cx="68649" cy="114524"/>
              </a:xfrm>
              <a:custGeom>
                <a:avLst/>
                <a:gdLst/>
                <a:ahLst/>
                <a:cxnLst/>
                <a:rect l="l" t="t" r="r" b="b"/>
                <a:pathLst>
                  <a:path w="68649" h="114524" extrusionOk="0">
                    <a:moveTo>
                      <a:pt x="63210" y="48115"/>
                    </a:moveTo>
                    <a:cubicBezTo>
                      <a:pt x="57549" y="30190"/>
                      <a:pt x="48115" y="16982"/>
                      <a:pt x="34907" y="7547"/>
                    </a:cubicBezTo>
                    <a:cubicBezTo>
                      <a:pt x="32077" y="5661"/>
                      <a:pt x="29246" y="2830"/>
                      <a:pt x="27359" y="0"/>
                    </a:cubicBezTo>
                    <a:lnTo>
                      <a:pt x="5661" y="6604"/>
                    </a:lnTo>
                    <a:cubicBezTo>
                      <a:pt x="5661" y="10378"/>
                      <a:pt x="4717" y="14151"/>
                      <a:pt x="3774" y="16982"/>
                    </a:cubicBezTo>
                    <a:cubicBezTo>
                      <a:pt x="1887" y="23586"/>
                      <a:pt x="0" y="30190"/>
                      <a:pt x="0" y="36794"/>
                    </a:cubicBezTo>
                    <a:cubicBezTo>
                      <a:pt x="13208" y="50002"/>
                      <a:pt x="21699" y="68870"/>
                      <a:pt x="21699" y="88682"/>
                    </a:cubicBezTo>
                    <a:cubicBezTo>
                      <a:pt x="21699" y="92456"/>
                      <a:pt x="21699" y="96230"/>
                      <a:pt x="20755" y="100003"/>
                    </a:cubicBezTo>
                    <a:cubicBezTo>
                      <a:pt x="24529" y="104721"/>
                      <a:pt x="27359" y="109438"/>
                      <a:pt x="31133" y="112268"/>
                    </a:cubicBezTo>
                    <a:cubicBezTo>
                      <a:pt x="33020" y="114155"/>
                      <a:pt x="36794" y="115098"/>
                      <a:pt x="39624" y="114155"/>
                    </a:cubicBezTo>
                    <a:lnTo>
                      <a:pt x="62266" y="107551"/>
                    </a:lnTo>
                    <a:cubicBezTo>
                      <a:pt x="65097" y="106607"/>
                      <a:pt x="67927" y="103777"/>
                      <a:pt x="67927" y="100947"/>
                    </a:cubicBezTo>
                    <a:cubicBezTo>
                      <a:pt x="69814" y="86795"/>
                      <a:pt x="67927" y="63210"/>
                      <a:pt x="63210" y="48115"/>
                    </a:cubicBezTo>
                    <a:lnTo>
                      <a:pt x="63210" y="4811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24" name="Google Shape;1424;p48"/>
          <p:cNvGrpSpPr/>
          <p:nvPr/>
        </p:nvGrpSpPr>
        <p:grpSpPr>
          <a:xfrm>
            <a:off x="6853893" y="2823718"/>
            <a:ext cx="305452" cy="295799"/>
            <a:chOff x="5982080" y="1541949"/>
            <a:chExt cx="225243" cy="218125"/>
          </a:xfrm>
        </p:grpSpPr>
        <p:sp>
          <p:nvSpPr>
            <p:cNvPr id="1425" name="Google Shape;1425;p48"/>
            <p:cNvSpPr/>
            <p:nvPr/>
          </p:nvSpPr>
          <p:spPr>
            <a:xfrm>
              <a:off x="6071470" y="1624221"/>
              <a:ext cx="135853" cy="135853"/>
            </a:xfrm>
            <a:custGeom>
              <a:avLst/>
              <a:gdLst/>
              <a:ahLst/>
              <a:cxnLst/>
              <a:rect l="l" t="t" r="r" b="b"/>
              <a:pathLst>
                <a:path w="135853" h="135853" extrusionOk="0">
                  <a:moveTo>
                    <a:pt x="67927" y="0"/>
                  </a:moveTo>
                  <a:cubicBezTo>
                    <a:pt x="30190" y="0"/>
                    <a:pt x="0" y="30190"/>
                    <a:pt x="0" y="67927"/>
                  </a:cubicBezTo>
                  <a:cubicBezTo>
                    <a:pt x="0" y="105664"/>
                    <a:pt x="30190" y="135854"/>
                    <a:pt x="67927" y="135854"/>
                  </a:cubicBezTo>
                  <a:cubicBezTo>
                    <a:pt x="105664" y="135854"/>
                    <a:pt x="135854" y="105664"/>
                    <a:pt x="135854" y="67927"/>
                  </a:cubicBezTo>
                  <a:cubicBezTo>
                    <a:pt x="135854" y="30190"/>
                    <a:pt x="104721" y="0"/>
                    <a:pt x="67927" y="0"/>
                  </a:cubicBezTo>
                  <a:lnTo>
                    <a:pt x="67927" y="0"/>
                  </a:lnTo>
                  <a:close/>
                  <a:moveTo>
                    <a:pt x="67927" y="49058"/>
                  </a:moveTo>
                  <a:cubicBezTo>
                    <a:pt x="63210" y="49058"/>
                    <a:pt x="58493" y="45285"/>
                    <a:pt x="58493" y="39624"/>
                  </a:cubicBezTo>
                  <a:cubicBezTo>
                    <a:pt x="58493" y="34907"/>
                    <a:pt x="62266" y="30190"/>
                    <a:pt x="67927" y="30190"/>
                  </a:cubicBezTo>
                  <a:cubicBezTo>
                    <a:pt x="72644" y="30190"/>
                    <a:pt x="77361" y="33963"/>
                    <a:pt x="77361" y="39624"/>
                  </a:cubicBezTo>
                  <a:cubicBezTo>
                    <a:pt x="77361" y="45285"/>
                    <a:pt x="72644" y="49058"/>
                    <a:pt x="67927" y="49058"/>
                  </a:cubicBezTo>
                  <a:lnTo>
                    <a:pt x="67927" y="49058"/>
                  </a:lnTo>
                  <a:close/>
                  <a:moveTo>
                    <a:pt x="85852" y="76418"/>
                  </a:moveTo>
                  <a:cubicBezTo>
                    <a:pt x="81135" y="76418"/>
                    <a:pt x="76418" y="72644"/>
                    <a:pt x="76418" y="66983"/>
                  </a:cubicBezTo>
                  <a:cubicBezTo>
                    <a:pt x="76418" y="62266"/>
                    <a:pt x="80191" y="57549"/>
                    <a:pt x="85852" y="57549"/>
                  </a:cubicBezTo>
                  <a:cubicBezTo>
                    <a:pt x="91513" y="57549"/>
                    <a:pt x="95286" y="61323"/>
                    <a:pt x="95286" y="66983"/>
                  </a:cubicBezTo>
                  <a:cubicBezTo>
                    <a:pt x="95286" y="72644"/>
                    <a:pt x="91513" y="76418"/>
                    <a:pt x="85852" y="76418"/>
                  </a:cubicBezTo>
                  <a:lnTo>
                    <a:pt x="85852" y="76418"/>
                  </a:lnTo>
                  <a:close/>
                  <a:moveTo>
                    <a:pt x="104721" y="49058"/>
                  </a:moveTo>
                  <a:cubicBezTo>
                    <a:pt x="100003" y="49058"/>
                    <a:pt x="95286" y="45285"/>
                    <a:pt x="95286" y="39624"/>
                  </a:cubicBezTo>
                  <a:cubicBezTo>
                    <a:pt x="95286" y="34907"/>
                    <a:pt x="99060" y="30190"/>
                    <a:pt x="104721" y="30190"/>
                  </a:cubicBezTo>
                  <a:cubicBezTo>
                    <a:pt x="109438" y="30190"/>
                    <a:pt x="114155" y="33963"/>
                    <a:pt x="114155" y="39624"/>
                  </a:cubicBezTo>
                  <a:cubicBezTo>
                    <a:pt x="114155" y="45285"/>
                    <a:pt x="109438" y="49058"/>
                    <a:pt x="104721" y="49058"/>
                  </a:cubicBezTo>
                  <a:lnTo>
                    <a:pt x="104721" y="4905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426" name="Google Shape;1426;p48"/>
            <p:cNvGrpSpPr/>
            <p:nvPr/>
          </p:nvGrpSpPr>
          <p:grpSpPr>
            <a:xfrm>
              <a:off x="5982080" y="1541949"/>
              <a:ext cx="213922" cy="206804"/>
              <a:chOff x="5982080" y="1541949"/>
              <a:chExt cx="213922" cy="206804"/>
            </a:xfrm>
          </p:grpSpPr>
          <p:sp>
            <p:nvSpPr>
              <p:cNvPr id="1427" name="Google Shape;1427;p48"/>
              <p:cNvSpPr/>
              <p:nvPr/>
            </p:nvSpPr>
            <p:spPr>
              <a:xfrm>
                <a:off x="6061093" y="1618437"/>
                <a:ext cx="33020" cy="34086"/>
              </a:xfrm>
              <a:custGeom>
                <a:avLst/>
                <a:gdLst/>
                <a:ahLst/>
                <a:cxnLst/>
                <a:rect l="l" t="t" r="r" b="b"/>
                <a:pathLst>
                  <a:path w="33020" h="34086" extrusionOk="0">
                    <a:moveTo>
                      <a:pt x="0" y="123"/>
                    </a:moveTo>
                    <a:cubicBezTo>
                      <a:pt x="0" y="123"/>
                      <a:pt x="0" y="123"/>
                      <a:pt x="0" y="123"/>
                    </a:cubicBezTo>
                    <a:cubicBezTo>
                      <a:pt x="0" y="8614"/>
                      <a:pt x="943" y="23708"/>
                      <a:pt x="8491" y="34086"/>
                    </a:cubicBezTo>
                    <a:cubicBezTo>
                      <a:pt x="14151" y="22765"/>
                      <a:pt x="22642" y="13331"/>
                      <a:pt x="33020" y="6727"/>
                    </a:cubicBezTo>
                    <a:cubicBezTo>
                      <a:pt x="26416" y="3896"/>
                      <a:pt x="15095" y="-821"/>
                      <a:pt x="0" y="123"/>
                    </a:cubicBezTo>
                    <a:lnTo>
                      <a:pt x="0" y="12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28" name="Google Shape;1428;p48"/>
              <p:cNvSpPr/>
              <p:nvPr/>
            </p:nvSpPr>
            <p:spPr>
              <a:xfrm>
                <a:off x="5982080" y="1541949"/>
                <a:ext cx="213922" cy="206804"/>
              </a:xfrm>
              <a:custGeom>
                <a:avLst/>
                <a:gdLst/>
                <a:ahLst/>
                <a:cxnLst/>
                <a:rect l="l" t="t" r="r" b="b"/>
                <a:pathLst>
                  <a:path w="213922" h="206804" extrusionOk="0">
                    <a:moveTo>
                      <a:pt x="128070" y="74724"/>
                    </a:moveTo>
                    <a:cubicBezTo>
                      <a:pt x="136561" y="70951"/>
                      <a:pt x="146939" y="69064"/>
                      <a:pt x="156373" y="69064"/>
                    </a:cubicBezTo>
                    <a:cubicBezTo>
                      <a:pt x="179016" y="69064"/>
                      <a:pt x="198828" y="78498"/>
                      <a:pt x="213922" y="93593"/>
                    </a:cubicBezTo>
                    <a:cubicBezTo>
                      <a:pt x="198828" y="69064"/>
                      <a:pt x="161090" y="16232"/>
                      <a:pt x="124297" y="9628"/>
                    </a:cubicBezTo>
                    <a:cubicBezTo>
                      <a:pt x="122410" y="9628"/>
                      <a:pt x="120523" y="10571"/>
                      <a:pt x="119580" y="12458"/>
                    </a:cubicBezTo>
                    <a:lnTo>
                      <a:pt x="112032" y="36044"/>
                    </a:lnTo>
                    <a:cubicBezTo>
                      <a:pt x="110145" y="32270"/>
                      <a:pt x="106372" y="26609"/>
                      <a:pt x="101654" y="21892"/>
                    </a:cubicBezTo>
                    <a:cubicBezTo>
                      <a:pt x="90333" y="10571"/>
                      <a:pt x="69578" y="-1693"/>
                      <a:pt x="31841" y="193"/>
                    </a:cubicBezTo>
                    <a:cubicBezTo>
                      <a:pt x="29954" y="193"/>
                      <a:pt x="28067" y="1137"/>
                      <a:pt x="28067" y="3024"/>
                    </a:cubicBezTo>
                    <a:cubicBezTo>
                      <a:pt x="27124" y="4911"/>
                      <a:pt x="16746" y="52082"/>
                      <a:pt x="33728" y="79441"/>
                    </a:cubicBezTo>
                    <a:lnTo>
                      <a:pt x="4481" y="77555"/>
                    </a:lnTo>
                    <a:cubicBezTo>
                      <a:pt x="3538" y="77555"/>
                      <a:pt x="1651" y="78498"/>
                      <a:pt x="708" y="79441"/>
                    </a:cubicBezTo>
                    <a:cubicBezTo>
                      <a:pt x="-236" y="80385"/>
                      <a:pt x="-236" y="82272"/>
                      <a:pt x="708" y="83215"/>
                    </a:cubicBezTo>
                    <a:cubicBezTo>
                      <a:pt x="708" y="84158"/>
                      <a:pt x="10142" y="105857"/>
                      <a:pt x="29954" y="133217"/>
                    </a:cubicBezTo>
                    <a:cubicBezTo>
                      <a:pt x="45049" y="154916"/>
                      <a:pt x="69578" y="185105"/>
                      <a:pt x="102598" y="206804"/>
                    </a:cubicBezTo>
                    <a:cubicBezTo>
                      <a:pt x="87503" y="192653"/>
                      <a:pt x="78069" y="171897"/>
                      <a:pt x="78069" y="149255"/>
                    </a:cubicBezTo>
                    <a:cubicBezTo>
                      <a:pt x="78069" y="141708"/>
                      <a:pt x="79012" y="135104"/>
                      <a:pt x="80899" y="127556"/>
                    </a:cubicBezTo>
                    <a:cubicBezTo>
                      <a:pt x="60144" y="107744"/>
                      <a:pt x="62974" y="70007"/>
                      <a:pt x="63917" y="68120"/>
                    </a:cubicBezTo>
                    <a:cubicBezTo>
                      <a:pt x="63917" y="64347"/>
                      <a:pt x="66748" y="61516"/>
                      <a:pt x="70521" y="60573"/>
                    </a:cubicBezTo>
                    <a:cubicBezTo>
                      <a:pt x="103541" y="55856"/>
                      <a:pt x="127127" y="74724"/>
                      <a:pt x="128070" y="74724"/>
                    </a:cubicBezTo>
                    <a:lnTo>
                      <a:pt x="128070" y="7472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29" name="Google Shape;1429;p48"/>
          <p:cNvGrpSpPr/>
          <p:nvPr/>
        </p:nvGrpSpPr>
        <p:grpSpPr>
          <a:xfrm>
            <a:off x="6854853" y="3509930"/>
            <a:ext cx="303411" cy="295538"/>
            <a:chOff x="5982788" y="2428965"/>
            <a:chExt cx="223738" cy="217932"/>
          </a:xfrm>
        </p:grpSpPr>
        <p:sp>
          <p:nvSpPr>
            <p:cNvPr id="1430" name="Google Shape;1430;p48"/>
            <p:cNvSpPr/>
            <p:nvPr/>
          </p:nvSpPr>
          <p:spPr>
            <a:xfrm>
              <a:off x="6045998" y="2577084"/>
              <a:ext cx="96376" cy="69813"/>
            </a:xfrm>
            <a:custGeom>
              <a:avLst/>
              <a:gdLst/>
              <a:ahLst/>
              <a:cxnLst/>
              <a:rect l="l" t="t" r="r" b="b"/>
              <a:pathLst>
                <a:path w="96376" h="69813" extrusionOk="0">
                  <a:moveTo>
                    <a:pt x="89626" y="54719"/>
                  </a:moveTo>
                  <a:lnTo>
                    <a:pt x="68870" y="54719"/>
                  </a:lnTo>
                  <a:lnTo>
                    <a:pt x="57549" y="0"/>
                  </a:lnTo>
                  <a:lnTo>
                    <a:pt x="39624" y="0"/>
                  </a:lnTo>
                  <a:lnTo>
                    <a:pt x="28303" y="54719"/>
                  </a:lnTo>
                  <a:lnTo>
                    <a:pt x="7547" y="54719"/>
                  </a:lnTo>
                  <a:cubicBezTo>
                    <a:pt x="2830" y="54719"/>
                    <a:pt x="0" y="58493"/>
                    <a:pt x="0" y="62266"/>
                  </a:cubicBezTo>
                  <a:cubicBezTo>
                    <a:pt x="0" y="66983"/>
                    <a:pt x="3774" y="69814"/>
                    <a:pt x="7547" y="69814"/>
                  </a:cubicBezTo>
                  <a:lnTo>
                    <a:pt x="88682" y="69814"/>
                  </a:lnTo>
                  <a:cubicBezTo>
                    <a:pt x="93399" y="69814"/>
                    <a:pt x="96230" y="66040"/>
                    <a:pt x="96230" y="62266"/>
                  </a:cubicBezTo>
                  <a:cubicBezTo>
                    <a:pt x="97173" y="58493"/>
                    <a:pt x="93399" y="54719"/>
                    <a:pt x="89626" y="54719"/>
                  </a:cubicBezTo>
                  <a:lnTo>
                    <a:pt x="89626" y="5471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1" name="Google Shape;1431;p48"/>
            <p:cNvSpPr/>
            <p:nvPr/>
          </p:nvSpPr>
          <p:spPr>
            <a:xfrm>
              <a:off x="6042224" y="2428965"/>
              <a:ext cx="104720" cy="138684"/>
            </a:xfrm>
            <a:custGeom>
              <a:avLst/>
              <a:gdLst/>
              <a:ahLst/>
              <a:cxnLst/>
              <a:rect l="l" t="t" r="r" b="b"/>
              <a:pathLst>
                <a:path w="104720" h="138684" extrusionOk="0">
                  <a:moveTo>
                    <a:pt x="0" y="88682"/>
                  </a:moveTo>
                  <a:cubicBezTo>
                    <a:pt x="0" y="116042"/>
                    <a:pt x="22642" y="138684"/>
                    <a:pt x="50002" y="138684"/>
                  </a:cubicBezTo>
                  <a:lnTo>
                    <a:pt x="54719" y="138684"/>
                  </a:lnTo>
                  <a:cubicBezTo>
                    <a:pt x="82078" y="138684"/>
                    <a:pt x="104721" y="116042"/>
                    <a:pt x="104721" y="88682"/>
                  </a:cubicBezTo>
                  <a:lnTo>
                    <a:pt x="104721" y="0"/>
                  </a:lnTo>
                  <a:lnTo>
                    <a:pt x="0" y="0"/>
                  </a:lnTo>
                  <a:lnTo>
                    <a:pt x="0" y="88682"/>
                  </a:lnTo>
                  <a:close/>
                  <a:moveTo>
                    <a:pt x="45285" y="11321"/>
                  </a:moveTo>
                  <a:lnTo>
                    <a:pt x="52832" y="11321"/>
                  </a:lnTo>
                  <a:cubicBezTo>
                    <a:pt x="55662" y="11321"/>
                    <a:pt x="58493" y="14151"/>
                    <a:pt x="58493" y="16982"/>
                  </a:cubicBezTo>
                  <a:lnTo>
                    <a:pt x="58493" y="44341"/>
                  </a:lnTo>
                  <a:cubicBezTo>
                    <a:pt x="58493" y="47171"/>
                    <a:pt x="55662" y="50002"/>
                    <a:pt x="52832" y="50002"/>
                  </a:cubicBezTo>
                  <a:cubicBezTo>
                    <a:pt x="50002" y="50002"/>
                    <a:pt x="47171" y="47171"/>
                    <a:pt x="47171" y="44341"/>
                  </a:cubicBezTo>
                  <a:lnTo>
                    <a:pt x="47171" y="22642"/>
                  </a:lnTo>
                  <a:lnTo>
                    <a:pt x="45285" y="22642"/>
                  </a:lnTo>
                  <a:cubicBezTo>
                    <a:pt x="42454" y="22642"/>
                    <a:pt x="39624" y="19812"/>
                    <a:pt x="39624" y="16982"/>
                  </a:cubicBezTo>
                  <a:cubicBezTo>
                    <a:pt x="39624" y="14151"/>
                    <a:pt x="42454" y="11321"/>
                    <a:pt x="45285" y="11321"/>
                  </a:cubicBezTo>
                  <a:lnTo>
                    <a:pt x="45285" y="11321"/>
                  </a:lnTo>
                  <a:close/>
                  <a:moveTo>
                    <a:pt x="52832" y="54719"/>
                  </a:moveTo>
                  <a:cubicBezTo>
                    <a:pt x="72644" y="54719"/>
                    <a:pt x="89626" y="70757"/>
                    <a:pt x="89626" y="91513"/>
                  </a:cubicBezTo>
                  <a:cubicBezTo>
                    <a:pt x="89626" y="111325"/>
                    <a:pt x="73587" y="128306"/>
                    <a:pt x="52832" y="128306"/>
                  </a:cubicBezTo>
                  <a:cubicBezTo>
                    <a:pt x="32077" y="128306"/>
                    <a:pt x="16038" y="111325"/>
                    <a:pt x="16038" y="91513"/>
                  </a:cubicBezTo>
                  <a:cubicBezTo>
                    <a:pt x="16038" y="70757"/>
                    <a:pt x="32077" y="54719"/>
                    <a:pt x="52832" y="54719"/>
                  </a:cubicBezTo>
                  <a:lnTo>
                    <a:pt x="52832" y="5471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2" name="Google Shape;1432;p48"/>
            <p:cNvSpPr/>
            <p:nvPr/>
          </p:nvSpPr>
          <p:spPr>
            <a:xfrm>
              <a:off x="5982788" y="2428965"/>
              <a:ext cx="48114" cy="83021"/>
            </a:xfrm>
            <a:custGeom>
              <a:avLst/>
              <a:gdLst/>
              <a:ahLst/>
              <a:cxnLst/>
              <a:rect l="l" t="t" r="r" b="b"/>
              <a:pathLst>
                <a:path w="48114" h="83021" extrusionOk="0">
                  <a:moveTo>
                    <a:pt x="7547" y="0"/>
                  </a:moveTo>
                  <a:cubicBezTo>
                    <a:pt x="2830" y="0"/>
                    <a:pt x="0" y="3774"/>
                    <a:pt x="0" y="7547"/>
                  </a:cubicBezTo>
                  <a:lnTo>
                    <a:pt x="0" y="34907"/>
                  </a:lnTo>
                  <a:cubicBezTo>
                    <a:pt x="0" y="61323"/>
                    <a:pt x="21699" y="83022"/>
                    <a:pt x="48115" y="83022"/>
                  </a:cubicBezTo>
                  <a:cubicBezTo>
                    <a:pt x="48115" y="83022"/>
                    <a:pt x="48115" y="83022"/>
                    <a:pt x="48115" y="83022"/>
                  </a:cubicBezTo>
                  <a:lnTo>
                    <a:pt x="48115" y="66983"/>
                  </a:lnTo>
                  <a:cubicBezTo>
                    <a:pt x="48115" y="66983"/>
                    <a:pt x="48115" y="66983"/>
                    <a:pt x="48115" y="66983"/>
                  </a:cubicBezTo>
                  <a:cubicBezTo>
                    <a:pt x="30190" y="66983"/>
                    <a:pt x="15095" y="51889"/>
                    <a:pt x="15095" y="33963"/>
                  </a:cubicBezTo>
                  <a:lnTo>
                    <a:pt x="15095" y="15095"/>
                  </a:lnTo>
                  <a:lnTo>
                    <a:pt x="48115" y="15095"/>
                  </a:lnTo>
                  <a:cubicBezTo>
                    <a:pt x="48115" y="15095"/>
                    <a:pt x="48115" y="15095"/>
                    <a:pt x="48115" y="15095"/>
                  </a:cubicBezTo>
                  <a:lnTo>
                    <a:pt x="48115" y="0"/>
                  </a:lnTo>
                  <a:cubicBezTo>
                    <a:pt x="48115" y="0"/>
                    <a:pt x="48115" y="0"/>
                    <a:pt x="48115" y="0"/>
                  </a:cubicBezTo>
                  <a:lnTo>
                    <a:pt x="754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3" name="Google Shape;1433;p48"/>
            <p:cNvSpPr/>
            <p:nvPr/>
          </p:nvSpPr>
          <p:spPr>
            <a:xfrm>
              <a:off x="6158266" y="2428965"/>
              <a:ext cx="48260" cy="83965"/>
            </a:xfrm>
            <a:custGeom>
              <a:avLst/>
              <a:gdLst/>
              <a:ahLst/>
              <a:cxnLst/>
              <a:rect l="l" t="t" r="r" b="b"/>
              <a:pathLst>
                <a:path w="48260" h="83965" extrusionOk="0">
                  <a:moveTo>
                    <a:pt x="40567" y="0"/>
                  </a:moveTo>
                  <a:lnTo>
                    <a:pt x="0" y="0"/>
                  </a:lnTo>
                  <a:cubicBezTo>
                    <a:pt x="0" y="0"/>
                    <a:pt x="0" y="0"/>
                    <a:pt x="0" y="0"/>
                  </a:cubicBezTo>
                  <a:lnTo>
                    <a:pt x="0" y="16038"/>
                  </a:lnTo>
                  <a:cubicBezTo>
                    <a:pt x="0" y="16038"/>
                    <a:pt x="0" y="16038"/>
                    <a:pt x="0" y="16038"/>
                  </a:cubicBezTo>
                  <a:lnTo>
                    <a:pt x="33020" y="16038"/>
                  </a:lnTo>
                  <a:lnTo>
                    <a:pt x="33020" y="34907"/>
                  </a:lnTo>
                  <a:cubicBezTo>
                    <a:pt x="33020" y="52832"/>
                    <a:pt x="17925" y="67927"/>
                    <a:pt x="0" y="67927"/>
                  </a:cubicBezTo>
                  <a:cubicBezTo>
                    <a:pt x="0" y="67927"/>
                    <a:pt x="0" y="67927"/>
                    <a:pt x="0" y="67927"/>
                  </a:cubicBezTo>
                  <a:lnTo>
                    <a:pt x="0" y="83965"/>
                  </a:lnTo>
                  <a:cubicBezTo>
                    <a:pt x="0" y="83965"/>
                    <a:pt x="0" y="83965"/>
                    <a:pt x="0" y="83965"/>
                  </a:cubicBezTo>
                  <a:cubicBezTo>
                    <a:pt x="26416" y="83965"/>
                    <a:pt x="48115" y="62266"/>
                    <a:pt x="48115" y="35850"/>
                  </a:cubicBezTo>
                  <a:lnTo>
                    <a:pt x="48115" y="8491"/>
                  </a:lnTo>
                  <a:cubicBezTo>
                    <a:pt x="49058" y="3774"/>
                    <a:pt x="45285" y="0"/>
                    <a:pt x="40567" y="0"/>
                  </a:cubicBezTo>
                  <a:lnTo>
                    <a:pt x="40567"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4" name="Google Shape;1434;p48"/>
            <p:cNvSpPr/>
            <p:nvPr/>
          </p:nvSpPr>
          <p:spPr>
            <a:xfrm>
              <a:off x="6069584" y="2495005"/>
              <a:ext cx="50945" cy="50945"/>
            </a:xfrm>
            <a:custGeom>
              <a:avLst/>
              <a:gdLst/>
              <a:ahLst/>
              <a:cxnLst/>
              <a:rect l="l" t="t" r="r" b="b"/>
              <a:pathLst>
                <a:path w="50945" h="50945" extrusionOk="0">
                  <a:moveTo>
                    <a:pt x="25473" y="50945"/>
                  </a:moveTo>
                  <a:cubicBezTo>
                    <a:pt x="39624" y="50945"/>
                    <a:pt x="50945" y="39624"/>
                    <a:pt x="50945" y="25473"/>
                  </a:cubicBezTo>
                  <a:cubicBezTo>
                    <a:pt x="50945" y="11321"/>
                    <a:pt x="39624" y="0"/>
                    <a:pt x="25473" y="0"/>
                  </a:cubicBezTo>
                  <a:cubicBezTo>
                    <a:pt x="11321" y="0"/>
                    <a:pt x="0" y="11321"/>
                    <a:pt x="0" y="25473"/>
                  </a:cubicBezTo>
                  <a:cubicBezTo>
                    <a:pt x="0" y="39624"/>
                    <a:pt x="11321" y="50945"/>
                    <a:pt x="25473" y="50945"/>
                  </a:cubicBezTo>
                  <a:lnTo>
                    <a:pt x="25473" y="50945"/>
                  </a:lnTo>
                  <a:close/>
                  <a:moveTo>
                    <a:pt x="36794" y="9434"/>
                  </a:moveTo>
                  <a:cubicBezTo>
                    <a:pt x="38681" y="9434"/>
                    <a:pt x="41511" y="11321"/>
                    <a:pt x="41511" y="14151"/>
                  </a:cubicBezTo>
                  <a:cubicBezTo>
                    <a:pt x="41511" y="16038"/>
                    <a:pt x="39624" y="18869"/>
                    <a:pt x="36794" y="18869"/>
                  </a:cubicBezTo>
                  <a:cubicBezTo>
                    <a:pt x="34907" y="18869"/>
                    <a:pt x="32077" y="16982"/>
                    <a:pt x="32077" y="14151"/>
                  </a:cubicBezTo>
                  <a:cubicBezTo>
                    <a:pt x="33020" y="11321"/>
                    <a:pt x="34907" y="9434"/>
                    <a:pt x="36794" y="9434"/>
                  </a:cubicBezTo>
                  <a:lnTo>
                    <a:pt x="36794" y="9434"/>
                  </a:lnTo>
                  <a:close/>
                  <a:moveTo>
                    <a:pt x="29246" y="20755"/>
                  </a:moveTo>
                  <a:cubicBezTo>
                    <a:pt x="31133" y="20755"/>
                    <a:pt x="33963" y="22642"/>
                    <a:pt x="33963" y="25473"/>
                  </a:cubicBezTo>
                  <a:cubicBezTo>
                    <a:pt x="33963" y="27359"/>
                    <a:pt x="32077" y="30190"/>
                    <a:pt x="29246" y="30190"/>
                  </a:cubicBezTo>
                  <a:cubicBezTo>
                    <a:pt x="26416" y="30190"/>
                    <a:pt x="24529" y="28303"/>
                    <a:pt x="24529" y="25473"/>
                  </a:cubicBezTo>
                  <a:cubicBezTo>
                    <a:pt x="24529" y="22642"/>
                    <a:pt x="26416" y="20755"/>
                    <a:pt x="29246" y="20755"/>
                  </a:cubicBezTo>
                  <a:lnTo>
                    <a:pt x="29246" y="20755"/>
                  </a:lnTo>
                  <a:close/>
                  <a:moveTo>
                    <a:pt x="21699" y="9434"/>
                  </a:moveTo>
                  <a:cubicBezTo>
                    <a:pt x="23586" y="9434"/>
                    <a:pt x="26416" y="11321"/>
                    <a:pt x="26416" y="14151"/>
                  </a:cubicBezTo>
                  <a:cubicBezTo>
                    <a:pt x="26416" y="16038"/>
                    <a:pt x="24529" y="18869"/>
                    <a:pt x="21699" y="18869"/>
                  </a:cubicBezTo>
                  <a:cubicBezTo>
                    <a:pt x="19812" y="18869"/>
                    <a:pt x="16982" y="16982"/>
                    <a:pt x="16982" y="14151"/>
                  </a:cubicBezTo>
                  <a:cubicBezTo>
                    <a:pt x="16982" y="11321"/>
                    <a:pt x="18869" y="9434"/>
                    <a:pt x="21699" y="9434"/>
                  </a:cubicBezTo>
                  <a:lnTo>
                    <a:pt x="21699" y="943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435" name="Google Shape;1435;p48"/>
          <p:cNvGrpSpPr/>
          <p:nvPr/>
        </p:nvGrpSpPr>
        <p:grpSpPr>
          <a:xfrm>
            <a:off x="6918823" y="4195881"/>
            <a:ext cx="171601" cy="303213"/>
            <a:chOff x="6029960" y="3315788"/>
            <a:chExt cx="126540" cy="223592"/>
          </a:xfrm>
        </p:grpSpPr>
        <p:sp>
          <p:nvSpPr>
            <p:cNvPr id="1436" name="Google Shape;1436;p48"/>
            <p:cNvSpPr/>
            <p:nvPr/>
          </p:nvSpPr>
          <p:spPr>
            <a:xfrm>
              <a:off x="6029960" y="3481831"/>
              <a:ext cx="126540" cy="57549"/>
            </a:xfrm>
            <a:custGeom>
              <a:avLst/>
              <a:gdLst/>
              <a:ahLst/>
              <a:cxnLst/>
              <a:rect l="l" t="t" r="r" b="b"/>
              <a:pathLst>
                <a:path w="126540" h="57549" extrusionOk="0">
                  <a:moveTo>
                    <a:pt x="116985" y="0"/>
                  </a:moveTo>
                  <a:lnTo>
                    <a:pt x="10378" y="0"/>
                  </a:lnTo>
                  <a:cubicBezTo>
                    <a:pt x="4717" y="0"/>
                    <a:pt x="0" y="4717"/>
                    <a:pt x="0" y="10378"/>
                  </a:cubicBezTo>
                  <a:lnTo>
                    <a:pt x="0" y="47171"/>
                  </a:lnTo>
                  <a:cubicBezTo>
                    <a:pt x="0" y="52832"/>
                    <a:pt x="4717" y="57549"/>
                    <a:pt x="10378" y="57549"/>
                  </a:cubicBezTo>
                  <a:lnTo>
                    <a:pt x="116042" y="57549"/>
                  </a:lnTo>
                  <a:cubicBezTo>
                    <a:pt x="121702" y="57549"/>
                    <a:pt x="126419" y="52832"/>
                    <a:pt x="126419" y="47171"/>
                  </a:cubicBezTo>
                  <a:lnTo>
                    <a:pt x="126419" y="10378"/>
                  </a:lnTo>
                  <a:cubicBezTo>
                    <a:pt x="127363" y="4717"/>
                    <a:pt x="122646" y="0"/>
                    <a:pt x="116985" y="0"/>
                  </a:cubicBezTo>
                  <a:lnTo>
                    <a:pt x="116985" y="0"/>
                  </a:lnTo>
                  <a:close/>
                  <a:moveTo>
                    <a:pt x="33963" y="35850"/>
                  </a:moveTo>
                  <a:lnTo>
                    <a:pt x="28303" y="33020"/>
                  </a:lnTo>
                  <a:lnTo>
                    <a:pt x="22642" y="35850"/>
                  </a:lnTo>
                  <a:lnTo>
                    <a:pt x="23586" y="30190"/>
                  </a:lnTo>
                  <a:lnTo>
                    <a:pt x="18869" y="25473"/>
                  </a:lnTo>
                  <a:lnTo>
                    <a:pt x="24529" y="24529"/>
                  </a:lnTo>
                  <a:lnTo>
                    <a:pt x="27359" y="18869"/>
                  </a:lnTo>
                  <a:lnTo>
                    <a:pt x="30190" y="24529"/>
                  </a:lnTo>
                  <a:lnTo>
                    <a:pt x="35850" y="25473"/>
                  </a:lnTo>
                  <a:lnTo>
                    <a:pt x="31133" y="30190"/>
                  </a:lnTo>
                  <a:lnTo>
                    <a:pt x="33963" y="35850"/>
                  </a:lnTo>
                  <a:close/>
                  <a:moveTo>
                    <a:pt x="71701" y="35850"/>
                  </a:moveTo>
                  <a:lnTo>
                    <a:pt x="63210" y="32077"/>
                  </a:lnTo>
                  <a:lnTo>
                    <a:pt x="54719" y="36794"/>
                  </a:lnTo>
                  <a:lnTo>
                    <a:pt x="56606" y="27359"/>
                  </a:lnTo>
                  <a:lnTo>
                    <a:pt x="50002" y="20755"/>
                  </a:lnTo>
                  <a:lnTo>
                    <a:pt x="59436" y="19812"/>
                  </a:lnTo>
                  <a:lnTo>
                    <a:pt x="63210" y="11321"/>
                  </a:lnTo>
                  <a:lnTo>
                    <a:pt x="66983" y="19812"/>
                  </a:lnTo>
                  <a:lnTo>
                    <a:pt x="76418" y="20755"/>
                  </a:lnTo>
                  <a:lnTo>
                    <a:pt x="69814" y="27359"/>
                  </a:lnTo>
                  <a:lnTo>
                    <a:pt x="71701" y="35850"/>
                  </a:lnTo>
                  <a:close/>
                  <a:moveTo>
                    <a:pt x="103777" y="35850"/>
                  </a:moveTo>
                  <a:lnTo>
                    <a:pt x="98117" y="33020"/>
                  </a:lnTo>
                  <a:lnTo>
                    <a:pt x="92456" y="35850"/>
                  </a:lnTo>
                  <a:lnTo>
                    <a:pt x="93399" y="30190"/>
                  </a:lnTo>
                  <a:lnTo>
                    <a:pt x="88682" y="25473"/>
                  </a:lnTo>
                  <a:lnTo>
                    <a:pt x="94343" y="24529"/>
                  </a:lnTo>
                  <a:lnTo>
                    <a:pt x="97173" y="18869"/>
                  </a:lnTo>
                  <a:lnTo>
                    <a:pt x="100003" y="24529"/>
                  </a:lnTo>
                  <a:lnTo>
                    <a:pt x="105664" y="25473"/>
                  </a:lnTo>
                  <a:lnTo>
                    <a:pt x="100947" y="30190"/>
                  </a:lnTo>
                  <a:lnTo>
                    <a:pt x="103777" y="3585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7" name="Google Shape;1437;p48"/>
            <p:cNvSpPr/>
            <p:nvPr/>
          </p:nvSpPr>
          <p:spPr>
            <a:xfrm>
              <a:off x="6071470" y="3443151"/>
              <a:ext cx="43397" cy="28302"/>
            </a:xfrm>
            <a:custGeom>
              <a:avLst/>
              <a:gdLst/>
              <a:ahLst/>
              <a:cxnLst/>
              <a:rect l="l" t="t" r="r" b="b"/>
              <a:pathLst>
                <a:path w="43397" h="28302" extrusionOk="0">
                  <a:moveTo>
                    <a:pt x="43398" y="28303"/>
                  </a:moveTo>
                  <a:lnTo>
                    <a:pt x="43398" y="0"/>
                  </a:lnTo>
                  <a:cubicBezTo>
                    <a:pt x="36794" y="1887"/>
                    <a:pt x="29246" y="3774"/>
                    <a:pt x="21699" y="3774"/>
                  </a:cubicBezTo>
                  <a:cubicBezTo>
                    <a:pt x="14151" y="3774"/>
                    <a:pt x="6604" y="2830"/>
                    <a:pt x="0" y="0"/>
                  </a:cubicBezTo>
                  <a:lnTo>
                    <a:pt x="0" y="28303"/>
                  </a:lnTo>
                  <a:lnTo>
                    <a:pt x="43398" y="28303"/>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38" name="Google Shape;1438;p48"/>
            <p:cNvSpPr/>
            <p:nvPr/>
          </p:nvSpPr>
          <p:spPr>
            <a:xfrm>
              <a:off x="6033733" y="3315788"/>
              <a:ext cx="118872" cy="118871"/>
            </a:xfrm>
            <a:custGeom>
              <a:avLst/>
              <a:gdLst/>
              <a:ahLst/>
              <a:cxnLst/>
              <a:rect l="l" t="t" r="r" b="b"/>
              <a:pathLst>
                <a:path w="118872" h="118871" extrusionOk="0">
                  <a:moveTo>
                    <a:pt x="59436" y="118872"/>
                  </a:moveTo>
                  <a:cubicBezTo>
                    <a:pt x="92456" y="118872"/>
                    <a:pt x="118872" y="92456"/>
                    <a:pt x="118872" y="59436"/>
                  </a:cubicBezTo>
                  <a:cubicBezTo>
                    <a:pt x="118872" y="26416"/>
                    <a:pt x="92456" y="0"/>
                    <a:pt x="59436" y="0"/>
                  </a:cubicBezTo>
                  <a:cubicBezTo>
                    <a:pt x="26416" y="0"/>
                    <a:pt x="0" y="26416"/>
                    <a:pt x="0" y="59436"/>
                  </a:cubicBezTo>
                  <a:cubicBezTo>
                    <a:pt x="0" y="92456"/>
                    <a:pt x="27359" y="118872"/>
                    <a:pt x="59436" y="118872"/>
                  </a:cubicBezTo>
                  <a:lnTo>
                    <a:pt x="59436" y="118872"/>
                  </a:lnTo>
                  <a:close/>
                  <a:moveTo>
                    <a:pt x="92456" y="27359"/>
                  </a:moveTo>
                  <a:cubicBezTo>
                    <a:pt x="97173" y="27359"/>
                    <a:pt x="100947" y="31133"/>
                    <a:pt x="100947" y="35850"/>
                  </a:cubicBezTo>
                  <a:cubicBezTo>
                    <a:pt x="100947" y="40567"/>
                    <a:pt x="97173" y="44341"/>
                    <a:pt x="92456" y="44341"/>
                  </a:cubicBezTo>
                  <a:cubicBezTo>
                    <a:pt x="87739" y="44341"/>
                    <a:pt x="83965" y="40567"/>
                    <a:pt x="83965" y="35850"/>
                  </a:cubicBezTo>
                  <a:cubicBezTo>
                    <a:pt x="83965" y="31133"/>
                    <a:pt x="87739" y="27359"/>
                    <a:pt x="92456" y="27359"/>
                  </a:cubicBezTo>
                  <a:lnTo>
                    <a:pt x="92456" y="27359"/>
                  </a:lnTo>
                  <a:close/>
                  <a:moveTo>
                    <a:pt x="76418" y="51889"/>
                  </a:moveTo>
                  <a:cubicBezTo>
                    <a:pt x="81135" y="51889"/>
                    <a:pt x="84909" y="55662"/>
                    <a:pt x="84909" y="60379"/>
                  </a:cubicBezTo>
                  <a:cubicBezTo>
                    <a:pt x="84909" y="65097"/>
                    <a:pt x="81135" y="68870"/>
                    <a:pt x="76418" y="68870"/>
                  </a:cubicBezTo>
                  <a:cubicBezTo>
                    <a:pt x="71701" y="68870"/>
                    <a:pt x="67927" y="65097"/>
                    <a:pt x="67927" y="60379"/>
                  </a:cubicBezTo>
                  <a:cubicBezTo>
                    <a:pt x="67927" y="55662"/>
                    <a:pt x="71701" y="51889"/>
                    <a:pt x="76418" y="51889"/>
                  </a:cubicBezTo>
                  <a:lnTo>
                    <a:pt x="76418" y="51889"/>
                  </a:lnTo>
                  <a:close/>
                  <a:moveTo>
                    <a:pt x="59436" y="27359"/>
                  </a:moveTo>
                  <a:cubicBezTo>
                    <a:pt x="64153" y="27359"/>
                    <a:pt x="67927" y="31133"/>
                    <a:pt x="67927" y="35850"/>
                  </a:cubicBezTo>
                  <a:cubicBezTo>
                    <a:pt x="67927" y="40567"/>
                    <a:pt x="64153" y="44341"/>
                    <a:pt x="59436" y="44341"/>
                  </a:cubicBezTo>
                  <a:cubicBezTo>
                    <a:pt x="54719" y="44341"/>
                    <a:pt x="50945" y="40567"/>
                    <a:pt x="50945" y="35850"/>
                  </a:cubicBezTo>
                  <a:cubicBezTo>
                    <a:pt x="51889" y="31133"/>
                    <a:pt x="55662" y="27359"/>
                    <a:pt x="59436" y="27359"/>
                  </a:cubicBezTo>
                  <a:lnTo>
                    <a:pt x="59436" y="2735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439" name="Google Shape;1439;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Icon pack</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1443"/>
        <p:cNvGrpSpPr/>
        <p:nvPr/>
      </p:nvGrpSpPr>
      <p:grpSpPr>
        <a:xfrm>
          <a:off x="0" y="0"/>
          <a:ext cx="0" cy="0"/>
          <a:chOff x="0" y="0"/>
          <a:chExt cx="0" cy="0"/>
        </a:xfrm>
      </p:grpSpPr>
      <p:sp>
        <p:nvSpPr>
          <p:cNvPr id="1444" name="Google Shape;1444;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
        <p:nvSpPr>
          <p:cNvPr id="1445" name="Google Shape;1445;p49"/>
          <p:cNvSpPr txBox="1">
            <a:spLocks noGrp="1"/>
          </p:cNvSpPr>
          <p:nvPr>
            <p:ph type="body" idx="1"/>
          </p:nvPr>
        </p:nvSpPr>
        <p:spPr>
          <a:xfrm>
            <a:off x="720000" y="1152475"/>
            <a:ext cx="7704000" cy="138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0"/>
              </a:spcBef>
              <a:spcAft>
                <a:spcPts val="0"/>
              </a:spcAft>
              <a:buNone/>
            </a:pPr>
            <a:endParaRPr/>
          </a:p>
          <a:p>
            <a:pPr marL="0" lvl="0" indent="0" algn="l" rtl="0">
              <a:spcBef>
                <a:spcPts val="0"/>
              </a:spcBef>
              <a:spcAft>
                <a:spcPts val="0"/>
              </a:spcAft>
              <a:buNone/>
            </a:pPr>
            <a:r>
              <a:rPr lang="en" b="1"/>
              <a:t>Vectors</a:t>
            </a:r>
            <a:endParaRPr b="1"/>
          </a:p>
          <a:p>
            <a:pPr marL="457200" lvl="0" indent="-304800" algn="l" rtl="0">
              <a:spcBef>
                <a:spcPts val="1600"/>
              </a:spcBef>
              <a:spcAft>
                <a:spcPts val="0"/>
              </a:spcAft>
              <a:buSzPts val="1200"/>
              <a:buChar char="●"/>
            </a:pPr>
            <a:r>
              <a:rPr lang="en" u="sng">
                <a:hlinkClick r:id="rId3"/>
              </a:rPr>
              <a:t>Bowling game facebook cover template</a:t>
            </a:r>
            <a:endParaRPr b="1"/>
          </a:p>
          <a:p>
            <a:pPr marL="457200" lvl="0" indent="-304800" algn="l" rtl="0">
              <a:spcBef>
                <a:spcPts val="0"/>
              </a:spcBef>
              <a:spcAft>
                <a:spcPts val="0"/>
              </a:spcAft>
              <a:buSzPts val="1200"/>
              <a:buChar char="●"/>
            </a:pPr>
            <a:r>
              <a:rPr lang="en" u="sng">
                <a:hlinkClick r:id="rId4"/>
              </a:rPr>
              <a:t>Bowling game landing page template</a:t>
            </a:r>
            <a:endParaRPr b="1"/>
          </a:p>
        </p:txBody>
      </p:sp>
      <p:grpSp>
        <p:nvGrpSpPr>
          <p:cNvPr id="1446" name="Google Shape;1446;p49"/>
          <p:cNvGrpSpPr/>
          <p:nvPr/>
        </p:nvGrpSpPr>
        <p:grpSpPr>
          <a:xfrm>
            <a:off x="5594484" y="2742622"/>
            <a:ext cx="2567003" cy="1865868"/>
            <a:chOff x="5027579" y="2628562"/>
            <a:chExt cx="2069329" cy="1504126"/>
          </a:xfrm>
        </p:grpSpPr>
        <p:sp>
          <p:nvSpPr>
            <p:cNvPr id="1447" name="Google Shape;1447;p49"/>
            <p:cNvSpPr/>
            <p:nvPr/>
          </p:nvSpPr>
          <p:spPr>
            <a:xfrm>
              <a:off x="6216189" y="2987069"/>
              <a:ext cx="516006" cy="529486"/>
            </a:xfrm>
            <a:custGeom>
              <a:avLst/>
              <a:gdLst/>
              <a:ahLst/>
              <a:cxnLst/>
              <a:rect l="l" t="t" r="r" b="b"/>
              <a:pathLst>
                <a:path w="516006" h="529486" extrusionOk="0">
                  <a:moveTo>
                    <a:pt x="437916" y="170911"/>
                  </a:moveTo>
                  <a:cubicBezTo>
                    <a:pt x="420716" y="180055"/>
                    <a:pt x="406783" y="188546"/>
                    <a:pt x="395244" y="197472"/>
                  </a:cubicBezTo>
                  <a:lnTo>
                    <a:pt x="395244" y="197472"/>
                  </a:lnTo>
                  <a:cubicBezTo>
                    <a:pt x="384793" y="205528"/>
                    <a:pt x="376520" y="213800"/>
                    <a:pt x="369118" y="223380"/>
                  </a:cubicBezTo>
                  <a:cubicBezTo>
                    <a:pt x="366723" y="226646"/>
                    <a:pt x="364328" y="230129"/>
                    <a:pt x="362151" y="233613"/>
                  </a:cubicBezTo>
                  <a:cubicBezTo>
                    <a:pt x="362151" y="233613"/>
                    <a:pt x="362151" y="233613"/>
                    <a:pt x="362151" y="233830"/>
                  </a:cubicBezTo>
                  <a:cubicBezTo>
                    <a:pt x="359321" y="238185"/>
                    <a:pt x="356926" y="242757"/>
                    <a:pt x="354313" y="247764"/>
                  </a:cubicBezTo>
                  <a:cubicBezTo>
                    <a:pt x="350177" y="256255"/>
                    <a:pt x="346040" y="265617"/>
                    <a:pt x="342121" y="276067"/>
                  </a:cubicBezTo>
                  <a:cubicBezTo>
                    <a:pt x="335590" y="293266"/>
                    <a:pt x="329276" y="313949"/>
                    <a:pt x="321439" y="338986"/>
                  </a:cubicBezTo>
                  <a:cubicBezTo>
                    <a:pt x="289870" y="440659"/>
                    <a:pt x="222596" y="506844"/>
                    <a:pt x="143566" y="524697"/>
                  </a:cubicBezTo>
                  <a:cubicBezTo>
                    <a:pt x="128544" y="528180"/>
                    <a:pt x="115263" y="529486"/>
                    <a:pt x="103724" y="529486"/>
                  </a:cubicBezTo>
                  <a:cubicBezTo>
                    <a:pt x="53868" y="529486"/>
                    <a:pt x="32749" y="504449"/>
                    <a:pt x="32749" y="504449"/>
                  </a:cubicBezTo>
                  <a:cubicBezTo>
                    <a:pt x="32749" y="504449"/>
                    <a:pt x="23605" y="497265"/>
                    <a:pt x="14897" y="483984"/>
                  </a:cubicBezTo>
                  <a:lnTo>
                    <a:pt x="14897" y="483984"/>
                  </a:lnTo>
                  <a:cubicBezTo>
                    <a:pt x="7059" y="472227"/>
                    <a:pt x="-125" y="455681"/>
                    <a:pt x="92" y="435216"/>
                  </a:cubicBezTo>
                  <a:cubicBezTo>
                    <a:pt x="-3391" y="323746"/>
                    <a:pt x="92403" y="245587"/>
                    <a:pt x="193858" y="214236"/>
                  </a:cubicBezTo>
                  <a:cubicBezTo>
                    <a:pt x="216936" y="207051"/>
                    <a:pt x="235224" y="200085"/>
                    <a:pt x="250246" y="192465"/>
                  </a:cubicBezTo>
                  <a:cubicBezTo>
                    <a:pt x="260696" y="187239"/>
                    <a:pt x="269623" y="181579"/>
                    <a:pt x="277460" y="175700"/>
                  </a:cubicBezTo>
                  <a:cubicBezTo>
                    <a:pt x="286386" y="168951"/>
                    <a:pt x="293789" y="161549"/>
                    <a:pt x="300538" y="153494"/>
                  </a:cubicBezTo>
                  <a:lnTo>
                    <a:pt x="300538" y="153494"/>
                  </a:lnTo>
                  <a:cubicBezTo>
                    <a:pt x="307723" y="144785"/>
                    <a:pt x="314036" y="134988"/>
                    <a:pt x="320350" y="124102"/>
                  </a:cubicBezTo>
                  <a:cubicBezTo>
                    <a:pt x="327970" y="110822"/>
                    <a:pt x="335808" y="95582"/>
                    <a:pt x="345169" y="77947"/>
                  </a:cubicBezTo>
                  <a:cubicBezTo>
                    <a:pt x="384793" y="3271"/>
                    <a:pt x="454680" y="-21766"/>
                    <a:pt x="495392" y="20470"/>
                  </a:cubicBezTo>
                  <a:lnTo>
                    <a:pt x="495392" y="20470"/>
                  </a:lnTo>
                  <a:cubicBezTo>
                    <a:pt x="495392" y="20470"/>
                    <a:pt x="495392" y="20470"/>
                    <a:pt x="495392" y="20470"/>
                  </a:cubicBezTo>
                  <a:lnTo>
                    <a:pt x="495392" y="20470"/>
                  </a:lnTo>
                  <a:cubicBezTo>
                    <a:pt x="537846" y="61401"/>
                    <a:pt x="512809" y="131287"/>
                    <a:pt x="437916" y="170911"/>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48" name="Google Shape;1448;p49"/>
            <p:cNvSpPr/>
            <p:nvPr/>
          </p:nvSpPr>
          <p:spPr>
            <a:xfrm>
              <a:off x="6466435" y="3162769"/>
              <a:ext cx="104067" cy="100366"/>
            </a:xfrm>
            <a:custGeom>
              <a:avLst/>
              <a:gdLst/>
              <a:ahLst/>
              <a:cxnLst/>
              <a:rect l="l" t="t" r="r" b="b"/>
              <a:pathLst>
                <a:path w="104067" h="100366" extrusionOk="0">
                  <a:moveTo>
                    <a:pt x="104067" y="72064"/>
                  </a:moveTo>
                  <a:cubicBezTo>
                    <a:pt x="99931" y="80554"/>
                    <a:pt x="95794" y="89916"/>
                    <a:pt x="91875" y="100366"/>
                  </a:cubicBezTo>
                  <a:cubicBezTo>
                    <a:pt x="91875" y="100366"/>
                    <a:pt x="4572" y="95577"/>
                    <a:pt x="0" y="16764"/>
                  </a:cubicBezTo>
                  <a:lnTo>
                    <a:pt x="0" y="16764"/>
                  </a:lnTo>
                  <a:cubicBezTo>
                    <a:pt x="10450" y="11539"/>
                    <a:pt x="19377" y="5878"/>
                    <a:pt x="27214" y="0"/>
                  </a:cubicBezTo>
                  <a:lnTo>
                    <a:pt x="27214" y="0"/>
                  </a:lnTo>
                  <a:cubicBezTo>
                    <a:pt x="27214" y="218"/>
                    <a:pt x="21554" y="59871"/>
                    <a:pt x="104067" y="72064"/>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49" name="Google Shape;1449;p49"/>
            <p:cNvSpPr/>
            <p:nvPr/>
          </p:nvSpPr>
          <p:spPr>
            <a:xfrm>
              <a:off x="6516509" y="3110954"/>
              <a:ext cx="94923" cy="99495"/>
            </a:xfrm>
            <a:custGeom>
              <a:avLst/>
              <a:gdLst/>
              <a:ahLst/>
              <a:cxnLst/>
              <a:rect l="l" t="t" r="r" b="b"/>
              <a:pathLst>
                <a:path w="94923" h="99495" extrusionOk="0">
                  <a:moveTo>
                    <a:pt x="94923" y="73587"/>
                  </a:moveTo>
                  <a:cubicBezTo>
                    <a:pt x="84473" y="81643"/>
                    <a:pt x="76200" y="89916"/>
                    <a:pt x="68798" y="99495"/>
                  </a:cubicBezTo>
                  <a:cubicBezTo>
                    <a:pt x="43978" y="91658"/>
                    <a:pt x="3266" y="72499"/>
                    <a:pt x="0" y="29391"/>
                  </a:cubicBezTo>
                  <a:lnTo>
                    <a:pt x="0" y="29391"/>
                  </a:lnTo>
                  <a:cubicBezTo>
                    <a:pt x="7185" y="20683"/>
                    <a:pt x="13498" y="10886"/>
                    <a:pt x="19812" y="0"/>
                  </a:cubicBezTo>
                  <a:cubicBezTo>
                    <a:pt x="19812" y="218"/>
                    <a:pt x="18288" y="55082"/>
                    <a:pt x="94923" y="7358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0" name="Google Shape;1450;p49"/>
            <p:cNvSpPr/>
            <p:nvPr/>
          </p:nvSpPr>
          <p:spPr>
            <a:xfrm>
              <a:off x="5596345" y="2762719"/>
              <a:ext cx="392514" cy="716607"/>
            </a:xfrm>
            <a:custGeom>
              <a:avLst/>
              <a:gdLst/>
              <a:ahLst/>
              <a:cxnLst/>
              <a:rect l="l" t="t" r="r" b="b"/>
              <a:pathLst>
                <a:path w="392514" h="716607" extrusionOk="0">
                  <a:moveTo>
                    <a:pt x="391119" y="616459"/>
                  </a:moveTo>
                  <a:cubicBezTo>
                    <a:pt x="391119" y="616894"/>
                    <a:pt x="391119" y="617330"/>
                    <a:pt x="391119" y="617765"/>
                  </a:cubicBezTo>
                  <a:cubicBezTo>
                    <a:pt x="390030" y="634312"/>
                    <a:pt x="388071" y="651729"/>
                    <a:pt x="385458" y="669581"/>
                  </a:cubicBezTo>
                  <a:cubicBezTo>
                    <a:pt x="385458" y="670016"/>
                    <a:pt x="385240" y="670452"/>
                    <a:pt x="385240" y="670452"/>
                  </a:cubicBezTo>
                  <a:cubicBezTo>
                    <a:pt x="380451" y="677419"/>
                    <a:pt x="375008" y="683297"/>
                    <a:pt x="369130" y="688305"/>
                  </a:cubicBezTo>
                  <a:lnTo>
                    <a:pt x="369130" y="688305"/>
                  </a:lnTo>
                  <a:cubicBezTo>
                    <a:pt x="366517" y="690699"/>
                    <a:pt x="363905" y="692659"/>
                    <a:pt x="360856" y="694618"/>
                  </a:cubicBezTo>
                  <a:cubicBezTo>
                    <a:pt x="347576" y="703545"/>
                    <a:pt x="332554" y="709205"/>
                    <a:pt x="316661" y="712471"/>
                  </a:cubicBezTo>
                  <a:lnTo>
                    <a:pt x="316661" y="712471"/>
                  </a:lnTo>
                  <a:cubicBezTo>
                    <a:pt x="306428" y="714648"/>
                    <a:pt x="295760" y="715954"/>
                    <a:pt x="285092" y="716607"/>
                  </a:cubicBezTo>
                  <a:cubicBezTo>
                    <a:pt x="125725" y="606009"/>
                    <a:pt x="84359" y="482565"/>
                    <a:pt x="101341" y="378497"/>
                  </a:cubicBezTo>
                  <a:cubicBezTo>
                    <a:pt x="108961" y="340615"/>
                    <a:pt x="110267" y="311659"/>
                    <a:pt x="106566" y="287057"/>
                  </a:cubicBezTo>
                  <a:cubicBezTo>
                    <a:pt x="104389" y="272035"/>
                    <a:pt x="100470" y="258972"/>
                    <a:pt x="95245" y="246345"/>
                  </a:cubicBezTo>
                  <a:cubicBezTo>
                    <a:pt x="89802" y="233282"/>
                    <a:pt x="82618" y="220872"/>
                    <a:pt x="74345" y="208027"/>
                  </a:cubicBezTo>
                  <a:cubicBezTo>
                    <a:pt x="66942" y="196924"/>
                    <a:pt x="58669" y="185385"/>
                    <a:pt x="49743" y="172757"/>
                  </a:cubicBezTo>
                  <a:cubicBezTo>
                    <a:pt x="40381" y="159694"/>
                    <a:pt x="30366" y="145761"/>
                    <a:pt x="19698" y="129650"/>
                  </a:cubicBezTo>
                  <a:cubicBezTo>
                    <a:pt x="-35819" y="37992"/>
                    <a:pt x="43647" y="5553"/>
                    <a:pt x="43647" y="5553"/>
                  </a:cubicBezTo>
                  <a:cubicBezTo>
                    <a:pt x="43647" y="5553"/>
                    <a:pt x="122242" y="-29064"/>
                    <a:pt x="149456" y="74568"/>
                  </a:cubicBezTo>
                  <a:cubicBezTo>
                    <a:pt x="153593" y="93292"/>
                    <a:pt x="156641" y="110491"/>
                    <a:pt x="159471" y="126166"/>
                  </a:cubicBezTo>
                  <a:cubicBezTo>
                    <a:pt x="162301" y="141189"/>
                    <a:pt x="164696" y="155122"/>
                    <a:pt x="167526" y="168185"/>
                  </a:cubicBezTo>
                  <a:cubicBezTo>
                    <a:pt x="170792" y="182990"/>
                    <a:pt x="174928" y="196706"/>
                    <a:pt x="180371" y="209986"/>
                  </a:cubicBezTo>
                  <a:cubicBezTo>
                    <a:pt x="185596" y="222614"/>
                    <a:pt x="192563" y="234588"/>
                    <a:pt x="201707" y="246345"/>
                  </a:cubicBezTo>
                  <a:cubicBezTo>
                    <a:pt x="216947" y="265939"/>
                    <a:pt x="238719" y="285315"/>
                    <a:pt x="271158" y="306216"/>
                  </a:cubicBezTo>
                  <a:cubicBezTo>
                    <a:pt x="348011" y="359774"/>
                    <a:pt x="402005" y="460575"/>
                    <a:pt x="391119" y="616459"/>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1" name="Google Shape;1451;p49"/>
            <p:cNvSpPr/>
            <p:nvPr/>
          </p:nvSpPr>
          <p:spPr>
            <a:xfrm>
              <a:off x="5645652" y="2888885"/>
              <a:ext cx="118001" cy="81642"/>
            </a:xfrm>
            <a:custGeom>
              <a:avLst/>
              <a:gdLst/>
              <a:ahLst/>
              <a:cxnLst/>
              <a:rect l="l" t="t" r="r" b="b"/>
              <a:pathLst>
                <a:path w="118001" h="81642" extrusionOk="0">
                  <a:moveTo>
                    <a:pt x="109946" y="0"/>
                  </a:moveTo>
                  <a:cubicBezTo>
                    <a:pt x="112558" y="15022"/>
                    <a:pt x="115171" y="28956"/>
                    <a:pt x="118001" y="42019"/>
                  </a:cubicBezTo>
                  <a:lnTo>
                    <a:pt x="24602" y="81643"/>
                  </a:lnTo>
                  <a:cubicBezTo>
                    <a:pt x="17199" y="70539"/>
                    <a:pt x="8926" y="59001"/>
                    <a:pt x="0" y="46591"/>
                  </a:cubicBezTo>
                  <a:lnTo>
                    <a:pt x="109946" y="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2" name="Google Shape;1452;p49"/>
            <p:cNvSpPr/>
            <p:nvPr/>
          </p:nvSpPr>
          <p:spPr>
            <a:xfrm>
              <a:off x="5691590" y="2972487"/>
              <a:ext cx="106462" cy="76852"/>
            </a:xfrm>
            <a:custGeom>
              <a:avLst/>
              <a:gdLst/>
              <a:ahLst/>
              <a:cxnLst/>
              <a:rect l="l" t="t" r="r" b="b"/>
              <a:pathLst>
                <a:path w="106462" h="76852" extrusionOk="0">
                  <a:moveTo>
                    <a:pt x="106462" y="36576"/>
                  </a:moveTo>
                  <a:lnTo>
                    <a:pt x="11321" y="76853"/>
                  </a:lnTo>
                  <a:cubicBezTo>
                    <a:pt x="9144" y="62049"/>
                    <a:pt x="5225" y="48768"/>
                    <a:pt x="0" y="36141"/>
                  </a:cubicBezTo>
                  <a:lnTo>
                    <a:pt x="85126" y="0"/>
                  </a:lnTo>
                  <a:cubicBezTo>
                    <a:pt x="90351" y="12845"/>
                    <a:pt x="97101" y="24819"/>
                    <a:pt x="106462" y="36576"/>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3" name="Google Shape;1453;p49"/>
            <p:cNvSpPr/>
            <p:nvPr/>
          </p:nvSpPr>
          <p:spPr>
            <a:xfrm>
              <a:off x="5027579" y="3377797"/>
              <a:ext cx="561031" cy="485577"/>
            </a:xfrm>
            <a:custGeom>
              <a:avLst/>
              <a:gdLst/>
              <a:ahLst/>
              <a:cxnLst/>
              <a:rect l="l" t="t" r="r" b="b"/>
              <a:pathLst>
                <a:path w="561031" h="485577" extrusionOk="0">
                  <a:moveTo>
                    <a:pt x="543397" y="362569"/>
                  </a:moveTo>
                  <a:cubicBezTo>
                    <a:pt x="543397" y="362786"/>
                    <a:pt x="543615" y="363222"/>
                    <a:pt x="543832" y="363657"/>
                  </a:cubicBezTo>
                  <a:cubicBezTo>
                    <a:pt x="549711" y="377373"/>
                    <a:pt x="555371" y="391742"/>
                    <a:pt x="560814" y="406982"/>
                  </a:cubicBezTo>
                  <a:cubicBezTo>
                    <a:pt x="561032" y="407418"/>
                    <a:pt x="561032" y="407635"/>
                    <a:pt x="561032" y="407635"/>
                  </a:cubicBezTo>
                  <a:cubicBezTo>
                    <a:pt x="560161" y="415038"/>
                    <a:pt x="558201" y="422005"/>
                    <a:pt x="555589" y="428536"/>
                  </a:cubicBezTo>
                  <a:lnTo>
                    <a:pt x="555589" y="428536"/>
                  </a:lnTo>
                  <a:cubicBezTo>
                    <a:pt x="554500" y="431366"/>
                    <a:pt x="553194" y="434197"/>
                    <a:pt x="551670" y="436809"/>
                  </a:cubicBezTo>
                  <a:cubicBezTo>
                    <a:pt x="544921" y="449437"/>
                    <a:pt x="535341" y="460105"/>
                    <a:pt x="524020" y="469249"/>
                  </a:cubicBezTo>
                  <a:lnTo>
                    <a:pt x="524020" y="469249"/>
                  </a:lnTo>
                  <a:cubicBezTo>
                    <a:pt x="516836" y="475345"/>
                    <a:pt x="508998" y="480570"/>
                    <a:pt x="500942" y="485577"/>
                  </a:cubicBezTo>
                  <a:cubicBezTo>
                    <a:pt x="328948" y="464241"/>
                    <a:pt x="244911" y="383905"/>
                    <a:pt x="215084" y="294642"/>
                  </a:cubicBezTo>
                  <a:cubicBezTo>
                    <a:pt x="205287" y="261549"/>
                    <a:pt x="194401" y="238036"/>
                    <a:pt x="181338" y="219966"/>
                  </a:cubicBezTo>
                  <a:cubicBezTo>
                    <a:pt x="173500" y="209080"/>
                    <a:pt x="164792" y="200154"/>
                    <a:pt x="155430" y="192534"/>
                  </a:cubicBezTo>
                  <a:cubicBezTo>
                    <a:pt x="145633" y="184478"/>
                    <a:pt x="134747" y="177729"/>
                    <a:pt x="122991" y="170980"/>
                  </a:cubicBezTo>
                  <a:cubicBezTo>
                    <a:pt x="112540" y="165320"/>
                    <a:pt x="101219" y="159441"/>
                    <a:pt x="88810" y="153345"/>
                  </a:cubicBezTo>
                  <a:cubicBezTo>
                    <a:pt x="75964" y="147032"/>
                    <a:pt x="62248" y="140065"/>
                    <a:pt x="47226" y="131792"/>
                  </a:cubicBezTo>
                  <a:cubicBezTo>
                    <a:pt x="-34635" y="82371"/>
                    <a:pt x="14787" y="23805"/>
                    <a:pt x="14787" y="23805"/>
                  </a:cubicBezTo>
                  <a:cubicBezTo>
                    <a:pt x="14787" y="23805"/>
                    <a:pt x="62684" y="-36284"/>
                    <a:pt x="127127" y="34473"/>
                  </a:cubicBezTo>
                  <a:cubicBezTo>
                    <a:pt x="138231" y="47536"/>
                    <a:pt x="147810" y="59728"/>
                    <a:pt x="156519" y="71049"/>
                  </a:cubicBezTo>
                  <a:cubicBezTo>
                    <a:pt x="165010" y="81935"/>
                    <a:pt x="172847" y="91732"/>
                    <a:pt x="180467" y="100876"/>
                  </a:cubicBezTo>
                  <a:cubicBezTo>
                    <a:pt x="189176" y="111326"/>
                    <a:pt x="198102" y="120471"/>
                    <a:pt x="207899" y="128526"/>
                  </a:cubicBezTo>
                  <a:cubicBezTo>
                    <a:pt x="217261" y="136146"/>
                    <a:pt x="227711" y="142895"/>
                    <a:pt x="239903" y="148555"/>
                  </a:cubicBezTo>
                  <a:cubicBezTo>
                    <a:pt x="260151" y="157700"/>
                    <a:pt x="285405" y="164013"/>
                    <a:pt x="319587" y="167061"/>
                  </a:cubicBezTo>
                  <a:cubicBezTo>
                    <a:pt x="402536" y="177729"/>
                    <a:pt x="487227" y="234771"/>
                    <a:pt x="543397" y="362569"/>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4" name="Google Shape;1454;p49"/>
            <p:cNvSpPr/>
            <p:nvPr/>
          </p:nvSpPr>
          <p:spPr>
            <a:xfrm>
              <a:off x="5116389" y="3449064"/>
              <a:ext cx="91439" cy="99930"/>
            </a:xfrm>
            <a:custGeom>
              <a:avLst/>
              <a:gdLst/>
              <a:ahLst/>
              <a:cxnLst/>
              <a:rect l="l" t="t" r="r" b="b"/>
              <a:pathLst>
                <a:path w="91439" h="99930" extrusionOk="0">
                  <a:moveTo>
                    <a:pt x="67491" y="0"/>
                  </a:moveTo>
                  <a:cubicBezTo>
                    <a:pt x="75982" y="10886"/>
                    <a:pt x="83602" y="20901"/>
                    <a:pt x="91440" y="29827"/>
                  </a:cubicBezTo>
                  <a:lnTo>
                    <a:pt x="33963" y="99931"/>
                  </a:lnTo>
                  <a:cubicBezTo>
                    <a:pt x="23513" y="94053"/>
                    <a:pt x="12192" y="88392"/>
                    <a:pt x="0" y="82296"/>
                  </a:cubicBezTo>
                  <a:lnTo>
                    <a:pt x="67491" y="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5" name="Google Shape;1455;p49"/>
            <p:cNvSpPr/>
            <p:nvPr/>
          </p:nvSpPr>
          <p:spPr>
            <a:xfrm>
              <a:off x="5183009" y="3506540"/>
              <a:ext cx="84473" cy="91439"/>
            </a:xfrm>
            <a:custGeom>
              <a:avLst/>
              <a:gdLst/>
              <a:ahLst/>
              <a:cxnLst/>
              <a:rect l="l" t="t" r="r" b="b"/>
              <a:pathLst>
                <a:path w="84473" h="91439" extrusionOk="0">
                  <a:moveTo>
                    <a:pt x="84473" y="20030"/>
                  </a:moveTo>
                  <a:lnTo>
                    <a:pt x="25908" y="91440"/>
                  </a:lnTo>
                  <a:cubicBezTo>
                    <a:pt x="18070" y="80554"/>
                    <a:pt x="9362" y="71628"/>
                    <a:pt x="0" y="64008"/>
                  </a:cubicBezTo>
                  <a:lnTo>
                    <a:pt x="52469" y="0"/>
                  </a:lnTo>
                  <a:cubicBezTo>
                    <a:pt x="61831" y="7838"/>
                    <a:pt x="72063" y="14369"/>
                    <a:pt x="84473" y="20030"/>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6" name="Google Shape;1456;p49"/>
            <p:cNvSpPr/>
            <p:nvPr/>
          </p:nvSpPr>
          <p:spPr>
            <a:xfrm>
              <a:off x="6030306" y="2628562"/>
              <a:ext cx="371794" cy="690091"/>
            </a:xfrm>
            <a:custGeom>
              <a:avLst/>
              <a:gdLst/>
              <a:ahLst/>
              <a:cxnLst/>
              <a:rect l="l" t="t" r="r" b="b"/>
              <a:pathLst>
                <a:path w="371794" h="690091" extrusionOk="0">
                  <a:moveTo>
                    <a:pt x="359058" y="111407"/>
                  </a:moveTo>
                  <a:cubicBezTo>
                    <a:pt x="357534" y="114455"/>
                    <a:pt x="355792" y="117503"/>
                    <a:pt x="354050" y="120551"/>
                  </a:cubicBezTo>
                  <a:cubicBezTo>
                    <a:pt x="344471" y="135791"/>
                    <a:pt x="335109" y="149071"/>
                    <a:pt x="326400" y="161481"/>
                  </a:cubicBezTo>
                  <a:cubicBezTo>
                    <a:pt x="318127" y="173238"/>
                    <a:pt x="310507" y="184123"/>
                    <a:pt x="303758" y="194791"/>
                  </a:cubicBezTo>
                  <a:cubicBezTo>
                    <a:pt x="296138" y="206766"/>
                    <a:pt x="289607" y="218522"/>
                    <a:pt x="284599" y="230932"/>
                  </a:cubicBezTo>
                  <a:cubicBezTo>
                    <a:pt x="279810" y="242906"/>
                    <a:pt x="276326" y="255316"/>
                    <a:pt x="274367" y="269250"/>
                  </a:cubicBezTo>
                  <a:cubicBezTo>
                    <a:pt x="271319" y="292327"/>
                    <a:pt x="272625" y="319542"/>
                    <a:pt x="280027" y="354811"/>
                  </a:cubicBezTo>
                  <a:cubicBezTo>
                    <a:pt x="297009" y="454742"/>
                    <a:pt x="264352" y="581452"/>
                    <a:pt x="107162" y="690091"/>
                  </a:cubicBezTo>
                  <a:lnTo>
                    <a:pt x="23342" y="655910"/>
                  </a:lnTo>
                  <a:lnTo>
                    <a:pt x="10279" y="650685"/>
                  </a:lnTo>
                  <a:cubicBezTo>
                    <a:pt x="-26079" y="463233"/>
                    <a:pt x="39453" y="349804"/>
                    <a:pt x="121531" y="290368"/>
                  </a:cubicBezTo>
                  <a:cubicBezTo>
                    <a:pt x="151576" y="270338"/>
                    <a:pt x="171606" y="251832"/>
                    <a:pt x="185539" y="233109"/>
                  </a:cubicBezTo>
                  <a:cubicBezTo>
                    <a:pt x="194030" y="221788"/>
                    <a:pt x="200344" y="210467"/>
                    <a:pt x="205134" y="198492"/>
                  </a:cubicBezTo>
                  <a:cubicBezTo>
                    <a:pt x="210141" y="186083"/>
                    <a:pt x="213842" y="173238"/>
                    <a:pt x="216673" y="159304"/>
                  </a:cubicBezTo>
                  <a:cubicBezTo>
                    <a:pt x="219285" y="147112"/>
                    <a:pt x="221462" y="134049"/>
                    <a:pt x="223857" y="119680"/>
                  </a:cubicBezTo>
                  <a:cubicBezTo>
                    <a:pt x="226252" y="104875"/>
                    <a:pt x="229082" y="88764"/>
                    <a:pt x="232783" y="71130"/>
                  </a:cubicBezTo>
                  <a:cubicBezTo>
                    <a:pt x="257167" y="-26406"/>
                    <a:pt x="330537" y="4727"/>
                    <a:pt x="330537" y="4727"/>
                  </a:cubicBezTo>
                  <a:cubicBezTo>
                    <a:pt x="330537" y="4727"/>
                    <a:pt x="399553" y="31941"/>
                    <a:pt x="359058" y="11140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7" name="Google Shape;1457;p49"/>
            <p:cNvSpPr/>
            <p:nvPr/>
          </p:nvSpPr>
          <p:spPr>
            <a:xfrm>
              <a:off x="6246979" y="2748242"/>
              <a:ext cx="109727" cy="75111"/>
            </a:xfrm>
            <a:custGeom>
              <a:avLst/>
              <a:gdLst/>
              <a:ahLst/>
              <a:cxnLst/>
              <a:rect l="l" t="t" r="r" b="b"/>
              <a:pathLst>
                <a:path w="109727" h="75111" extrusionOk="0">
                  <a:moveTo>
                    <a:pt x="109728" y="41801"/>
                  </a:moveTo>
                  <a:cubicBezTo>
                    <a:pt x="101455" y="53558"/>
                    <a:pt x="93835" y="64443"/>
                    <a:pt x="87086" y="75111"/>
                  </a:cubicBezTo>
                  <a:lnTo>
                    <a:pt x="0" y="39624"/>
                  </a:lnTo>
                  <a:cubicBezTo>
                    <a:pt x="2613" y="27432"/>
                    <a:pt x="4790" y="14151"/>
                    <a:pt x="7185" y="0"/>
                  </a:cubicBezTo>
                  <a:lnTo>
                    <a:pt x="109728" y="41801"/>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8" name="Google Shape;1458;p49"/>
            <p:cNvSpPr/>
            <p:nvPr/>
          </p:nvSpPr>
          <p:spPr>
            <a:xfrm>
              <a:off x="6216063" y="2827054"/>
              <a:ext cx="99059" cy="70757"/>
            </a:xfrm>
            <a:custGeom>
              <a:avLst/>
              <a:gdLst/>
              <a:ahLst/>
              <a:cxnLst/>
              <a:rect l="l" t="t" r="r" b="b"/>
              <a:pathLst>
                <a:path w="99059" h="70757" extrusionOk="0">
                  <a:moveTo>
                    <a:pt x="88827" y="70757"/>
                  </a:moveTo>
                  <a:lnTo>
                    <a:pt x="0" y="34617"/>
                  </a:lnTo>
                  <a:cubicBezTo>
                    <a:pt x="8491" y="23295"/>
                    <a:pt x="14587" y="11974"/>
                    <a:pt x="19594" y="0"/>
                  </a:cubicBezTo>
                  <a:lnTo>
                    <a:pt x="99060" y="32439"/>
                  </a:lnTo>
                  <a:cubicBezTo>
                    <a:pt x="94053" y="44414"/>
                    <a:pt x="90569" y="56823"/>
                    <a:pt x="88827" y="7075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9" name="Google Shape;1459;p49"/>
            <p:cNvSpPr/>
            <p:nvPr/>
          </p:nvSpPr>
          <p:spPr>
            <a:xfrm>
              <a:off x="6040672" y="3277556"/>
              <a:ext cx="97144" cy="42787"/>
            </a:xfrm>
            <a:custGeom>
              <a:avLst/>
              <a:gdLst/>
              <a:ahLst/>
              <a:cxnLst/>
              <a:rect l="l" t="t" r="r" b="b"/>
              <a:pathLst>
                <a:path w="97144" h="42787" extrusionOk="0">
                  <a:moveTo>
                    <a:pt x="97014" y="41097"/>
                  </a:moveTo>
                  <a:cubicBezTo>
                    <a:pt x="95054" y="45669"/>
                    <a:pt x="71977" y="40662"/>
                    <a:pt x="45198" y="29776"/>
                  </a:cubicBezTo>
                  <a:cubicBezTo>
                    <a:pt x="18419" y="18890"/>
                    <a:pt x="-1828" y="6263"/>
                    <a:pt x="131" y="1691"/>
                  </a:cubicBezTo>
                  <a:cubicBezTo>
                    <a:pt x="2091" y="-2881"/>
                    <a:pt x="25168" y="2126"/>
                    <a:pt x="51947" y="13012"/>
                  </a:cubicBezTo>
                  <a:cubicBezTo>
                    <a:pt x="78726" y="23898"/>
                    <a:pt x="98973" y="36307"/>
                    <a:pt x="97014" y="41097"/>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0" name="Google Shape;1460;p49"/>
            <p:cNvSpPr/>
            <p:nvPr/>
          </p:nvSpPr>
          <p:spPr>
            <a:xfrm>
              <a:off x="6040672" y="3277556"/>
              <a:ext cx="97144" cy="42787"/>
            </a:xfrm>
            <a:custGeom>
              <a:avLst/>
              <a:gdLst/>
              <a:ahLst/>
              <a:cxnLst/>
              <a:rect l="l" t="t" r="r" b="b"/>
              <a:pathLst>
                <a:path w="97144" h="42787" extrusionOk="0">
                  <a:moveTo>
                    <a:pt x="97014" y="41097"/>
                  </a:moveTo>
                  <a:cubicBezTo>
                    <a:pt x="95054" y="45669"/>
                    <a:pt x="71977" y="40662"/>
                    <a:pt x="45198" y="29776"/>
                  </a:cubicBezTo>
                  <a:cubicBezTo>
                    <a:pt x="18419" y="18890"/>
                    <a:pt x="-1828" y="6263"/>
                    <a:pt x="131" y="1691"/>
                  </a:cubicBezTo>
                  <a:cubicBezTo>
                    <a:pt x="2091" y="-2881"/>
                    <a:pt x="25168" y="2126"/>
                    <a:pt x="51947" y="13012"/>
                  </a:cubicBezTo>
                  <a:cubicBezTo>
                    <a:pt x="78726" y="23898"/>
                    <a:pt x="98973" y="36307"/>
                    <a:pt x="97014" y="41097"/>
                  </a:cubicBezTo>
                  <a:close/>
                </a:path>
              </a:pathLst>
            </a:custGeom>
            <a:solidFill>
              <a:srgbClr val="272525">
                <a:alpha val="2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1" name="Google Shape;1461;p49"/>
            <p:cNvSpPr/>
            <p:nvPr/>
          </p:nvSpPr>
          <p:spPr>
            <a:xfrm>
              <a:off x="6505841" y="3467297"/>
              <a:ext cx="591067" cy="407963"/>
            </a:xfrm>
            <a:custGeom>
              <a:avLst/>
              <a:gdLst/>
              <a:ahLst/>
              <a:cxnLst/>
              <a:rect l="l" t="t" r="r" b="b"/>
              <a:pathLst>
                <a:path w="591067" h="407963" extrusionOk="0">
                  <a:moveTo>
                    <a:pt x="545592" y="122410"/>
                  </a:moveTo>
                  <a:cubicBezTo>
                    <a:pt x="542762" y="123716"/>
                    <a:pt x="539931" y="125023"/>
                    <a:pt x="536884" y="126329"/>
                  </a:cubicBezTo>
                  <a:cubicBezTo>
                    <a:pt x="521643" y="132207"/>
                    <a:pt x="507710" y="136779"/>
                    <a:pt x="494647" y="141133"/>
                  </a:cubicBezTo>
                  <a:cubicBezTo>
                    <a:pt x="482237" y="145270"/>
                    <a:pt x="470916" y="149189"/>
                    <a:pt x="460248" y="153108"/>
                  </a:cubicBezTo>
                  <a:cubicBezTo>
                    <a:pt x="448274" y="157680"/>
                    <a:pt x="436953" y="162687"/>
                    <a:pt x="426720" y="169001"/>
                  </a:cubicBezTo>
                  <a:cubicBezTo>
                    <a:pt x="416705" y="175097"/>
                    <a:pt x="407343" y="182281"/>
                    <a:pt x="398635" y="191425"/>
                  </a:cubicBezTo>
                  <a:cubicBezTo>
                    <a:pt x="383830" y="206665"/>
                    <a:pt x="370114" y="227131"/>
                    <a:pt x="356398" y="256957"/>
                  </a:cubicBezTo>
                  <a:cubicBezTo>
                    <a:pt x="314815" y="338818"/>
                    <a:pt x="222504" y="413712"/>
                    <a:pt x="49204" y="407616"/>
                  </a:cubicBezTo>
                  <a:lnTo>
                    <a:pt x="6749" y="337294"/>
                  </a:lnTo>
                  <a:lnTo>
                    <a:pt x="0" y="326408"/>
                  </a:lnTo>
                  <a:cubicBezTo>
                    <a:pt x="74894" y="170089"/>
                    <a:pt x="183969" y="123063"/>
                    <a:pt x="275844" y="123934"/>
                  </a:cubicBezTo>
                  <a:cubicBezTo>
                    <a:pt x="308501" y="125458"/>
                    <a:pt x="333103" y="122845"/>
                    <a:pt x="353350" y="116967"/>
                  </a:cubicBezTo>
                  <a:cubicBezTo>
                    <a:pt x="365542" y="113266"/>
                    <a:pt x="376210" y="108476"/>
                    <a:pt x="386225" y="102380"/>
                  </a:cubicBezTo>
                  <a:cubicBezTo>
                    <a:pt x="396675" y="96066"/>
                    <a:pt x="406255" y="88664"/>
                    <a:pt x="415834" y="79956"/>
                  </a:cubicBezTo>
                  <a:cubicBezTo>
                    <a:pt x="424325" y="72336"/>
                    <a:pt x="433034" y="64063"/>
                    <a:pt x="442395" y="55136"/>
                  </a:cubicBezTo>
                  <a:cubicBezTo>
                    <a:pt x="452193" y="45557"/>
                    <a:pt x="462861" y="35324"/>
                    <a:pt x="475053" y="24656"/>
                  </a:cubicBezTo>
                  <a:cubicBezTo>
                    <a:pt x="545592" y="-33256"/>
                    <a:pt x="582168" y="29011"/>
                    <a:pt x="582168" y="29011"/>
                  </a:cubicBezTo>
                  <a:cubicBezTo>
                    <a:pt x="582168" y="29011"/>
                    <a:pt x="618091" y="86487"/>
                    <a:pt x="545592" y="12241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2" name="Google Shape;1462;p49"/>
            <p:cNvSpPr/>
            <p:nvPr/>
          </p:nvSpPr>
          <p:spPr>
            <a:xfrm>
              <a:off x="6921893" y="3522869"/>
              <a:ext cx="78594" cy="97753"/>
            </a:xfrm>
            <a:custGeom>
              <a:avLst/>
              <a:gdLst/>
              <a:ahLst/>
              <a:cxnLst/>
              <a:rect l="l" t="t" r="r" b="b"/>
              <a:pathLst>
                <a:path w="78594" h="97753" extrusionOk="0">
                  <a:moveTo>
                    <a:pt x="78595" y="85779"/>
                  </a:moveTo>
                  <a:cubicBezTo>
                    <a:pt x="66185" y="89916"/>
                    <a:pt x="54864" y="93835"/>
                    <a:pt x="44196" y="97754"/>
                  </a:cubicBezTo>
                  <a:lnTo>
                    <a:pt x="0" y="24819"/>
                  </a:lnTo>
                  <a:cubicBezTo>
                    <a:pt x="8491" y="17199"/>
                    <a:pt x="17199" y="8926"/>
                    <a:pt x="26561" y="0"/>
                  </a:cubicBezTo>
                  <a:lnTo>
                    <a:pt x="78595" y="85779"/>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3" name="Google Shape;1463;p49"/>
            <p:cNvSpPr/>
            <p:nvPr/>
          </p:nvSpPr>
          <p:spPr>
            <a:xfrm>
              <a:off x="6859409" y="3570113"/>
              <a:ext cx="73151" cy="89044"/>
            </a:xfrm>
            <a:custGeom>
              <a:avLst/>
              <a:gdLst/>
              <a:ahLst/>
              <a:cxnLst/>
              <a:rect l="l" t="t" r="r" b="b"/>
              <a:pathLst>
                <a:path w="73151" h="89044" extrusionOk="0">
                  <a:moveTo>
                    <a:pt x="45067" y="89045"/>
                  </a:moveTo>
                  <a:lnTo>
                    <a:pt x="0" y="14587"/>
                  </a:lnTo>
                  <a:cubicBezTo>
                    <a:pt x="12192" y="10886"/>
                    <a:pt x="22860" y="6096"/>
                    <a:pt x="32875" y="0"/>
                  </a:cubicBezTo>
                  <a:lnTo>
                    <a:pt x="73152" y="66621"/>
                  </a:lnTo>
                  <a:cubicBezTo>
                    <a:pt x="63137" y="72499"/>
                    <a:pt x="53993" y="79901"/>
                    <a:pt x="45067" y="8904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4" name="Google Shape;1464;p49"/>
            <p:cNvSpPr/>
            <p:nvPr/>
          </p:nvSpPr>
          <p:spPr>
            <a:xfrm>
              <a:off x="6504832" y="3793690"/>
              <a:ext cx="51422" cy="81673"/>
            </a:xfrm>
            <a:custGeom>
              <a:avLst/>
              <a:gdLst/>
              <a:ahLst/>
              <a:cxnLst/>
              <a:rect l="l" t="t" r="r" b="b"/>
              <a:pathLst>
                <a:path w="51422" h="81673" extrusionOk="0">
                  <a:moveTo>
                    <a:pt x="50430" y="81441"/>
                  </a:moveTo>
                  <a:cubicBezTo>
                    <a:pt x="46511" y="83835"/>
                    <a:pt x="32360" y="67507"/>
                    <a:pt x="18644" y="45082"/>
                  </a:cubicBezTo>
                  <a:cubicBezTo>
                    <a:pt x="4928" y="22658"/>
                    <a:pt x="-2910" y="2628"/>
                    <a:pt x="1009" y="233"/>
                  </a:cubicBezTo>
                  <a:cubicBezTo>
                    <a:pt x="4928" y="-2162"/>
                    <a:pt x="19079" y="14167"/>
                    <a:pt x="32795" y="36592"/>
                  </a:cubicBezTo>
                  <a:cubicBezTo>
                    <a:pt x="46293" y="59016"/>
                    <a:pt x="54349" y="79264"/>
                    <a:pt x="50430" y="8144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5" name="Google Shape;1465;p49"/>
            <p:cNvSpPr/>
            <p:nvPr/>
          </p:nvSpPr>
          <p:spPr>
            <a:xfrm>
              <a:off x="6504832" y="3793690"/>
              <a:ext cx="51422" cy="81673"/>
            </a:xfrm>
            <a:custGeom>
              <a:avLst/>
              <a:gdLst/>
              <a:ahLst/>
              <a:cxnLst/>
              <a:rect l="l" t="t" r="r" b="b"/>
              <a:pathLst>
                <a:path w="51422" h="81673" extrusionOk="0">
                  <a:moveTo>
                    <a:pt x="50430" y="81441"/>
                  </a:moveTo>
                  <a:cubicBezTo>
                    <a:pt x="46511" y="83835"/>
                    <a:pt x="32360" y="67507"/>
                    <a:pt x="18644" y="45082"/>
                  </a:cubicBezTo>
                  <a:cubicBezTo>
                    <a:pt x="4928" y="22658"/>
                    <a:pt x="-2910" y="2628"/>
                    <a:pt x="1009" y="233"/>
                  </a:cubicBezTo>
                  <a:cubicBezTo>
                    <a:pt x="4928" y="-2162"/>
                    <a:pt x="19079" y="14167"/>
                    <a:pt x="32795" y="36592"/>
                  </a:cubicBezTo>
                  <a:cubicBezTo>
                    <a:pt x="46293" y="59016"/>
                    <a:pt x="54349" y="79264"/>
                    <a:pt x="50430" y="81441"/>
                  </a:cubicBezTo>
                  <a:close/>
                </a:path>
              </a:pathLst>
            </a:custGeom>
            <a:solidFill>
              <a:srgbClr val="313835">
                <a:alpha val="3711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6" name="Google Shape;1466;p49"/>
            <p:cNvSpPr/>
            <p:nvPr/>
          </p:nvSpPr>
          <p:spPr>
            <a:xfrm>
              <a:off x="6390614" y="3360637"/>
              <a:ext cx="388238" cy="310713"/>
            </a:xfrm>
            <a:custGeom>
              <a:avLst/>
              <a:gdLst/>
              <a:ahLst/>
              <a:cxnLst/>
              <a:rect l="l" t="t" r="r" b="b"/>
              <a:pathLst>
                <a:path w="388238" h="310713" extrusionOk="0">
                  <a:moveTo>
                    <a:pt x="365163" y="98006"/>
                  </a:moveTo>
                  <a:cubicBezTo>
                    <a:pt x="350576" y="109763"/>
                    <a:pt x="339037" y="112375"/>
                    <a:pt x="326628" y="115206"/>
                  </a:cubicBezTo>
                  <a:cubicBezTo>
                    <a:pt x="320967" y="116512"/>
                    <a:pt x="315306" y="118036"/>
                    <a:pt x="308993" y="120213"/>
                  </a:cubicBezTo>
                  <a:lnTo>
                    <a:pt x="308557" y="120431"/>
                  </a:lnTo>
                  <a:cubicBezTo>
                    <a:pt x="303985" y="122173"/>
                    <a:pt x="298978" y="124350"/>
                    <a:pt x="293535" y="127398"/>
                  </a:cubicBezTo>
                  <a:cubicBezTo>
                    <a:pt x="289616" y="129575"/>
                    <a:pt x="286568" y="131970"/>
                    <a:pt x="284173" y="134582"/>
                  </a:cubicBezTo>
                  <a:lnTo>
                    <a:pt x="281778" y="137630"/>
                  </a:lnTo>
                  <a:lnTo>
                    <a:pt x="281778" y="137848"/>
                  </a:lnTo>
                  <a:cubicBezTo>
                    <a:pt x="280908" y="139154"/>
                    <a:pt x="280037" y="140678"/>
                    <a:pt x="279166" y="142202"/>
                  </a:cubicBezTo>
                  <a:cubicBezTo>
                    <a:pt x="276989" y="146339"/>
                    <a:pt x="275247" y="151129"/>
                    <a:pt x="273505" y="157007"/>
                  </a:cubicBezTo>
                  <a:cubicBezTo>
                    <a:pt x="273505" y="157225"/>
                    <a:pt x="273288" y="157225"/>
                    <a:pt x="273288" y="157442"/>
                  </a:cubicBezTo>
                  <a:cubicBezTo>
                    <a:pt x="267845" y="174424"/>
                    <a:pt x="260442" y="199243"/>
                    <a:pt x="234317" y="237779"/>
                  </a:cubicBezTo>
                  <a:cubicBezTo>
                    <a:pt x="185984" y="309189"/>
                    <a:pt x="88666" y="310278"/>
                    <a:pt x="57097" y="310713"/>
                  </a:cubicBezTo>
                  <a:cubicBezTo>
                    <a:pt x="52308" y="310713"/>
                    <a:pt x="47736" y="310060"/>
                    <a:pt x="43817" y="308536"/>
                  </a:cubicBezTo>
                  <a:cubicBezTo>
                    <a:pt x="38156" y="307012"/>
                    <a:pt x="33149" y="304182"/>
                    <a:pt x="29012" y="301351"/>
                  </a:cubicBezTo>
                  <a:cubicBezTo>
                    <a:pt x="29012" y="301351"/>
                    <a:pt x="28794" y="301351"/>
                    <a:pt x="28794" y="301134"/>
                  </a:cubicBezTo>
                  <a:cubicBezTo>
                    <a:pt x="28141" y="300698"/>
                    <a:pt x="27706" y="300263"/>
                    <a:pt x="27053" y="300045"/>
                  </a:cubicBezTo>
                  <a:cubicBezTo>
                    <a:pt x="26617" y="299828"/>
                    <a:pt x="26400" y="299610"/>
                    <a:pt x="26182" y="299174"/>
                  </a:cubicBezTo>
                  <a:cubicBezTo>
                    <a:pt x="26182" y="299174"/>
                    <a:pt x="26182" y="299174"/>
                    <a:pt x="25964" y="299174"/>
                  </a:cubicBezTo>
                  <a:cubicBezTo>
                    <a:pt x="18997" y="293949"/>
                    <a:pt x="14425" y="288071"/>
                    <a:pt x="12684" y="285676"/>
                  </a:cubicBezTo>
                  <a:cubicBezTo>
                    <a:pt x="12684" y="285676"/>
                    <a:pt x="10071" y="282410"/>
                    <a:pt x="7241" y="276968"/>
                  </a:cubicBezTo>
                  <a:cubicBezTo>
                    <a:pt x="4410" y="271525"/>
                    <a:pt x="1362" y="263687"/>
                    <a:pt x="274" y="254761"/>
                  </a:cubicBezTo>
                  <a:cubicBezTo>
                    <a:pt x="-379" y="248447"/>
                    <a:pt x="56" y="241698"/>
                    <a:pt x="2451" y="234731"/>
                  </a:cubicBezTo>
                  <a:cubicBezTo>
                    <a:pt x="12901" y="204904"/>
                    <a:pt x="44905" y="112811"/>
                    <a:pt x="128072" y="89733"/>
                  </a:cubicBezTo>
                  <a:cubicBezTo>
                    <a:pt x="165084" y="79501"/>
                    <a:pt x="189250" y="78412"/>
                    <a:pt x="206449" y="78412"/>
                  </a:cubicBezTo>
                  <a:cubicBezTo>
                    <a:pt x="219512" y="78412"/>
                    <a:pt x="228874" y="79065"/>
                    <a:pt x="236929" y="77106"/>
                  </a:cubicBezTo>
                  <a:cubicBezTo>
                    <a:pt x="238453" y="76670"/>
                    <a:pt x="239760" y="76235"/>
                    <a:pt x="241284" y="75582"/>
                  </a:cubicBezTo>
                  <a:cubicBezTo>
                    <a:pt x="242808" y="74929"/>
                    <a:pt x="244332" y="74275"/>
                    <a:pt x="245855" y="73187"/>
                  </a:cubicBezTo>
                  <a:lnTo>
                    <a:pt x="246073" y="73187"/>
                  </a:lnTo>
                  <a:cubicBezTo>
                    <a:pt x="247815" y="72098"/>
                    <a:pt x="249774" y="70574"/>
                    <a:pt x="251516" y="68833"/>
                  </a:cubicBezTo>
                  <a:cubicBezTo>
                    <a:pt x="254782" y="65785"/>
                    <a:pt x="257612" y="62954"/>
                    <a:pt x="260007" y="60124"/>
                  </a:cubicBezTo>
                  <a:cubicBezTo>
                    <a:pt x="265014" y="54681"/>
                    <a:pt x="268498" y="49238"/>
                    <a:pt x="271764" y="44231"/>
                  </a:cubicBezTo>
                  <a:lnTo>
                    <a:pt x="271981" y="43795"/>
                  </a:lnTo>
                  <a:cubicBezTo>
                    <a:pt x="279384" y="32039"/>
                    <a:pt x="285262" y="21153"/>
                    <a:pt x="302026" y="10485"/>
                  </a:cubicBezTo>
                  <a:cubicBezTo>
                    <a:pt x="307033" y="7220"/>
                    <a:pt x="312041" y="5042"/>
                    <a:pt x="316830" y="3301"/>
                  </a:cubicBezTo>
                  <a:cubicBezTo>
                    <a:pt x="342303" y="-5626"/>
                    <a:pt x="363857" y="4607"/>
                    <a:pt x="379097" y="21371"/>
                  </a:cubicBezTo>
                  <a:cubicBezTo>
                    <a:pt x="392377" y="45102"/>
                    <a:pt x="393901" y="74275"/>
                    <a:pt x="365163" y="98006"/>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7" name="Google Shape;1467;p49"/>
            <p:cNvSpPr/>
            <p:nvPr/>
          </p:nvSpPr>
          <p:spPr>
            <a:xfrm>
              <a:off x="6394234" y="3596128"/>
              <a:ext cx="61670" cy="68582"/>
            </a:xfrm>
            <a:custGeom>
              <a:avLst/>
              <a:gdLst/>
              <a:ahLst/>
              <a:cxnLst/>
              <a:rect l="l" t="t" r="r" b="b"/>
              <a:pathLst>
                <a:path w="61670" h="68582" extrusionOk="0">
                  <a:moveTo>
                    <a:pt x="52389" y="64771"/>
                  </a:moveTo>
                  <a:cubicBezTo>
                    <a:pt x="40197" y="73480"/>
                    <a:pt x="20603" y="66731"/>
                    <a:pt x="8846" y="49967"/>
                  </a:cubicBezTo>
                  <a:cubicBezTo>
                    <a:pt x="-3128" y="33203"/>
                    <a:pt x="-2910" y="12520"/>
                    <a:pt x="9282" y="3811"/>
                  </a:cubicBezTo>
                  <a:cubicBezTo>
                    <a:pt x="21474" y="-4897"/>
                    <a:pt x="41068" y="1852"/>
                    <a:pt x="52825" y="18616"/>
                  </a:cubicBezTo>
                  <a:cubicBezTo>
                    <a:pt x="64799" y="35380"/>
                    <a:pt x="64581" y="56063"/>
                    <a:pt x="52389" y="64771"/>
                  </a:cubicBezTo>
                  <a:close/>
                </a:path>
              </a:pathLst>
            </a:custGeom>
            <a:solidFill>
              <a:srgbClr val="313835">
                <a:alpha val="144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8" name="Google Shape;1468;p49"/>
            <p:cNvSpPr/>
            <p:nvPr/>
          </p:nvSpPr>
          <p:spPr>
            <a:xfrm>
              <a:off x="6627326" y="3433641"/>
              <a:ext cx="54772" cy="65061"/>
            </a:xfrm>
            <a:custGeom>
              <a:avLst/>
              <a:gdLst/>
              <a:ahLst/>
              <a:cxnLst/>
              <a:rect l="l" t="t" r="r" b="b"/>
              <a:pathLst>
                <a:path w="54772" h="65061" extrusionOk="0">
                  <a:moveTo>
                    <a:pt x="49639" y="58965"/>
                  </a:moveTo>
                  <a:lnTo>
                    <a:pt x="47244" y="61795"/>
                  </a:lnTo>
                  <a:lnTo>
                    <a:pt x="44849" y="64844"/>
                  </a:lnTo>
                  <a:lnTo>
                    <a:pt x="44849" y="65061"/>
                  </a:lnTo>
                  <a:cubicBezTo>
                    <a:pt x="35705" y="11068"/>
                    <a:pt x="1959" y="4537"/>
                    <a:pt x="0" y="4101"/>
                  </a:cubicBezTo>
                  <a:cubicBezTo>
                    <a:pt x="1524" y="3666"/>
                    <a:pt x="2830" y="3230"/>
                    <a:pt x="4354" y="2577"/>
                  </a:cubicBezTo>
                  <a:lnTo>
                    <a:pt x="8926" y="182"/>
                  </a:lnTo>
                  <a:lnTo>
                    <a:pt x="9144" y="182"/>
                  </a:lnTo>
                  <a:cubicBezTo>
                    <a:pt x="9144" y="182"/>
                    <a:pt x="36358" y="-3083"/>
                    <a:pt x="48986" y="18035"/>
                  </a:cubicBezTo>
                  <a:cubicBezTo>
                    <a:pt x="61613" y="39153"/>
                    <a:pt x="49639" y="58965"/>
                    <a:pt x="49639" y="589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9" name="Google Shape;1469;p49"/>
            <p:cNvSpPr/>
            <p:nvPr/>
          </p:nvSpPr>
          <p:spPr>
            <a:xfrm>
              <a:off x="6650403" y="3403858"/>
              <a:ext cx="70541" cy="77644"/>
            </a:xfrm>
            <a:custGeom>
              <a:avLst/>
              <a:gdLst/>
              <a:ahLst/>
              <a:cxnLst/>
              <a:rect l="l" t="t" r="r" b="b"/>
              <a:pathLst>
                <a:path w="70541" h="77644" extrusionOk="0">
                  <a:moveTo>
                    <a:pt x="66621" y="72202"/>
                  </a:moveTo>
                  <a:lnTo>
                    <a:pt x="48986" y="77210"/>
                  </a:lnTo>
                  <a:lnTo>
                    <a:pt x="48550" y="77427"/>
                  </a:lnTo>
                  <a:lnTo>
                    <a:pt x="48115" y="77645"/>
                  </a:lnTo>
                  <a:cubicBezTo>
                    <a:pt x="48115" y="77645"/>
                    <a:pt x="58130" y="56309"/>
                    <a:pt x="42237" y="33884"/>
                  </a:cubicBezTo>
                  <a:cubicBezTo>
                    <a:pt x="26561" y="11460"/>
                    <a:pt x="0" y="17121"/>
                    <a:pt x="0" y="17121"/>
                  </a:cubicBezTo>
                  <a:lnTo>
                    <a:pt x="11757" y="1227"/>
                  </a:lnTo>
                  <a:lnTo>
                    <a:pt x="11974" y="792"/>
                  </a:lnTo>
                  <a:cubicBezTo>
                    <a:pt x="11974" y="792"/>
                    <a:pt x="44196" y="-5957"/>
                    <a:pt x="61178" y="19951"/>
                  </a:cubicBezTo>
                  <a:cubicBezTo>
                    <a:pt x="78377" y="45641"/>
                    <a:pt x="66621" y="72202"/>
                    <a:pt x="66621" y="72202"/>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0" name="Google Shape;1470;p49"/>
            <p:cNvSpPr/>
            <p:nvPr/>
          </p:nvSpPr>
          <p:spPr>
            <a:xfrm>
              <a:off x="5454934" y="3146517"/>
              <a:ext cx="267610" cy="526042"/>
            </a:xfrm>
            <a:custGeom>
              <a:avLst/>
              <a:gdLst/>
              <a:ahLst/>
              <a:cxnLst/>
              <a:rect l="l" t="t" r="r" b="b"/>
              <a:pathLst>
                <a:path w="267610" h="526042" extrusionOk="0">
                  <a:moveTo>
                    <a:pt x="245364" y="482161"/>
                  </a:moveTo>
                  <a:cubicBezTo>
                    <a:pt x="240574" y="496095"/>
                    <a:pt x="230777" y="505675"/>
                    <a:pt x="221633" y="511988"/>
                  </a:cubicBezTo>
                  <a:cubicBezTo>
                    <a:pt x="212271" y="518520"/>
                    <a:pt x="203127" y="521568"/>
                    <a:pt x="199644" y="522656"/>
                  </a:cubicBezTo>
                  <a:cubicBezTo>
                    <a:pt x="199644" y="522656"/>
                    <a:pt x="170906" y="532236"/>
                    <a:pt x="145651" y="519173"/>
                  </a:cubicBezTo>
                  <a:lnTo>
                    <a:pt x="145651" y="519173"/>
                  </a:lnTo>
                  <a:cubicBezTo>
                    <a:pt x="145651" y="519173"/>
                    <a:pt x="145651" y="519173"/>
                    <a:pt x="145433" y="518955"/>
                  </a:cubicBezTo>
                  <a:cubicBezTo>
                    <a:pt x="142821" y="517649"/>
                    <a:pt x="140208" y="515907"/>
                    <a:pt x="137595" y="513948"/>
                  </a:cubicBezTo>
                  <a:cubicBezTo>
                    <a:pt x="107986" y="490217"/>
                    <a:pt x="16111" y="417283"/>
                    <a:pt x="23078" y="313868"/>
                  </a:cubicBezTo>
                  <a:cubicBezTo>
                    <a:pt x="26343" y="264012"/>
                    <a:pt x="35705" y="235709"/>
                    <a:pt x="42890" y="215897"/>
                  </a:cubicBezTo>
                  <a:cubicBezTo>
                    <a:pt x="47462" y="203269"/>
                    <a:pt x="51163" y="194126"/>
                    <a:pt x="51816" y="185199"/>
                  </a:cubicBezTo>
                  <a:cubicBezTo>
                    <a:pt x="52034" y="183457"/>
                    <a:pt x="52034" y="181716"/>
                    <a:pt x="51816" y="179756"/>
                  </a:cubicBezTo>
                  <a:cubicBezTo>
                    <a:pt x="51598" y="175184"/>
                    <a:pt x="50510" y="170612"/>
                    <a:pt x="48332" y="165387"/>
                  </a:cubicBezTo>
                  <a:cubicBezTo>
                    <a:pt x="32657" y="127940"/>
                    <a:pt x="11539" y="123586"/>
                    <a:pt x="2177" y="84615"/>
                  </a:cubicBezTo>
                  <a:cubicBezTo>
                    <a:pt x="653" y="77648"/>
                    <a:pt x="0" y="71117"/>
                    <a:pt x="0" y="65021"/>
                  </a:cubicBezTo>
                  <a:cubicBezTo>
                    <a:pt x="0" y="32581"/>
                    <a:pt x="20030" y="12116"/>
                    <a:pt x="45284" y="1448"/>
                  </a:cubicBezTo>
                  <a:cubicBezTo>
                    <a:pt x="77289" y="-4212"/>
                    <a:pt x="111034" y="5803"/>
                    <a:pt x="126710" y="47821"/>
                  </a:cubicBezTo>
                  <a:cubicBezTo>
                    <a:pt x="139990" y="85486"/>
                    <a:pt x="124532" y="100726"/>
                    <a:pt x="131717" y="140568"/>
                  </a:cubicBezTo>
                  <a:cubicBezTo>
                    <a:pt x="132588" y="145793"/>
                    <a:pt x="134112" y="150147"/>
                    <a:pt x="136289" y="154066"/>
                  </a:cubicBezTo>
                  <a:cubicBezTo>
                    <a:pt x="136942" y="155372"/>
                    <a:pt x="137813" y="156896"/>
                    <a:pt x="138684" y="157985"/>
                  </a:cubicBezTo>
                  <a:lnTo>
                    <a:pt x="138902" y="158203"/>
                  </a:lnTo>
                  <a:cubicBezTo>
                    <a:pt x="141950" y="162557"/>
                    <a:pt x="146086" y="166258"/>
                    <a:pt x="151094" y="170395"/>
                  </a:cubicBezTo>
                  <a:cubicBezTo>
                    <a:pt x="151094" y="170395"/>
                    <a:pt x="151311" y="170612"/>
                    <a:pt x="151747" y="170830"/>
                  </a:cubicBezTo>
                  <a:cubicBezTo>
                    <a:pt x="151964" y="171048"/>
                    <a:pt x="152400" y="171266"/>
                    <a:pt x="152618" y="171483"/>
                  </a:cubicBezTo>
                  <a:cubicBezTo>
                    <a:pt x="154142" y="172789"/>
                    <a:pt x="156101" y="174314"/>
                    <a:pt x="157843" y="175620"/>
                  </a:cubicBezTo>
                  <a:cubicBezTo>
                    <a:pt x="158278" y="176055"/>
                    <a:pt x="158714" y="176273"/>
                    <a:pt x="159149" y="176708"/>
                  </a:cubicBezTo>
                  <a:cubicBezTo>
                    <a:pt x="176131" y="189554"/>
                    <a:pt x="200950" y="207841"/>
                    <a:pt x="233172" y="251384"/>
                  </a:cubicBezTo>
                  <a:cubicBezTo>
                    <a:pt x="294785" y="335204"/>
                    <a:pt x="257338" y="446238"/>
                    <a:pt x="245364" y="482161"/>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1" name="Google Shape;1471;p49"/>
            <p:cNvSpPr/>
            <p:nvPr/>
          </p:nvSpPr>
          <p:spPr>
            <a:xfrm rot="-967356">
              <a:off x="5600098" y="3605536"/>
              <a:ext cx="89635" cy="64833"/>
            </a:xfrm>
            <a:custGeom>
              <a:avLst/>
              <a:gdLst/>
              <a:ahLst/>
              <a:cxnLst/>
              <a:rect l="l" t="t" r="r" b="b"/>
              <a:pathLst>
                <a:path w="89698" h="64878" extrusionOk="0">
                  <a:moveTo>
                    <a:pt x="89698" y="32439"/>
                  </a:moveTo>
                  <a:cubicBezTo>
                    <a:pt x="89698" y="50355"/>
                    <a:pt x="69619" y="64879"/>
                    <a:pt x="44849" y="64879"/>
                  </a:cubicBezTo>
                  <a:cubicBezTo>
                    <a:pt x="20080" y="64879"/>
                    <a:pt x="0" y="50355"/>
                    <a:pt x="0" y="32439"/>
                  </a:cubicBezTo>
                  <a:cubicBezTo>
                    <a:pt x="0" y="14524"/>
                    <a:pt x="20080" y="0"/>
                    <a:pt x="44849" y="0"/>
                  </a:cubicBezTo>
                  <a:cubicBezTo>
                    <a:pt x="69619" y="0"/>
                    <a:pt x="89698" y="14523"/>
                    <a:pt x="89698" y="32439"/>
                  </a:cubicBezTo>
                  <a:close/>
                </a:path>
              </a:pathLst>
            </a:custGeom>
            <a:solidFill>
              <a:srgbClr val="313835">
                <a:alpha val="1447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2" name="Google Shape;1472;p49"/>
            <p:cNvSpPr/>
            <p:nvPr/>
          </p:nvSpPr>
          <p:spPr>
            <a:xfrm>
              <a:off x="5505880" y="3281461"/>
              <a:ext cx="87521" cy="50472"/>
            </a:xfrm>
            <a:custGeom>
              <a:avLst/>
              <a:gdLst/>
              <a:ahLst/>
              <a:cxnLst/>
              <a:rect l="l" t="t" r="r" b="b"/>
              <a:pathLst>
                <a:path w="87521" h="50472" extrusionOk="0">
                  <a:moveTo>
                    <a:pt x="87521" y="23694"/>
                  </a:moveTo>
                  <a:cubicBezTo>
                    <a:pt x="22642" y="12591"/>
                    <a:pt x="1742" y="48296"/>
                    <a:pt x="871" y="50473"/>
                  </a:cubicBezTo>
                  <a:cubicBezTo>
                    <a:pt x="1089" y="48731"/>
                    <a:pt x="1089" y="46989"/>
                    <a:pt x="871" y="45030"/>
                  </a:cubicBezTo>
                  <a:lnTo>
                    <a:pt x="0" y="38499"/>
                  </a:lnTo>
                  <a:cubicBezTo>
                    <a:pt x="0" y="38499"/>
                    <a:pt x="7838" y="6930"/>
                    <a:pt x="36794" y="1052"/>
                  </a:cubicBezTo>
                  <a:cubicBezTo>
                    <a:pt x="65750" y="-4827"/>
                    <a:pt x="82731" y="15856"/>
                    <a:pt x="82731" y="15856"/>
                  </a:cubicBezTo>
                  <a:lnTo>
                    <a:pt x="87521" y="23694"/>
                  </a:lnTo>
                  <a:lnTo>
                    <a:pt x="87521" y="23694"/>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3" name="Google Shape;1473;p49"/>
            <p:cNvSpPr/>
            <p:nvPr/>
          </p:nvSpPr>
          <p:spPr>
            <a:xfrm>
              <a:off x="5482584" y="3228689"/>
              <a:ext cx="102978" cy="70152"/>
            </a:xfrm>
            <a:custGeom>
              <a:avLst/>
              <a:gdLst/>
              <a:ahLst/>
              <a:cxnLst/>
              <a:rect l="l" t="t" r="r" b="b"/>
              <a:pathLst>
                <a:path w="102978" h="70152" extrusionOk="0">
                  <a:moveTo>
                    <a:pt x="13934" y="70152"/>
                  </a:moveTo>
                  <a:cubicBezTo>
                    <a:pt x="13934" y="70152"/>
                    <a:pt x="17853" y="37931"/>
                    <a:pt x="49639" y="29004"/>
                  </a:cubicBezTo>
                  <a:cubicBezTo>
                    <a:pt x="81425" y="20078"/>
                    <a:pt x="101673" y="39890"/>
                    <a:pt x="101673" y="39890"/>
                  </a:cubicBezTo>
                  <a:lnTo>
                    <a:pt x="102979" y="16812"/>
                  </a:lnTo>
                  <a:cubicBezTo>
                    <a:pt x="102979" y="16812"/>
                    <a:pt x="77506" y="-6919"/>
                    <a:pt x="41366" y="2008"/>
                  </a:cubicBezTo>
                  <a:cubicBezTo>
                    <a:pt x="5225" y="10934"/>
                    <a:pt x="0" y="50123"/>
                    <a:pt x="0" y="50123"/>
                  </a:cubicBezTo>
                  <a:lnTo>
                    <a:pt x="13934" y="70152"/>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4" name="Google Shape;1474;p49"/>
            <p:cNvSpPr/>
            <p:nvPr/>
          </p:nvSpPr>
          <p:spPr>
            <a:xfrm rot="-2700000">
              <a:off x="5676265" y="3247605"/>
              <a:ext cx="733227" cy="733227"/>
            </a:xfrm>
            <a:custGeom>
              <a:avLst/>
              <a:gdLst/>
              <a:ahLst/>
              <a:cxnLst/>
              <a:rect l="l" t="t" r="r" b="b"/>
              <a:pathLst>
                <a:path w="732819" h="732819" extrusionOk="0">
                  <a:moveTo>
                    <a:pt x="732819" y="366410"/>
                  </a:moveTo>
                  <a:cubicBezTo>
                    <a:pt x="732819" y="568772"/>
                    <a:pt x="568772" y="732819"/>
                    <a:pt x="366410" y="732819"/>
                  </a:cubicBezTo>
                  <a:cubicBezTo>
                    <a:pt x="164047" y="732819"/>
                    <a:pt x="0" y="568772"/>
                    <a:pt x="0" y="366410"/>
                  </a:cubicBezTo>
                  <a:cubicBezTo>
                    <a:pt x="0" y="164047"/>
                    <a:pt x="164047" y="0"/>
                    <a:pt x="366410" y="0"/>
                  </a:cubicBezTo>
                  <a:cubicBezTo>
                    <a:pt x="568772" y="0"/>
                    <a:pt x="732819" y="164047"/>
                    <a:pt x="732819" y="366410"/>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5" name="Google Shape;1475;p49"/>
            <p:cNvSpPr/>
            <p:nvPr/>
          </p:nvSpPr>
          <p:spPr>
            <a:xfrm>
              <a:off x="6263107" y="3454425"/>
              <a:ext cx="59807" cy="88705"/>
            </a:xfrm>
            <a:custGeom>
              <a:avLst/>
              <a:gdLst/>
              <a:ahLst/>
              <a:cxnLst/>
              <a:rect l="l" t="t" r="r" b="b"/>
              <a:pathLst>
                <a:path w="59807" h="88705" extrusionOk="0">
                  <a:moveTo>
                    <a:pt x="4773" y="53857"/>
                  </a:moveTo>
                  <a:cubicBezTo>
                    <a:pt x="2595" y="47761"/>
                    <a:pt x="1071" y="41665"/>
                    <a:pt x="418" y="35787"/>
                  </a:cubicBezTo>
                  <a:cubicBezTo>
                    <a:pt x="-1541" y="19023"/>
                    <a:pt x="3466" y="4871"/>
                    <a:pt x="13699" y="952"/>
                  </a:cubicBezTo>
                  <a:cubicBezTo>
                    <a:pt x="27633" y="-4055"/>
                    <a:pt x="45921" y="11185"/>
                    <a:pt x="55065" y="34916"/>
                  </a:cubicBezTo>
                  <a:cubicBezTo>
                    <a:pt x="60943" y="50591"/>
                    <a:pt x="61161" y="66267"/>
                    <a:pt x="56806" y="76499"/>
                  </a:cubicBezTo>
                  <a:cubicBezTo>
                    <a:pt x="54411" y="81942"/>
                    <a:pt x="50928" y="85861"/>
                    <a:pt x="46138" y="87603"/>
                  </a:cubicBezTo>
                  <a:cubicBezTo>
                    <a:pt x="31987" y="93046"/>
                    <a:pt x="13699" y="77806"/>
                    <a:pt x="4773" y="5385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6" name="Google Shape;1476;p49"/>
            <p:cNvSpPr/>
            <p:nvPr/>
          </p:nvSpPr>
          <p:spPr>
            <a:xfrm>
              <a:off x="6268359" y="3718747"/>
              <a:ext cx="47011" cy="70616"/>
            </a:xfrm>
            <a:custGeom>
              <a:avLst/>
              <a:gdLst/>
              <a:ahLst/>
              <a:cxnLst/>
              <a:rect l="l" t="t" r="r" b="b"/>
              <a:pathLst>
                <a:path w="47011" h="70616" extrusionOk="0">
                  <a:moveTo>
                    <a:pt x="14325" y="70169"/>
                  </a:moveTo>
                  <a:cubicBezTo>
                    <a:pt x="2786" y="67121"/>
                    <a:pt x="-2657" y="50357"/>
                    <a:pt x="1262" y="32069"/>
                  </a:cubicBezTo>
                  <a:cubicBezTo>
                    <a:pt x="1480" y="31198"/>
                    <a:pt x="1697" y="30327"/>
                    <a:pt x="1915" y="29456"/>
                  </a:cubicBezTo>
                  <a:cubicBezTo>
                    <a:pt x="7140" y="10298"/>
                    <a:pt x="20856" y="-2765"/>
                    <a:pt x="32831" y="501"/>
                  </a:cubicBezTo>
                  <a:cubicBezTo>
                    <a:pt x="37620" y="1807"/>
                    <a:pt x="41539" y="5726"/>
                    <a:pt x="43934" y="10951"/>
                  </a:cubicBezTo>
                  <a:cubicBezTo>
                    <a:pt x="47417" y="18571"/>
                    <a:pt x="48071" y="29674"/>
                    <a:pt x="45240" y="40995"/>
                  </a:cubicBezTo>
                  <a:cubicBezTo>
                    <a:pt x="40233" y="60372"/>
                    <a:pt x="26299" y="73217"/>
                    <a:pt x="14325" y="7016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77" name="Google Shape;1477;p49"/>
            <p:cNvSpPr/>
            <p:nvPr/>
          </p:nvSpPr>
          <p:spPr>
            <a:xfrm>
              <a:off x="6331273" y="3685396"/>
              <a:ext cx="40330" cy="70098"/>
            </a:xfrm>
            <a:custGeom>
              <a:avLst/>
              <a:gdLst/>
              <a:ahLst/>
              <a:cxnLst/>
              <a:rect l="l" t="t" r="r" b="b"/>
              <a:pathLst>
                <a:path w="40330" h="70098" extrusionOk="0">
                  <a:moveTo>
                    <a:pt x="10847" y="69774"/>
                  </a:moveTo>
                  <a:cubicBezTo>
                    <a:pt x="3009" y="67597"/>
                    <a:pt x="-910" y="56058"/>
                    <a:pt x="179" y="41907"/>
                  </a:cubicBezTo>
                  <a:cubicBezTo>
                    <a:pt x="397" y="38206"/>
                    <a:pt x="1267" y="34287"/>
                    <a:pt x="2138" y="30368"/>
                  </a:cubicBezTo>
                  <a:cubicBezTo>
                    <a:pt x="7146" y="11209"/>
                    <a:pt x="19338" y="-2289"/>
                    <a:pt x="29353" y="324"/>
                  </a:cubicBezTo>
                  <a:cubicBezTo>
                    <a:pt x="30006" y="541"/>
                    <a:pt x="30659" y="759"/>
                    <a:pt x="31312" y="1194"/>
                  </a:cubicBezTo>
                  <a:cubicBezTo>
                    <a:pt x="39803" y="5549"/>
                    <a:pt x="42851" y="22095"/>
                    <a:pt x="38061" y="39947"/>
                  </a:cubicBezTo>
                  <a:cubicBezTo>
                    <a:pt x="32836" y="58889"/>
                    <a:pt x="20644" y="72387"/>
                    <a:pt x="10847" y="6977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478" name="Google Shape;1478;p49"/>
          <p:cNvGrpSpPr/>
          <p:nvPr/>
        </p:nvGrpSpPr>
        <p:grpSpPr>
          <a:xfrm>
            <a:off x="3352797" y="2916195"/>
            <a:ext cx="1724467" cy="1692297"/>
            <a:chOff x="2128797" y="3049345"/>
            <a:chExt cx="1724467" cy="1692297"/>
          </a:xfrm>
        </p:grpSpPr>
        <p:sp>
          <p:nvSpPr>
            <p:cNvPr id="1479" name="Google Shape;1479;p49"/>
            <p:cNvSpPr/>
            <p:nvPr/>
          </p:nvSpPr>
          <p:spPr>
            <a:xfrm>
              <a:off x="2776618" y="3049345"/>
              <a:ext cx="347317" cy="864465"/>
            </a:xfrm>
            <a:custGeom>
              <a:avLst/>
              <a:gdLst/>
              <a:ahLst/>
              <a:cxnLst/>
              <a:rect l="l" t="t" r="r" b="b"/>
              <a:pathLst>
                <a:path w="347317" h="864465" extrusionOk="0">
                  <a:moveTo>
                    <a:pt x="340678" y="122059"/>
                  </a:moveTo>
                  <a:cubicBezTo>
                    <a:pt x="339589" y="125978"/>
                    <a:pt x="338065" y="129897"/>
                    <a:pt x="336541" y="134251"/>
                  </a:cubicBezTo>
                  <a:cubicBezTo>
                    <a:pt x="328268" y="154499"/>
                    <a:pt x="319995" y="172351"/>
                    <a:pt x="312593" y="188898"/>
                  </a:cubicBezTo>
                  <a:cubicBezTo>
                    <a:pt x="305408" y="204791"/>
                    <a:pt x="298659" y="219378"/>
                    <a:pt x="292999" y="233311"/>
                  </a:cubicBezTo>
                  <a:cubicBezTo>
                    <a:pt x="286467" y="249204"/>
                    <a:pt x="281242" y="264662"/>
                    <a:pt x="277976" y="280338"/>
                  </a:cubicBezTo>
                  <a:cubicBezTo>
                    <a:pt x="274711" y="295578"/>
                    <a:pt x="273187" y="311253"/>
                    <a:pt x="274057" y="328235"/>
                  </a:cubicBezTo>
                  <a:cubicBezTo>
                    <a:pt x="275364" y="356320"/>
                    <a:pt x="282766" y="388324"/>
                    <a:pt x="299095" y="428819"/>
                  </a:cubicBezTo>
                  <a:cubicBezTo>
                    <a:pt x="340678" y="543989"/>
                    <a:pt x="329139" y="701832"/>
                    <a:pt x="165418" y="864465"/>
                  </a:cubicBezTo>
                  <a:lnTo>
                    <a:pt x="58520" y="841605"/>
                  </a:lnTo>
                  <a:lnTo>
                    <a:pt x="41756" y="838122"/>
                  </a:lnTo>
                  <a:cubicBezTo>
                    <a:pt x="-41628" y="622802"/>
                    <a:pt x="11930" y="474103"/>
                    <a:pt x="96838" y="385711"/>
                  </a:cubicBezTo>
                  <a:cubicBezTo>
                    <a:pt x="128189" y="355449"/>
                    <a:pt x="148219" y="329106"/>
                    <a:pt x="160846" y="304068"/>
                  </a:cubicBezTo>
                  <a:cubicBezTo>
                    <a:pt x="168466" y="288828"/>
                    <a:pt x="173474" y="274024"/>
                    <a:pt x="176739" y="258784"/>
                  </a:cubicBezTo>
                  <a:cubicBezTo>
                    <a:pt x="180223" y="242891"/>
                    <a:pt x="181529" y="226780"/>
                    <a:pt x="182182" y="209581"/>
                  </a:cubicBezTo>
                  <a:cubicBezTo>
                    <a:pt x="182617" y="194341"/>
                    <a:pt x="182400" y="178447"/>
                    <a:pt x="182400" y="161030"/>
                  </a:cubicBezTo>
                  <a:cubicBezTo>
                    <a:pt x="182182" y="142742"/>
                    <a:pt x="181964" y="123148"/>
                    <a:pt x="182617" y="101376"/>
                  </a:cubicBezTo>
                  <a:cubicBezTo>
                    <a:pt x="190673" y="-19890"/>
                    <a:pt x="284508" y="1446"/>
                    <a:pt x="284508" y="1446"/>
                  </a:cubicBezTo>
                  <a:cubicBezTo>
                    <a:pt x="284508" y="1446"/>
                    <a:pt x="371594" y="18863"/>
                    <a:pt x="340678" y="122059"/>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0" name="Google Shape;1480;p49"/>
            <p:cNvSpPr/>
            <p:nvPr/>
          </p:nvSpPr>
          <p:spPr>
            <a:xfrm>
              <a:off x="2958365" y="3210375"/>
              <a:ext cx="130628" cy="72063"/>
            </a:xfrm>
            <a:custGeom>
              <a:avLst/>
              <a:gdLst/>
              <a:ahLst/>
              <a:cxnLst/>
              <a:rect l="l" t="t" r="r" b="b"/>
              <a:pathLst>
                <a:path w="130628" h="72063" extrusionOk="0">
                  <a:moveTo>
                    <a:pt x="130629" y="27650"/>
                  </a:moveTo>
                  <a:cubicBezTo>
                    <a:pt x="123444" y="43543"/>
                    <a:pt x="116695" y="58130"/>
                    <a:pt x="111034" y="72064"/>
                  </a:cubicBezTo>
                  <a:lnTo>
                    <a:pt x="0" y="48550"/>
                  </a:lnTo>
                  <a:cubicBezTo>
                    <a:pt x="435" y="33310"/>
                    <a:pt x="218" y="17417"/>
                    <a:pt x="218" y="0"/>
                  </a:cubicBezTo>
                  <a:lnTo>
                    <a:pt x="130629" y="2765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1" name="Google Shape;1481;p49"/>
            <p:cNvSpPr/>
            <p:nvPr/>
          </p:nvSpPr>
          <p:spPr>
            <a:xfrm>
              <a:off x="2937246" y="3307911"/>
              <a:ext cx="117348" cy="69450"/>
            </a:xfrm>
            <a:custGeom>
              <a:avLst/>
              <a:gdLst/>
              <a:ahLst/>
              <a:cxnLst/>
              <a:rect l="l" t="t" r="r" b="b"/>
              <a:pathLst>
                <a:path w="117348" h="69450" extrusionOk="0">
                  <a:moveTo>
                    <a:pt x="113211" y="69451"/>
                  </a:moveTo>
                  <a:lnTo>
                    <a:pt x="0" y="45285"/>
                  </a:lnTo>
                  <a:cubicBezTo>
                    <a:pt x="7620" y="30045"/>
                    <a:pt x="12627" y="15240"/>
                    <a:pt x="15893" y="0"/>
                  </a:cubicBezTo>
                  <a:lnTo>
                    <a:pt x="117348" y="21554"/>
                  </a:lnTo>
                  <a:cubicBezTo>
                    <a:pt x="113865" y="36793"/>
                    <a:pt x="112341" y="52469"/>
                    <a:pt x="113211" y="69451"/>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2" name="Google Shape;1482;p49"/>
            <p:cNvSpPr/>
            <p:nvPr/>
          </p:nvSpPr>
          <p:spPr>
            <a:xfrm>
              <a:off x="2817893" y="3883461"/>
              <a:ext cx="123971" cy="33701"/>
            </a:xfrm>
            <a:custGeom>
              <a:avLst/>
              <a:gdLst/>
              <a:ahLst/>
              <a:cxnLst/>
              <a:rect l="l" t="t" r="r" b="b"/>
              <a:pathLst>
                <a:path w="123971" h="33701" extrusionOk="0">
                  <a:moveTo>
                    <a:pt x="123925" y="29914"/>
                  </a:moveTo>
                  <a:cubicBezTo>
                    <a:pt x="122619" y="35792"/>
                    <a:pt x="93881" y="34704"/>
                    <a:pt x="59699" y="27519"/>
                  </a:cubicBezTo>
                  <a:cubicBezTo>
                    <a:pt x="25518" y="20334"/>
                    <a:pt x="-1261" y="9667"/>
                    <a:pt x="46" y="3788"/>
                  </a:cubicBezTo>
                  <a:cubicBezTo>
                    <a:pt x="1352" y="-2090"/>
                    <a:pt x="30090" y="-1002"/>
                    <a:pt x="64272" y="6183"/>
                  </a:cubicBezTo>
                  <a:cubicBezTo>
                    <a:pt x="98453" y="13368"/>
                    <a:pt x="125232" y="24035"/>
                    <a:pt x="123925" y="29914"/>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3" name="Google Shape;1483;p49"/>
            <p:cNvSpPr/>
            <p:nvPr/>
          </p:nvSpPr>
          <p:spPr>
            <a:xfrm>
              <a:off x="2817893" y="3883461"/>
              <a:ext cx="123971" cy="33701"/>
            </a:xfrm>
            <a:custGeom>
              <a:avLst/>
              <a:gdLst/>
              <a:ahLst/>
              <a:cxnLst/>
              <a:rect l="l" t="t" r="r" b="b"/>
              <a:pathLst>
                <a:path w="123971" h="33701" extrusionOk="0">
                  <a:moveTo>
                    <a:pt x="123925" y="29914"/>
                  </a:moveTo>
                  <a:cubicBezTo>
                    <a:pt x="122619" y="35792"/>
                    <a:pt x="93881" y="34704"/>
                    <a:pt x="59699" y="27519"/>
                  </a:cubicBezTo>
                  <a:cubicBezTo>
                    <a:pt x="25518" y="20334"/>
                    <a:pt x="-1261" y="9667"/>
                    <a:pt x="46" y="3788"/>
                  </a:cubicBezTo>
                  <a:cubicBezTo>
                    <a:pt x="1352" y="-2090"/>
                    <a:pt x="30090" y="-1002"/>
                    <a:pt x="64272" y="6183"/>
                  </a:cubicBezTo>
                  <a:cubicBezTo>
                    <a:pt x="98453" y="13368"/>
                    <a:pt x="125232" y="24035"/>
                    <a:pt x="123925" y="29914"/>
                  </a:cubicBezTo>
                  <a:close/>
                </a:path>
              </a:pathLst>
            </a:custGeom>
            <a:solidFill>
              <a:srgbClr val="272525">
                <a:alpha val="2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4" name="Google Shape;1484;p49"/>
            <p:cNvSpPr/>
            <p:nvPr/>
          </p:nvSpPr>
          <p:spPr>
            <a:xfrm>
              <a:off x="3138196" y="4050693"/>
              <a:ext cx="715068" cy="421639"/>
            </a:xfrm>
            <a:custGeom>
              <a:avLst/>
              <a:gdLst/>
              <a:ahLst/>
              <a:cxnLst/>
              <a:rect l="l" t="t" r="r" b="b"/>
              <a:pathLst>
                <a:path w="715068" h="421639" extrusionOk="0">
                  <a:moveTo>
                    <a:pt x="654885" y="143098"/>
                  </a:moveTo>
                  <a:cubicBezTo>
                    <a:pt x="651619" y="144404"/>
                    <a:pt x="648135" y="145493"/>
                    <a:pt x="644434" y="146799"/>
                  </a:cubicBezTo>
                  <a:cubicBezTo>
                    <a:pt x="626146" y="151806"/>
                    <a:pt x="609382" y="155507"/>
                    <a:pt x="593925" y="159209"/>
                  </a:cubicBezTo>
                  <a:cubicBezTo>
                    <a:pt x="579120" y="162692"/>
                    <a:pt x="565404" y="165740"/>
                    <a:pt x="552777" y="169223"/>
                  </a:cubicBezTo>
                  <a:cubicBezTo>
                    <a:pt x="538190" y="173142"/>
                    <a:pt x="524691" y="177714"/>
                    <a:pt x="512064" y="183810"/>
                  </a:cubicBezTo>
                  <a:cubicBezTo>
                    <a:pt x="499872" y="189689"/>
                    <a:pt x="488115" y="196873"/>
                    <a:pt x="476794" y="206453"/>
                  </a:cubicBezTo>
                  <a:cubicBezTo>
                    <a:pt x="457853" y="222346"/>
                    <a:pt x="439783" y="244553"/>
                    <a:pt x="420406" y="277210"/>
                  </a:cubicBezTo>
                  <a:cubicBezTo>
                    <a:pt x="362712" y="367126"/>
                    <a:pt x="247323" y="443108"/>
                    <a:pt x="47679" y="416112"/>
                  </a:cubicBezTo>
                  <a:lnTo>
                    <a:pt x="6531" y="329897"/>
                  </a:lnTo>
                  <a:lnTo>
                    <a:pt x="0" y="316398"/>
                  </a:lnTo>
                  <a:cubicBezTo>
                    <a:pt x="104721" y="144186"/>
                    <a:pt x="236220" y="102385"/>
                    <a:pt x="342465" y="114141"/>
                  </a:cubicBezTo>
                  <a:cubicBezTo>
                    <a:pt x="380129" y="119802"/>
                    <a:pt x="408867" y="119584"/>
                    <a:pt x="433034" y="115013"/>
                  </a:cubicBezTo>
                  <a:cubicBezTo>
                    <a:pt x="447621" y="112182"/>
                    <a:pt x="460683" y="107828"/>
                    <a:pt x="472875" y="101950"/>
                  </a:cubicBezTo>
                  <a:cubicBezTo>
                    <a:pt x="485721" y="95854"/>
                    <a:pt x="497695" y="88234"/>
                    <a:pt x="509887" y="79525"/>
                  </a:cubicBezTo>
                  <a:cubicBezTo>
                    <a:pt x="520555" y="71687"/>
                    <a:pt x="531658" y="63197"/>
                    <a:pt x="543633" y="53835"/>
                  </a:cubicBezTo>
                  <a:cubicBezTo>
                    <a:pt x="556042" y="44038"/>
                    <a:pt x="569541" y="33370"/>
                    <a:pt x="584998" y="22266"/>
                  </a:cubicBezTo>
                  <a:cubicBezTo>
                    <a:pt x="673173" y="-36517"/>
                    <a:pt x="708442" y="39683"/>
                    <a:pt x="708442" y="39683"/>
                  </a:cubicBezTo>
                  <a:cubicBezTo>
                    <a:pt x="708442" y="39683"/>
                    <a:pt x="742841" y="109570"/>
                    <a:pt x="654885" y="143098"/>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5" name="Google Shape;1485;p49"/>
            <p:cNvSpPr/>
            <p:nvPr/>
          </p:nvSpPr>
          <p:spPr>
            <a:xfrm>
              <a:off x="3648301" y="4104528"/>
              <a:ext cx="83819" cy="115171"/>
            </a:xfrm>
            <a:custGeom>
              <a:avLst/>
              <a:gdLst/>
              <a:ahLst/>
              <a:cxnLst/>
              <a:rect l="l" t="t" r="r" b="b"/>
              <a:pathLst>
                <a:path w="83819" h="115171" extrusionOk="0">
                  <a:moveTo>
                    <a:pt x="83820" y="105156"/>
                  </a:moveTo>
                  <a:cubicBezTo>
                    <a:pt x="69015" y="108640"/>
                    <a:pt x="55299" y="111688"/>
                    <a:pt x="42672" y="115171"/>
                  </a:cubicBezTo>
                  <a:lnTo>
                    <a:pt x="0" y="25690"/>
                  </a:lnTo>
                  <a:cubicBezTo>
                    <a:pt x="10668" y="17852"/>
                    <a:pt x="21771" y="9362"/>
                    <a:pt x="33746" y="0"/>
                  </a:cubicBezTo>
                  <a:lnTo>
                    <a:pt x="83820" y="105156"/>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6" name="Google Shape;1486;p49"/>
            <p:cNvSpPr/>
            <p:nvPr/>
          </p:nvSpPr>
          <p:spPr>
            <a:xfrm>
              <a:off x="3571448" y="4152643"/>
              <a:ext cx="78812" cy="104284"/>
            </a:xfrm>
            <a:custGeom>
              <a:avLst/>
              <a:gdLst/>
              <a:ahLst/>
              <a:cxnLst/>
              <a:rect l="l" t="t" r="r" b="b"/>
              <a:pathLst>
                <a:path w="78812" h="104284" extrusionOk="0">
                  <a:moveTo>
                    <a:pt x="43543" y="104285"/>
                  </a:moveTo>
                  <a:lnTo>
                    <a:pt x="0" y="13063"/>
                  </a:lnTo>
                  <a:cubicBezTo>
                    <a:pt x="14587" y="10232"/>
                    <a:pt x="27432" y="5878"/>
                    <a:pt x="39842" y="0"/>
                  </a:cubicBezTo>
                  <a:lnTo>
                    <a:pt x="78813" y="81643"/>
                  </a:lnTo>
                  <a:cubicBezTo>
                    <a:pt x="66403" y="87303"/>
                    <a:pt x="54864" y="94706"/>
                    <a:pt x="43543" y="10428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7" name="Google Shape;1487;p49"/>
            <p:cNvSpPr/>
            <p:nvPr/>
          </p:nvSpPr>
          <p:spPr>
            <a:xfrm>
              <a:off x="3136875" y="4366715"/>
              <a:ext cx="50647" cy="100030"/>
            </a:xfrm>
            <a:custGeom>
              <a:avLst/>
              <a:gdLst/>
              <a:ahLst/>
              <a:cxnLst/>
              <a:rect l="l" t="t" r="r" b="b"/>
              <a:pathLst>
                <a:path w="50647" h="100030" extrusionOk="0">
                  <a:moveTo>
                    <a:pt x="49219" y="99872"/>
                  </a:moveTo>
                  <a:cubicBezTo>
                    <a:pt x="44429" y="102049"/>
                    <a:pt x="29842" y="81584"/>
                    <a:pt x="16779" y="54152"/>
                  </a:cubicBezTo>
                  <a:cubicBezTo>
                    <a:pt x="3499" y="26720"/>
                    <a:pt x="-3250" y="2554"/>
                    <a:pt x="1539" y="159"/>
                  </a:cubicBezTo>
                  <a:cubicBezTo>
                    <a:pt x="6329" y="-2018"/>
                    <a:pt x="20916" y="18447"/>
                    <a:pt x="33979" y="45879"/>
                  </a:cubicBezTo>
                  <a:cubicBezTo>
                    <a:pt x="47041" y="73528"/>
                    <a:pt x="53791" y="97695"/>
                    <a:pt x="49219" y="99872"/>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8" name="Google Shape;1488;p49"/>
            <p:cNvSpPr/>
            <p:nvPr/>
          </p:nvSpPr>
          <p:spPr>
            <a:xfrm>
              <a:off x="3033510" y="3617728"/>
              <a:ext cx="436795" cy="349422"/>
            </a:xfrm>
            <a:custGeom>
              <a:avLst/>
              <a:gdLst/>
              <a:ahLst/>
              <a:cxnLst/>
              <a:rect l="l" t="t" r="r" b="b"/>
              <a:pathLst>
                <a:path w="436795" h="349422" extrusionOk="0">
                  <a:moveTo>
                    <a:pt x="410793" y="110372"/>
                  </a:moveTo>
                  <a:cubicBezTo>
                    <a:pt x="394247" y="123435"/>
                    <a:pt x="381402" y="126482"/>
                    <a:pt x="367468" y="129748"/>
                  </a:cubicBezTo>
                  <a:cubicBezTo>
                    <a:pt x="361154" y="131272"/>
                    <a:pt x="354623" y="132796"/>
                    <a:pt x="347656" y="135409"/>
                  </a:cubicBezTo>
                  <a:lnTo>
                    <a:pt x="347221" y="135626"/>
                  </a:lnTo>
                  <a:cubicBezTo>
                    <a:pt x="341995" y="137586"/>
                    <a:pt x="336553" y="139980"/>
                    <a:pt x="330457" y="143464"/>
                  </a:cubicBezTo>
                  <a:cubicBezTo>
                    <a:pt x="326102" y="145859"/>
                    <a:pt x="322619" y="148472"/>
                    <a:pt x="319789" y="151519"/>
                  </a:cubicBezTo>
                  <a:lnTo>
                    <a:pt x="316958" y="154785"/>
                  </a:lnTo>
                  <a:lnTo>
                    <a:pt x="316958" y="155003"/>
                  </a:lnTo>
                  <a:cubicBezTo>
                    <a:pt x="315870" y="156527"/>
                    <a:pt x="314781" y="158269"/>
                    <a:pt x="314128" y="160011"/>
                  </a:cubicBezTo>
                  <a:cubicBezTo>
                    <a:pt x="311733" y="164582"/>
                    <a:pt x="309774" y="170243"/>
                    <a:pt x="307814" y="176557"/>
                  </a:cubicBezTo>
                  <a:cubicBezTo>
                    <a:pt x="307814" y="176775"/>
                    <a:pt x="307597" y="176992"/>
                    <a:pt x="307597" y="176992"/>
                  </a:cubicBezTo>
                  <a:cubicBezTo>
                    <a:pt x="301501" y="196151"/>
                    <a:pt x="293227" y="224018"/>
                    <a:pt x="263836" y="267343"/>
                  </a:cubicBezTo>
                  <a:cubicBezTo>
                    <a:pt x="209407" y="347680"/>
                    <a:pt x="99897" y="348769"/>
                    <a:pt x="64410" y="349422"/>
                  </a:cubicBezTo>
                  <a:cubicBezTo>
                    <a:pt x="58967" y="349422"/>
                    <a:pt x="53959" y="348551"/>
                    <a:pt x="49387" y="347027"/>
                  </a:cubicBezTo>
                  <a:cubicBezTo>
                    <a:pt x="43074" y="345285"/>
                    <a:pt x="37413" y="342237"/>
                    <a:pt x="32841" y="338972"/>
                  </a:cubicBezTo>
                  <a:cubicBezTo>
                    <a:pt x="32841" y="338972"/>
                    <a:pt x="32623" y="338972"/>
                    <a:pt x="32623" y="338754"/>
                  </a:cubicBezTo>
                  <a:cubicBezTo>
                    <a:pt x="31970" y="338318"/>
                    <a:pt x="31317" y="337883"/>
                    <a:pt x="30664" y="337448"/>
                  </a:cubicBezTo>
                  <a:cubicBezTo>
                    <a:pt x="30229" y="337230"/>
                    <a:pt x="30011" y="336795"/>
                    <a:pt x="29575" y="336577"/>
                  </a:cubicBezTo>
                  <a:cubicBezTo>
                    <a:pt x="29575" y="336577"/>
                    <a:pt x="29575" y="336577"/>
                    <a:pt x="29358" y="336577"/>
                  </a:cubicBezTo>
                  <a:cubicBezTo>
                    <a:pt x="21520" y="330480"/>
                    <a:pt x="16295" y="324167"/>
                    <a:pt x="14335" y="321337"/>
                  </a:cubicBezTo>
                  <a:cubicBezTo>
                    <a:pt x="14335" y="321337"/>
                    <a:pt x="11505" y="317636"/>
                    <a:pt x="8239" y="311539"/>
                  </a:cubicBezTo>
                  <a:cubicBezTo>
                    <a:pt x="4974" y="305226"/>
                    <a:pt x="1490" y="296517"/>
                    <a:pt x="402" y="286502"/>
                  </a:cubicBezTo>
                  <a:cubicBezTo>
                    <a:pt x="-469" y="279536"/>
                    <a:pt x="-34" y="271698"/>
                    <a:pt x="2797" y="263860"/>
                  </a:cubicBezTo>
                  <a:cubicBezTo>
                    <a:pt x="14553" y="230332"/>
                    <a:pt x="50694" y="126700"/>
                    <a:pt x="144093" y="100792"/>
                  </a:cubicBezTo>
                  <a:cubicBezTo>
                    <a:pt x="185894" y="89253"/>
                    <a:pt x="212891" y="87947"/>
                    <a:pt x="232267" y="88165"/>
                  </a:cubicBezTo>
                  <a:cubicBezTo>
                    <a:pt x="247072" y="88165"/>
                    <a:pt x="257305" y="88818"/>
                    <a:pt x="266449" y="86640"/>
                  </a:cubicBezTo>
                  <a:cubicBezTo>
                    <a:pt x="268190" y="86205"/>
                    <a:pt x="269714" y="85770"/>
                    <a:pt x="271238" y="84899"/>
                  </a:cubicBezTo>
                  <a:cubicBezTo>
                    <a:pt x="272980" y="84246"/>
                    <a:pt x="274722" y="83375"/>
                    <a:pt x="276463" y="82286"/>
                  </a:cubicBezTo>
                  <a:lnTo>
                    <a:pt x="276681" y="82286"/>
                  </a:lnTo>
                  <a:cubicBezTo>
                    <a:pt x="278858" y="80980"/>
                    <a:pt x="280818" y="79456"/>
                    <a:pt x="282995" y="77497"/>
                  </a:cubicBezTo>
                  <a:cubicBezTo>
                    <a:pt x="286696" y="74231"/>
                    <a:pt x="289962" y="70748"/>
                    <a:pt x="292574" y="67699"/>
                  </a:cubicBezTo>
                  <a:cubicBezTo>
                    <a:pt x="298235" y="61386"/>
                    <a:pt x="302154" y="55508"/>
                    <a:pt x="305637" y="49629"/>
                  </a:cubicBezTo>
                  <a:lnTo>
                    <a:pt x="306073" y="49194"/>
                  </a:lnTo>
                  <a:cubicBezTo>
                    <a:pt x="314346" y="35913"/>
                    <a:pt x="320877" y="23721"/>
                    <a:pt x="340036" y="11747"/>
                  </a:cubicBezTo>
                  <a:cubicBezTo>
                    <a:pt x="345697" y="8263"/>
                    <a:pt x="351357" y="5651"/>
                    <a:pt x="356582" y="3692"/>
                  </a:cubicBezTo>
                  <a:cubicBezTo>
                    <a:pt x="385103" y="-6323"/>
                    <a:pt x="409487" y="5216"/>
                    <a:pt x="426686" y="24157"/>
                  </a:cubicBezTo>
                  <a:cubicBezTo>
                    <a:pt x="441491" y="50718"/>
                    <a:pt x="443015" y="83593"/>
                    <a:pt x="410793" y="110372"/>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89" name="Google Shape;1489;p49"/>
            <p:cNvSpPr/>
            <p:nvPr/>
          </p:nvSpPr>
          <p:spPr>
            <a:xfrm>
              <a:off x="3037719" y="3882963"/>
              <a:ext cx="69318" cy="76933"/>
            </a:xfrm>
            <a:custGeom>
              <a:avLst/>
              <a:gdLst/>
              <a:ahLst/>
              <a:cxnLst/>
              <a:rect l="l" t="t" r="r" b="b"/>
              <a:pathLst>
                <a:path w="69318" h="76933" extrusionOk="0">
                  <a:moveTo>
                    <a:pt x="58894" y="72648"/>
                  </a:moveTo>
                  <a:cubicBezTo>
                    <a:pt x="45178" y="82445"/>
                    <a:pt x="23189" y="74825"/>
                    <a:pt x="9909" y="56102"/>
                  </a:cubicBezTo>
                  <a:cubicBezTo>
                    <a:pt x="-3590" y="37161"/>
                    <a:pt x="-3154" y="14083"/>
                    <a:pt x="10344" y="4286"/>
                  </a:cubicBezTo>
                  <a:cubicBezTo>
                    <a:pt x="24060" y="-5512"/>
                    <a:pt x="46049" y="2108"/>
                    <a:pt x="59330" y="20832"/>
                  </a:cubicBezTo>
                  <a:cubicBezTo>
                    <a:pt x="72828" y="39556"/>
                    <a:pt x="72610" y="62851"/>
                    <a:pt x="58894" y="72648"/>
                  </a:cubicBezTo>
                  <a:close/>
                </a:path>
              </a:pathLst>
            </a:custGeom>
            <a:solidFill>
              <a:srgbClr val="272525">
                <a:alpha val="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0" name="Google Shape;1490;p49"/>
            <p:cNvSpPr/>
            <p:nvPr/>
          </p:nvSpPr>
          <p:spPr>
            <a:xfrm>
              <a:off x="3299740" y="3700023"/>
              <a:ext cx="61701" cy="72925"/>
            </a:xfrm>
            <a:custGeom>
              <a:avLst/>
              <a:gdLst/>
              <a:ahLst/>
              <a:cxnLst/>
              <a:rect l="l" t="t" r="r" b="b"/>
              <a:pathLst>
                <a:path w="61701" h="72925" extrusionOk="0">
                  <a:moveTo>
                    <a:pt x="55953" y="66177"/>
                  </a:moveTo>
                  <a:lnTo>
                    <a:pt x="53340" y="69442"/>
                  </a:lnTo>
                  <a:lnTo>
                    <a:pt x="50510" y="72708"/>
                  </a:lnTo>
                  <a:lnTo>
                    <a:pt x="50510" y="72926"/>
                  </a:lnTo>
                  <a:cubicBezTo>
                    <a:pt x="40277" y="12184"/>
                    <a:pt x="2177" y="4781"/>
                    <a:pt x="0" y="4564"/>
                  </a:cubicBezTo>
                  <a:cubicBezTo>
                    <a:pt x="1742" y="4128"/>
                    <a:pt x="3266" y="3693"/>
                    <a:pt x="4790" y="2822"/>
                  </a:cubicBezTo>
                  <a:lnTo>
                    <a:pt x="10015" y="209"/>
                  </a:lnTo>
                  <a:lnTo>
                    <a:pt x="10233" y="209"/>
                  </a:lnTo>
                  <a:cubicBezTo>
                    <a:pt x="10233" y="209"/>
                    <a:pt x="40930" y="-3492"/>
                    <a:pt x="55082" y="20239"/>
                  </a:cubicBezTo>
                  <a:cubicBezTo>
                    <a:pt x="69451" y="43970"/>
                    <a:pt x="55953" y="66177"/>
                    <a:pt x="55953" y="66177"/>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1" name="Google Shape;1491;p49"/>
            <p:cNvSpPr/>
            <p:nvPr/>
          </p:nvSpPr>
          <p:spPr>
            <a:xfrm>
              <a:off x="3325866" y="3666025"/>
              <a:ext cx="79241" cy="87547"/>
            </a:xfrm>
            <a:custGeom>
              <a:avLst/>
              <a:gdLst/>
              <a:ahLst/>
              <a:cxnLst/>
              <a:rect l="l" t="t" r="r" b="b"/>
              <a:pathLst>
                <a:path w="79241" h="87547" extrusionOk="0">
                  <a:moveTo>
                    <a:pt x="74894" y="81451"/>
                  </a:moveTo>
                  <a:lnTo>
                    <a:pt x="55082" y="87112"/>
                  </a:lnTo>
                  <a:lnTo>
                    <a:pt x="54646" y="87330"/>
                  </a:lnTo>
                  <a:lnTo>
                    <a:pt x="53993" y="87548"/>
                  </a:lnTo>
                  <a:cubicBezTo>
                    <a:pt x="53993" y="87548"/>
                    <a:pt x="65314" y="63599"/>
                    <a:pt x="47462" y="38344"/>
                  </a:cubicBezTo>
                  <a:cubicBezTo>
                    <a:pt x="29827" y="13089"/>
                    <a:pt x="0" y="19403"/>
                    <a:pt x="0" y="19403"/>
                  </a:cubicBezTo>
                  <a:lnTo>
                    <a:pt x="13063" y="1333"/>
                  </a:lnTo>
                  <a:lnTo>
                    <a:pt x="13498" y="897"/>
                  </a:lnTo>
                  <a:cubicBezTo>
                    <a:pt x="13498" y="897"/>
                    <a:pt x="49857" y="-6723"/>
                    <a:pt x="68798" y="22451"/>
                  </a:cubicBezTo>
                  <a:cubicBezTo>
                    <a:pt x="87957" y="51625"/>
                    <a:pt x="74894" y="81451"/>
                    <a:pt x="74894" y="81451"/>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2" name="Google Shape;1492;p49"/>
            <p:cNvSpPr/>
            <p:nvPr/>
          </p:nvSpPr>
          <p:spPr>
            <a:xfrm>
              <a:off x="2128797" y="3755795"/>
              <a:ext cx="525865" cy="498010"/>
            </a:xfrm>
            <a:custGeom>
              <a:avLst/>
              <a:gdLst/>
              <a:ahLst/>
              <a:cxnLst/>
              <a:rect l="l" t="t" r="r" b="b"/>
              <a:pathLst>
                <a:path w="525865" h="498010" extrusionOk="0">
                  <a:moveTo>
                    <a:pt x="524550" y="397283"/>
                  </a:moveTo>
                  <a:cubicBezTo>
                    <a:pt x="528033" y="414700"/>
                    <a:pt x="524115" y="430594"/>
                    <a:pt x="518454" y="443003"/>
                  </a:cubicBezTo>
                  <a:cubicBezTo>
                    <a:pt x="512793" y="455413"/>
                    <a:pt x="505391" y="464339"/>
                    <a:pt x="502343" y="467822"/>
                  </a:cubicBezTo>
                  <a:cubicBezTo>
                    <a:pt x="502343" y="467822"/>
                    <a:pt x="478612" y="495690"/>
                    <a:pt x="444431" y="497867"/>
                  </a:cubicBezTo>
                  <a:lnTo>
                    <a:pt x="444431" y="497867"/>
                  </a:lnTo>
                  <a:cubicBezTo>
                    <a:pt x="444431" y="497867"/>
                    <a:pt x="444213" y="497867"/>
                    <a:pt x="443996" y="497867"/>
                  </a:cubicBezTo>
                  <a:cubicBezTo>
                    <a:pt x="440512" y="498085"/>
                    <a:pt x="436811" y="498085"/>
                    <a:pt x="432892" y="497650"/>
                  </a:cubicBezTo>
                  <a:cubicBezTo>
                    <a:pt x="387390" y="491554"/>
                    <a:pt x="246964" y="472830"/>
                    <a:pt x="189923" y="361360"/>
                  </a:cubicBezTo>
                  <a:cubicBezTo>
                    <a:pt x="162491" y="307802"/>
                    <a:pt x="154436" y="272533"/>
                    <a:pt x="149646" y="247496"/>
                  </a:cubicBezTo>
                  <a:cubicBezTo>
                    <a:pt x="146598" y="231602"/>
                    <a:pt x="144639" y="219846"/>
                    <a:pt x="139849" y="210267"/>
                  </a:cubicBezTo>
                  <a:cubicBezTo>
                    <a:pt x="138978" y="208307"/>
                    <a:pt x="137890" y="206565"/>
                    <a:pt x="136583" y="204606"/>
                  </a:cubicBezTo>
                  <a:cubicBezTo>
                    <a:pt x="133535" y="200034"/>
                    <a:pt x="129399" y="195897"/>
                    <a:pt x="123956" y="191761"/>
                  </a:cubicBezTo>
                  <a:cubicBezTo>
                    <a:pt x="84332" y="162805"/>
                    <a:pt x="59730" y="171296"/>
                    <a:pt x="25984" y="136897"/>
                  </a:cubicBezTo>
                  <a:cubicBezTo>
                    <a:pt x="20106" y="130583"/>
                    <a:pt x="15316" y="124270"/>
                    <a:pt x="11615" y="117956"/>
                  </a:cubicBezTo>
                  <a:cubicBezTo>
                    <a:pt x="-8414" y="84428"/>
                    <a:pt x="-359" y="50682"/>
                    <a:pt x="19235" y="23903"/>
                  </a:cubicBezTo>
                  <a:cubicBezTo>
                    <a:pt x="49062" y="-2005"/>
                    <a:pt x="89992" y="-12455"/>
                    <a:pt x="132447" y="21508"/>
                  </a:cubicBezTo>
                  <a:cubicBezTo>
                    <a:pt x="169676" y="52424"/>
                    <a:pt x="162927" y="77679"/>
                    <a:pt x="195148" y="114690"/>
                  </a:cubicBezTo>
                  <a:cubicBezTo>
                    <a:pt x="199285" y="119697"/>
                    <a:pt x="203639" y="123181"/>
                    <a:pt x="208211" y="126011"/>
                  </a:cubicBezTo>
                  <a:cubicBezTo>
                    <a:pt x="209953" y="127100"/>
                    <a:pt x="211477" y="127971"/>
                    <a:pt x="213219" y="128624"/>
                  </a:cubicBezTo>
                  <a:lnTo>
                    <a:pt x="213436" y="128624"/>
                  </a:lnTo>
                  <a:cubicBezTo>
                    <a:pt x="219315" y="131236"/>
                    <a:pt x="225846" y="132542"/>
                    <a:pt x="233684" y="133631"/>
                  </a:cubicBezTo>
                  <a:cubicBezTo>
                    <a:pt x="233684" y="133631"/>
                    <a:pt x="233901" y="133631"/>
                    <a:pt x="234555" y="133631"/>
                  </a:cubicBezTo>
                  <a:cubicBezTo>
                    <a:pt x="234990" y="133631"/>
                    <a:pt x="235426" y="133631"/>
                    <a:pt x="236079" y="133849"/>
                  </a:cubicBezTo>
                  <a:cubicBezTo>
                    <a:pt x="238691" y="134284"/>
                    <a:pt x="241304" y="134502"/>
                    <a:pt x="244134" y="134937"/>
                  </a:cubicBezTo>
                  <a:cubicBezTo>
                    <a:pt x="244787" y="134937"/>
                    <a:pt x="245440" y="135155"/>
                    <a:pt x="246311" y="135155"/>
                  </a:cubicBezTo>
                  <a:cubicBezTo>
                    <a:pt x="271784" y="137768"/>
                    <a:pt x="309013" y="141687"/>
                    <a:pt x="369538" y="166724"/>
                  </a:cubicBezTo>
                  <a:cubicBezTo>
                    <a:pt x="484708" y="214185"/>
                    <a:pt x="514753" y="352434"/>
                    <a:pt x="524550" y="397283"/>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3" name="Google Shape;1493;p49"/>
            <p:cNvSpPr/>
            <p:nvPr/>
          </p:nvSpPr>
          <p:spPr>
            <a:xfrm>
              <a:off x="2554871" y="4149193"/>
              <a:ext cx="93754" cy="95727"/>
            </a:xfrm>
            <a:custGeom>
              <a:avLst/>
              <a:gdLst/>
              <a:ahLst/>
              <a:cxnLst/>
              <a:rect l="l" t="t" r="r" b="b"/>
              <a:pathLst>
                <a:path w="93754" h="95727" extrusionOk="0">
                  <a:moveTo>
                    <a:pt x="83889" y="8240"/>
                  </a:moveTo>
                  <a:cubicBezTo>
                    <a:pt x="99782" y="23044"/>
                    <a:pt x="96081" y="52871"/>
                    <a:pt x="75616" y="74642"/>
                  </a:cubicBezTo>
                  <a:cubicBezTo>
                    <a:pt x="55150" y="96632"/>
                    <a:pt x="25759" y="102292"/>
                    <a:pt x="9866" y="87487"/>
                  </a:cubicBezTo>
                  <a:cubicBezTo>
                    <a:pt x="-6027" y="72683"/>
                    <a:pt x="-2326" y="42856"/>
                    <a:pt x="18139" y="21085"/>
                  </a:cubicBezTo>
                  <a:cubicBezTo>
                    <a:pt x="38604" y="-904"/>
                    <a:pt x="67996" y="-6565"/>
                    <a:pt x="83889" y="8240"/>
                  </a:cubicBezTo>
                  <a:close/>
                </a:path>
              </a:pathLst>
            </a:custGeom>
            <a:solidFill>
              <a:srgbClr val="272525">
                <a:alpha val="980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4" name="Google Shape;1494;p49"/>
            <p:cNvSpPr/>
            <p:nvPr/>
          </p:nvSpPr>
          <p:spPr>
            <a:xfrm>
              <a:off x="2257639" y="3876531"/>
              <a:ext cx="84158" cy="89094"/>
            </a:xfrm>
            <a:custGeom>
              <a:avLst/>
              <a:gdLst/>
              <a:ahLst/>
              <a:cxnLst/>
              <a:rect l="l" t="t" r="r" b="b"/>
              <a:pathLst>
                <a:path w="84158" h="89094" extrusionOk="0">
                  <a:moveTo>
                    <a:pt x="84159" y="7670"/>
                  </a:moveTo>
                  <a:cubicBezTo>
                    <a:pt x="9918" y="36626"/>
                    <a:pt x="10571" y="86482"/>
                    <a:pt x="10789" y="89095"/>
                  </a:cubicBezTo>
                  <a:cubicBezTo>
                    <a:pt x="9918" y="87136"/>
                    <a:pt x="8830" y="85394"/>
                    <a:pt x="7524" y="83435"/>
                  </a:cubicBezTo>
                  <a:lnTo>
                    <a:pt x="2516" y="77339"/>
                  </a:lnTo>
                  <a:cubicBezTo>
                    <a:pt x="2516" y="77339"/>
                    <a:pt x="-9023" y="39674"/>
                    <a:pt x="17321" y="15725"/>
                  </a:cubicBezTo>
                  <a:cubicBezTo>
                    <a:pt x="43664" y="-8441"/>
                    <a:pt x="74144" y="2445"/>
                    <a:pt x="74144" y="2445"/>
                  </a:cubicBezTo>
                  <a:lnTo>
                    <a:pt x="83724" y="7452"/>
                  </a:lnTo>
                  <a:lnTo>
                    <a:pt x="84159" y="767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5" name="Google Shape;1495;p49"/>
            <p:cNvSpPr/>
            <p:nvPr/>
          </p:nvSpPr>
          <p:spPr>
            <a:xfrm>
              <a:off x="2205133" y="3825841"/>
              <a:ext cx="104442" cy="111917"/>
            </a:xfrm>
            <a:custGeom>
              <a:avLst/>
              <a:gdLst/>
              <a:ahLst/>
              <a:cxnLst/>
              <a:rect l="l" t="t" r="r" b="b"/>
              <a:pathLst>
                <a:path w="104442" h="111917" extrusionOk="0">
                  <a:moveTo>
                    <a:pt x="32379" y="111918"/>
                  </a:moveTo>
                  <a:cubicBezTo>
                    <a:pt x="32379" y="111918"/>
                    <a:pt x="16486" y="75995"/>
                    <a:pt x="43918" y="47039"/>
                  </a:cubicBezTo>
                  <a:cubicBezTo>
                    <a:pt x="71350" y="18083"/>
                    <a:pt x="104442" y="25921"/>
                    <a:pt x="104442" y="25921"/>
                  </a:cubicBezTo>
                  <a:lnTo>
                    <a:pt x="91380" y="1101"/>
                  </a:lnTo>
                  <a:cubicBezTo>
                    <a:pt x="91380" y="1101"/>
                    <a:pt x="50232" y="-7608"/>
                    <a:pt x="18445" y="23961"/>
                  </a:cubicBezTo>
                  <a:cubicBezTo>
                    <a:pt x="-13341" y="55530"/>
                    <a:pt x="5600" y="99508"/>
                    <a:pt x="5600" y="99508"/>
                  </a:cubicBezTo>
                  <a:lnTo>
                    <a:pt x="32379" y="111918"/>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6" name="Google Shape;1496;p49"/>
            <p:cNvSpPr/>
            <p:nvPr/>
          </p:nvSpPr>
          <p:spPr>
            <a:xfrm>
              <a:off x="2396519" y="4028850"/>
              <a:ext cx="148114" cy="140781"/>
            </a:xfrm>
            <a:custGeom>
              <a:avLst/>
              <a:gdLst/>
              <a:ahLst/>
              <a:cxnLst/>
              <a:rect l="l" t="t" r="r" b="b"/>
              <a:pathLst>
                <a:path w="148114" h="140781" extrusionOk="0">
                  <a:moveTo>
                    <a:pt x="99856" y="42803"/>
                  </a:moveTo>
                  <a:cubicBezTo>
                    <a:pt x="138174" y="78508"/>
                    <a:pt x="157768" y="119874"/>
                    <a:pt x="143399" y="135114"/>
                  </a:cubicBezTo>
                  <a:cubicBezTo>
                    <a:pt x="129248" y="150354"/>
                    <a:pt x="86576" y="133807"/>
                    <a:pt x="48258" y="98102"/>
                  </a:cubicBezTo>
                  <a:cubicBezTo>
                    <a:pt x="9940" y="62397"/>
                    <a:pt x="-9654" y="21031"/>
                    <a:pt x="4715" y="5791"/>
                  </a:cubicBezTo>
                  <a:cubicBezTo>
                    <a:pt x="18867" y="-9666"/>
                    <a:pt x="61539" y="6880"/>
                    <a:pt x="99856" y="42803"/>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7" name="Google Shape;1497;p49"/>
            <p:cNvSpPr/>
            <p:nvPr/>
          </p:nvSpPr>
          <p:spPr>
            <a:xfrm rot="-2700000">
              <a:off x="2385058" y="3672496"/>
              <a:ext cx="885709" cy="885709"/>
            </a:xfrm>
            <a:custGeom>
              <a:avLst/>
              <a:gdLst/>
              <a:ahLst/>
              <a:cxnLst/>
              <a:rect l="l" t="t" r="r" b="b"/>
              <a:pathLst>
                <a:path w="885217" h="885217" extrusionOk="0">
                  <a:moveTo>
                    <a:pt x="885218" y="442609"/>
                  </a:moveTo>
                  <a:cubicBezTo>
                    <a:pt x="885218" y="687055"/>
                    <a:pt x="687055" y="885218"/>
                    <a:pt x="442609" y="885218"/>
                  </a:cubicBezTo>
                  <a:cubicBezTo>
                    <a:pt x="198163" y="885218"/>
                    <a:pt x="0" y="687055"/>
                    <a:pt x="0" y="442609"/>
                  </a:cubicBezTo>
                  <a:cubicBezTo>
                    <a:pt x="0" y="198162"/>
                    <a:pt x="198163" y="0"/>
                    <a:pt x="442609" y="0"/>
                  </a:cubicBezTo>
                  <a:cubicBezTo>
                    <a:pt x="687055" y="0"/>
                    <a:pt x="885218" y="198162"/>
                    <a:pt x="885218" y="442609"/>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8" name="Google Shape;1498;p49"/>
            <p:cNvSpPr/>
            <p:nvPr/>
          </p:nvSpPr>
          <p:spPr>
            <a:xfrm>
              <a:off x="3093991" y="3922218"/>
              <a:ext cx="72089" cy="107345"/>
            </a:xfrm>
            <a:custGeom>
              <a:avLst/>
              <a:gdLst/>
              <a:ahLst/>
              <a:cxnLst/>
              <a:rect l="l" t="t" r="r" b="b"/>
              <a:pathLst>
                <a:path w="72089" h="107345" extrusionOk="0">
                  <a:moveTo>
                    <a:pt x="5670" y="64962"/>
                  </a:moveTo>
                  <a:cubicBezTo>
                    <a:pt x="2840" y="57559"/>
                    <a:pt x="1098" y="50157"/>
                    <a:pt x="445" y="43190"/>
                  </a:cubicBezTo>
                  <a:cubicBezTo>
                    <a:pt x="-1732" y="22943"/>
                    <a:pt x="4146" y="5744"/>
                    <a:pt x="16556" y="1171"/>
                  </a:cubicBezTo>
                  <a:cubicBezTo>
                    <a:pt x="33320" y="-4925"/>
                    <a:pt x="55527" y="13364"/>
                    <a:pt x="66413" y="42319"/>
                  </a:cubicBezTo>
                  <a:cubicBezTo>
                    <a:pt x="73379" y="61261"/>
                    <a:pt x="73815" y="80202"/>
                    <a:pt x="68372" y="92611"/>
                  </a:cubicBezTo>
                  <a:cubicBezTo>
                    <a:pt x="65542" y="99143"/>
                    <a:pt x="61187" y="103932"/>
                    <a:pt x="55309" y="106110"/>
                  </a:cubicBezTo>
                  <a:cubicBezTo>
                    <a:pt x="38763" y="112424"/>
                    <a:pt x="16556" y="93918"/>
                    <a:pt x="5670" y="64962"/>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99" name="Google Shape;1499;p49"/>
            <p:cNvSpPr/>
            <p:nvPr/>
          </p:nvSpPr>
          <p:spPr>
            <a:xfrm>
              <a:off x="3100714" y="4241741"/>
              <a:ext cx="56915" cy="85238"/>
            </a:xfrm>
            <a:custGeom>
              <a:avLst/>
              <a:gdLst/>
              <a:ahLst/>
              <a:cxnLst/>
              <a:rect l="l" t="t" r="r" b="b"/>
              <a:pathLst>
                <a:path w="56915" h="85238" extrusionOk="0">
                  <a:moveTo>
                    <a:pt x="17235" y="84638"/>
                  </a:moveTo>
                  <a:cubicBezTo>
                    <a:pt x="3301" y="80937"/>
                    <a:pt x="-3231" y="60690"/>
                    <a:pt x="1559" y="38700"/>
                  </a:cubicBezTo>
                  <a:cubicBezTo>
                    <a:pt x="1777" y="37612"/>
                    <a:pt x="1995" y="36523"/>
                    <a:pt x="2212" y="35653"/>
                  </a:cubicBezTo>
                  <a:cubicBezTo>
                    <a:pt x="8526" y="12357"/>
                    <a:pt x="25072" y="-3319"/>
                    <a:pt x="39659" y="600"/>
                  </a:cubicBezTo>
                  <a:cubicBezTo>
                    <a:pt x="45537" y="2124"/>
                    <a:pt x="50109" y="6914"/>
                    <a:pt x="53157" y="13228"/>
                  </a:cubicBezTo>
                  <a:cubicBezTo>
                    <a:pt x="57512" y="22590"/>
                    <a:pt x="58165" y="35870"/>
                    <a:pt x="54681" y="49586"/>
                  </a:cubicBezTo>
                  <a:cubicBezTo>
                    <a:pt x="48368" y="72881"/>
                    <a:pt x="31604" y="88557"/>
                    <a:pt x="17235" y="8463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0" name="Google Shape;1500;p49"/>
            <p:cNvSpPr/>
            <p:nvPr/>
          </p:nvSpPr>
          <p:spPr>
            <a:xfrm>
              <a:off x="3102056" y="4241958"/>
              <a:ext cx="51598" cy="51868"/>
            </a:xfrm>
            <a:custGeom>
              <a:avLst/>
              <a:gdLst/>
              <a:ahLst/>
              <a:cxnLst/>
              <a:rect l="l" t="t" r="r" b="b"/>
              <a:pathLst>
                <a:path w="51598" h="51868" extrusionOk="0">
                  <a:moveTo>
                    <a:pt x="13498" y="51327"/>
                  </a:moveTo>
                  <a:cubicBezTo>
                    <a:pt x="7620" y="49804"/>
                    <a:pt x="3048" y="45014"/>
                    <a:pt x="0" y="38700"/>
                  </a:cubicBezTo>
                  <a:cubicBezTo>
                    <a:pt x="218" y="37612"/>
                    <a:pt x="435" y="36523"/>
                    <a:pt x="653" y="35652"/>
                  </a:cubicBezTo>
                  <a:cubicBezTo>
                    <a:pt x="6967" y="12357"/>
                    <a:pt x="23513" y="-3319"/>
                    <a:pt x="38100" y="600"/>
                  </a:cubicBezTo>
                  <a:cubicBezTo>
                    <a:pt x="43978" y="2124"/>
                    <a:pt x="48550" y="6914"/>
                    <a:pt x="51598" y="13227"/>
                  </a:cubicBezTo>
                  <a:cubicBezTo>
                    <a:pt x="51381" y="14316"/>
                    <a:pt x="51163" y="15405"/>
                    <a:pt x="50945" y="16276"/>
                  </a:cubicBezTo>
                  <a:cubicBezTo>
                    <a:pt x="44849" y="39353"/>
                    <a:pt x="28085" y="55029"/>
                    <a:pt x="13498" y="51327"/>
                  </a:cubicBezTo>
                  <a:close/>
                </a:path>
              </a:pathLst>
            </a:custGeom>
            <a:solidFill>
              <a:srgbClr val="27252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1" name="Google Shape;1501;p49"/>
            <p:cNvSpPr/>
            <p:nvPr/>
          </p:nvSpPr>
          <p:spPr>
            <a:xfrm>
              <a:off x="3176462" y="4201262"/>
              <a:ext cx="48355" cy="84773"/>
            </a:xfrm>
            <a:custGeom>
              <a:avLst/>
              <a:gdLst/>
              <a:ahLst/>
              <a:cxnLst/>
              <a:rect l="l" t="t" r="r" b="b"/>
              <a:pathLst>
                <a:path w="48355" h="84773" extrusionOk="0">
                  <a:moveTo>
                    <a:pt x="13115" y="84403"/>
                  </a:moveTo>
                  <a:cubicBezTo>
                    <a:pt x="3754" y="81791"/>
                    <a:pt x="-1254" y="67857"/>
                    <a:pt x="270" y="50658"/>
                  </a:cubicBezTo>
                  <a:cubicBezTo>
                    <a:pt x="706" y="46086"/>
                    <a:pt x="1359" y="41514"/>
                    <a:pt x="2665" y="36724"/>
                  </a:cubicBezTo>
                  <a:cubicBezTo>
                    <a:pt x="8761" y="13646"/>
                    <a:pt x="23566" y="-2682"/>
                    <a:pt x="35322" y="366"/>
                  </a:cubicBezTo>
                  <a:cubicBezTo>
                    <a:pt x="36193" y="583"/>
                    <a:pt x="36846" y="801"/>
                    <a:pt x="37499" y="1237"/>
                  </a:cubicBezTo>
                  <a:cubicBezTo>
                    <a:pt x="47732" y="6462"/>
                    <a:pt x="51433" y="26492"/>
                    <a:pt x="45555" y="48045"/>
                  </a:cubicBezTo>
                  <a:cubicBezTo>
                    <a:pt x="39677" y="71341"/>
                    <a:pt x="25090" y="87452"/>
                    <a:pt x="13115" y="84403"/>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2" name="Google Shape;1502;p49"/>
            <p:cNvSpPr/>
            <p:nvPr/>
          </p:nvSpPr>
          <p:spPr>
            <a:xfrm>
              <a:off x="2257598" y="3299280"/>
              <a:ext cx="599093" cy="801328"/>
            </a:xfrm>
            <a:custGeom>
              <a:avLst/>
              <a:gdLst/>
              <a:ahLst/>
              <a:cxnLst/>
              <a:rect l="l" t="t" r="r" b="b"/>
              <a:pathLst>
                <a:path w="599093" h="801328" extrusionOk="0">
                  <a:moveTo>
                    <a:pt x="593651" y="658073"/>
                  </a:moveTo>
                  <a:cubicBezTo>
                    <a:pt x="593651" y="658509"/>
                    <a:pt x="593651" y="659162"/>
                    <a:pt x="593868" y="659597"/>
                  </a:cubicBezTo>
                  <a:cubicBezTo>
                    <a:pt x="596263" y="679627"/>
                    <a:pt x="598223" y="700528"/>
                    <a:pt x="599094" y="722299"/>
                  </a:cubicBezTo>
                  <a:cubicBezTo>
                    <a:pt x="599094" y="722952"/>
                    <a:pt x="599094" y="723388"/>
                    <a:pt x="599094" y="723388"/>
                  </a:cubicBezTo>
                  <a:cubicBezTo>
                    <a:pt x="594957" y="732749"/>
                    <a:pt x="589950" y="741022"/>
                    <a:pt x="584071" y="748207"/>
                  </a:cubicBezTo>
                  <a:lnTo>
                    <a:pt x="584071" y="748207"/>
                  </a:lnTo>
                  <a:cubicBezTo>
                    <a:pt x="581459" y="751473"/>
                    <a:pt x="578846" y="754520"/>
                    <a:pt x="575798" y="757569"/>
                  </a:cubicBezTo>
                  <a:cubicBezTo>
                    <a:pt x="562300" y="771285"/>
                    <a:pt x="545536" y="781517"/>
                    <a:pt x="527466" y="789137"/>
                  </a:cubicBezTo>
                  <a:lnTo>
                    <a:pt x="527466" y="789137"/>
                  </a:lnTo>
                  <a:cubicBezTo>
                    <a:pt x="515709" y="794145"/>
                    <a:pt x="503517" y="798063"/>
                    <a:pt x="491107" y="801329"/>
                  </a:cubicBezTo>
                  <a:cubicBezTo>
                    <a:pt x="276441" y="707494"/>
                    <a:pt x="198282" y="570988"/>
                    <a:pt x="193927" y="443625"/>
                  </a:cubicBezTo>
                  <a:cubicBezTo>
                    <a:pt x="193927" y="397034"/>
                    <a:pt x="188702" y="362199"/>
                    <a:pt x="178905" y="333896"/>
                  </a:cubicBezTo>
                  <a:cubicBezTo>
                    <a:pt x="172809" y="316697"/>
                    <a:pt x="165189" y="301893"/>
                    <a:pt x="155827" y="288176"/>
                  </a:cubicBezTo>
                  <a:cubicBezTo>
                    <a:pt x="146248" y="273808"/>
                    <a:pt x="134927" y="260962"/>
                    <a:pt x="122082" y="247682"/>
                  </a:cubicBezTo>
                  <a:cubicBezTo>
                    <a:pt x="110760" y="236143"/>
                    <a:pt x="98351" y="224386"/>
                    <a:pt x="84635" y="211759"/>
                  </a:cubicBezTo>
                  <a:cubicBezTo>
                    <a:pt x="70483" y="198478"/>
                    <a:pt x="55243" y="184327"/>
                    <a:pt x="38915" y="167780"/>
                  </a:cubicBezTo>
                  <a:cubicBezTo>
                    <a:pt x="-48389" y="72204"/>
                    <a:pt x="38479" y="15163"/>
                    <a:pt x="38479" y="15163"/>
                  </a:cubicBezTo>
                  <a:cubicBezTo>
                    <a:pt x="38479" y="15163"/>
                    <a:pt x="123606" y="-44273"/>
                    <a:pt x="179994" y="72204"/>
                  </a:cubicBezTo>
                  <a:cubicBezTo>
                    <a:pt x="189355" y="93540"/>
                    <a:pt x="196975" y="112916"/>
                    <a:pt x="203942" y="130987"/>
                  </a:cubicBezTo>
                  <a:cubicBezTo>
                    <a:pt x="210691" y="148186"/>
                    <a:pt x="217005" y="164297"/>
                    <a:pt x="223536" y="178884"/>
                  </a:cubicBezTo>
                  <a:cubicBezTo>
                    <a:pt x="230939" y="195648"/>
                    <a:pt x="238994" y="211106"/>
                    <a:pt x="248574" y="225475"/>
                  </a:cubicBezTo>
                  <a:cubicBezTo>
                    <a:pt x="257718" y="239191"/>
                    <a:pt x="268603" y="251818"/>
                    <a:pt x="282537" y="263793"/>
                  </a:cubicBezTo>
                  <a:cubicBezTo>
                    <a:pt x="305179" y="283605"/>
                    <a:pt x="335442" y="301239"/>
                    <a:pt x="378767" y="318439"/>
                  </a:cubicBezTo>
                  <a:cubicBezTo>
                    <a:pt x="482399" y="363941"/>
                    <a:pt x="570138" y="470621"/>
                    <a:pt x="593651" y="658073"/>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3" name="Google Shape;1503;p49"/>
            <p:cNvSpPr/>
            <p:nvPr/>
          </p:nvSpPr>
          <p:spPr>
            <a:xfrm>
              <a:off x="2342233" y="3430267"/>
              <a:ext cx="138901" cy="116912"/>
            </a:xfrm>
            <a:custGeom>
              <a:avLst/>
              <a:gdLst/>
              <a:ahLst/>
              <a:cxnLst/>
              <a:rect l="l" t="t" r="r" b="b"/>
              <a:pathLst>
                <a:path w="138901" h="116912" extrusionOk="0">
                  <a:moveTo>
                    <a:pt x="119308" y="0"/>
                  </a:moveTo>
                  <a:cubicBezTo>
                    <a:pt x="126057" y="17199"/>
                    <a:pt x="132370" y="33310"/>
                    <a:pt x="138902" y="48115"/>
                  </a:cubicBezTo>
                  <a:lnTo>
                    <a:pt x="37447" y="116912"/>
                  </a:lnTo>
                  <a:cubicBezTo>
                    <a:pt x="26126" y="105373"/>
                    <a:pt x="13716" y="93617"/>
                    <a:pt x="0" y="80990"/>
                  </a:cubicBezTo>
                  <a:lnTo>
                    <a:pt x="119308" y="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4" name="Google Shape;1504;p49"/>
            <p:cNvSpPr/>
            <p:nvPr/>
          </p:nvSpPr>
          <p:spPr>
            <a:xfrm>
              <a:off x="2413426" y="3524755"/>
              <a:ext cx="126491" cy="108421"/>
            </a:xfrm>
            <a:custGeom>
              <a:avLst/>
              <a:gdLst/>
              <a:ahLst/>
              <a:cxnLst/>
              <a:rect l="l" t="t" r="r" b="b"/>
              <a:pathLst>
                <a:path w="126491" h="108421" extrusionOk="0">
                  <a:moveTo>
                    <a:pt x="126492" y="38318"/>
                  </a:moveTo>
                  <a:lnTo>
                    <a:pt x="23078" y="108422"/>
                  </a:lnTo>
                  <a:cubicBezTo>
                    <a:pt x="16982" y="91223"/>
                    <a:pt x="9362" y="76418"/>
                    <a:pt x="0" y="62702"/>
                  </a:cubicBezTo>
                  <a:lnTo>
                    <a:pt x="92529" y="0"/>
                  </a:lnTo>
                  <a:cubicBezTo>
                    <a:pt x="101890" y="13716"/>
                    <a:pt x="112776" y="26344"/>
                    <a:pt x="126492" y="38318"/>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5" name="Google Shape;1505;p49"/>
            <p:cNvSpPr/>
            <p:nvPr/>
          </p:nvSpPr>
          <p:spPr>
            <a:xfrm>
              <a:off x="2627533" y="3951057"/>
              <a:ext cx="732212" cy="751967"/>
            </a:xfrm>
            <a:custGeom>
              <a:avLst/>
              <a:gdLst/>
              <a:ahLst/>
              <a:cxnLst/>
              <a:rect l="l" t="t" r="r" b="b"/>
              <a:pathLst>
                <a:path w="732212" h="751967" extrusionOk="0">
                  <a:moveTo>
                    <a:pt x="621480" y="242734"/>
                  </a:moveTo>
                  <a:cubicBezTo>
                    <a:pt x="596878" y="255796"/>
                    <a:pt x="577284" y="267771"/>
                    <a:pt x="560955" y="280616"/>
                  </a:cubicBezTo>
                  <a:lnTo>
                    <a:pt x="560955" y="280616"/>
                  </a:lnTo>
                  <a:cubicBezTo>
                    <a:pt x="546150" y="292155"/>
                    <a:pt x="534394" y="303911"/>
                    <a:pt x="523944" y="317410"/>
                  </a:cubicBezTo>
                  <a:cubicBezTo>
                    <a:pt x="520460" y="321982"/>
                    <a:pt x="517194" y="326771"/>
                    <a:pt x="513929" y="331996"/>
                  </a:cubicBezTo>
                  <a:cubicBezTo>
                    <a:pt x="513929" y="331996"/>
                    <a:pt x="513929" y="331996"/>
                    <a:pt x="513929" y="332214"/>
                  </a:cubicBezTo>
                  <a:cubicBezTo>
                    <a:pt x="510010" y="338310"/>
                    <a:pt x="506309" y="345059"/>
                    <a:pt x="502825" y="352026"/>
                  </a:cubicBezTo>
                  <a:cubicBezTo>
                    <a:pt x="496947" y="364000"/>
                    <a:pt x="491069" y="377281"/>
                    <a:pt x="485626" y="392303"/>
                  </a:cubicBezTo>
                  <a:cubicBezTo>
                    <a:pt x="476482" y="416905"/>
                    <a:pt x="467338" y="445861"/>
                    <a:pt x="456234" y="481566"/>
                  </a:cubicBezTo>
                  <a:cubicBezTo>
                    <a:pt x="411603" y="625911"/>
                    <a:pt x="315809" y="719963"/>
                    <a:pt x="203686" y="745218"/>
                  </a:cubicBezTo>
                  <a:cubicBezTo>
                    <a:pt x="182568" y="750008"/>
                    <a:pt x="163627" y="751968"/>
                    <a:pt x="147080" y="751968"/>
                  </a:cubicBezTo>
                  <a:cubicBezTo>
                    <a:pt x="76323" y="751968"/>
                    <a:pt x="46279" y="716480"/>
                    <a:pt x="46279" y="716480"/>
                  </a:cubicBezTo>
                  <a:cubicBezTo>
                    <a:pt x="46279" y="716480"/>
                    <a:pt x="33216" y="706248"/>
                    <a:pt x="21024" y="687524"/>
                  </a:cubicBezTo>
                  <a:lnTo>
                    <a:pt x="21024" y="687524"/>
                  </a:lnTo>
                  <a:cubicBezTo>
                    <a:pt x="9920" y="670760"/>
                    <a:pt x="-312" y="647247"/>
                    <a:pt x="123" y="618073"/>
                  </a:cubicBezTo>
                  <a:cubicBezTo>
                    <a:pt x="-4667" y="459795"/>
                    <a:pt x="130969" y="348978"/>
                    <a:pt x="275096" y="304347"/>
                  </a:cubicBezTo>
                  <a:cubicBezTo>
                    <a:pt x="307753" y="294114"/>
                    <a:pt x="333879" y="284099"/>
                    <a:pt x="354997" y="273431"/>
                  </a:cubicBezTo>
                  <a:cubicBezTo>
                    <a:pt x="369802" y="266029"/>
                    <a:pt x="382429" y="258191"/>
                    <a:pt x="393533" y="249700"/>
                  </a:cubicBezTo>
                  <a:cubicBezTo>
                    <a:pt x="406160" y="240121"/>
                    <a:pt x="416828" y="229671"/>
                    <a:pt x="426190" y="218132"/>
                  </a:cubicBezTo>
                  <a:lnTo>
                    <a:pt x="426190" y="218132"/>
                  </a:lnTo>
                  <a:cubicBezTo>
                    <a:pt x="436423" y="205722"/>
                    <a:pt x="445349" y="192006"/>
                    <a:pt x="454275" y="176331"/>
                  </a:cubicBezTo>
                  <a:cubicBezTo>
                    <a:pt x="465161" y="157608"/>
                    <a:pt x="476047" y="135836"/>
                    <a:pt x="489545" y="110799"/>
                  </a:cubicBezTo>
                  <a:cubicBezTo>
                    <a:pt x="545933" y="4554"/>
                    <a:pt x="644993" y="-30933"/>
                    <a:pt x="702905" y="29156"/>
                  </a:cubicBezTo>
                  <a:lnTo>
                    <a:pt x="702905" y="29156"/>
                  </a:lnTo>
                  <a:cubicBezTo>
                    <a:pt x="702905" y="29156"/>
                    <a:pt x="702905" y="29156"/>
                    <a:pt x="702905" y="29156"/>
                  </a:cubicBezTo>
                  <a:lnTo>
                    <a:pt x="702905" y="29156"/>
                  </a:lnTo>
                  <a:cubicBezTo>
                    <a:pt x="763212" y="87286"/>
                    <a:pt x="727724" y="186346"/>
                    <a:pt x="621480" y="242734"/>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6" name="Google Shape;1506;p49"/>
            <p:cNvSpPr/>
            <p:nvPr/>
          </p:nvSpPr>
          <p:spPr>
            <a:xfrm>
              <a:off x="2982749" y="4200757"/>
              <a:ext cx="147610" cy="142602"/>
            </a:xfrm>
            <a:custGeom>
              <a:avLst/>
              <a:gdLst/>
              <a:ahLst/>
              <a:cxnLst/>
              <a:rect l="l" t="t" r="r" b="b"/>
              <a:pathLst>
                <a:path w="147610" h="142602" extrusionOk="0">
                  <a:moveTo>
                    <a:pt x="147610" y="102326"/>
                  </a:moveTo>
                  <a:cubicBezTo>
                    <a:pt x="141732" y="114300"/>
                    <a:pt x="135854" y="127581"/>
                    <a:pt x="130411" y="142603"/>
                  </a:cubicBezTo>
                  <a:cubicBezTo>
                    <a:pt x="130411" y="142603"/>
                    <a:pt x="6531" y="135854"/>
                    <a:pt x="0" y="23731"/>
                  </a:cubicBezTo>
                  <a:lnTo>
                    <a:pt x="0" y="23731"/>
                  </a:lnTo>
                  <a:cubicBezTo>
                    <a:pt x="14805" y="16329"/>
                    <a:pt x="27432" y="8491"/>
                    <a:pt x="38535" y="0"/>
                  </a:cubicBezTo>
                  <a:lnTo>
                    <a:pt x="38535" y="0"/>
                  </a:lnTo>
                  <a:cubicBezTo>
                    <a:pt x="38535" y="0"/>
                    <a:pt x="30262" y="84909"/>
                    <a:pt x="147610" y="102326"/>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7" name="Google Shape;1507;p49"/>
            <p:cNvSpPr/>
            <p:nvPr/>
          </p:nvSpPr>
          <p:spPr>
            <a:xfrm>
              <a:off x="3053723" y="4127170"/>
              <a:ext cx="134765" cy="141296"/>
            </a:xfrm>
            <a:custGeom>
              <a:avLst/>
              <a:gdLst/>
              <a:ahLst/>
              <a:cxnLst/>
              <a:rect l="l" t="t" r="r" b="b"/>
              <a:pathLst>
                <a:path w="134765" h="141296" extrusionOk="0">
                  <a:moveTo>
                    <a:pt x="134765" y="104503"/>
                  </a:moveTo>
                  <a:cubicBezTo>
                    <a:pt x="119961" y="116041"/>
                    <a:pt x="108204" y="127798"/>
                    <a:pt x="97754" y="141296"/>
                  </a:cubicBezTo>
                  <a:cubicBezTo>
                    <a:pt x="62484" y="130193"/>
                    <a:pt x="4790" y="102978"/>
                    <a:pt x="0" y="41801"/>
                  </a:cubicBezTo>
                  <a:lnTo>
                    <a:pt x="0" y="41801"/>
                  </a:lnTo>
                  <a:cubicBezTo>
                    <a:pt x="10233" y="29391"/>
                    <a:pt x="19159" y="15675"/>
                    <a:pt x="28085" y="0"/>
                  </a:cubicBezTo>
                  <a:cubicBezTo>
                    <a:pt x="28085" y="0"/>
                    <a:pt x="25908" y="77941"/>
                    <a:pt x="134765" y="104503"/>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1511"/>
        <p:cNvGrpSpPr/>
        <p:nvPr/>
      </p:nvGrpSpPr>
      <p:grpSpPr>
        <a:xfrm>
          <a:off x="0" y="0"/>
          <a:ext cx="0" cy="0"/>
          <a:chOff x="0" y="0"/>
          <a:chExt cx="0" cy="0"/>
        </a:xfrm>
      </p:grpSpPr>
      <p:sp>
        <p:nvSpPr>
          <p:cNvPr id="1512" name="Google Shape;1512;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1513" name="Google Shape;1513;p50"/>
          <p:cNvSpPr txBox="1">
            <a:spLocks noGrp="1"/>
          </p:cNvSpPr>
          <p:nvPr>
            <p:ph type="body" idx="1"/>
          </p:nvPr>
        </p:nvSpPr>
        <p:spPr>
          <a:xfrm>
            <a:off x="720000" y="1152475"/>
            <a:ext cx="7704000" cy="3029100"/>
          </a:xfrm>
          <a:prstGeom prst="rect">
            <a:avLst/>
          </a:prstGeom>
        </p:spPr>
        <p:txBody>
          <a:bodyPr spcFirstLastPara="1" wrap="square" lIns="91425" tIns="91425" rIns="91425" bIns="91425" anchor="t" anchorCtr="0">
            <a:noAutofit/>
          </a:bodyPr>
          <a:lstStyle/>
          <a:p>
            <a:pPr marL="0" lvl="0" indent="0" algn="l" rtl="0">
              <a:lnSpc>
                <a:spcPct val="100000"/>
              </a:lnSpc>
              <a:spcBef>
                <a:spcPts val="300"/>
              </a:spcBef>
              <a:spcAft>
                <a:spcPts val="0"/>
              </a:spcAft>
              <a:buClr>
                <a:schemeClr val="dk1"/>
              </a:buClr>
              <a:buSzPts val="1100"/>
              <a:buFont typeface="Arial"/>
              <a:buNone/>
            </a:pPr>
            <a:r>
              <a:rPr lang="en"/>
              <a:t>Did you like the resources on this template? Get them for free at our other websites:</a:t>
            </a:r>
            <a:endParaRPr/>
          </a:p>
          <a:p>
            <a:pPr marL="0" lvl="0" indent="0" algn="l" rtl="0">
              <a:lnSpc>
                <a:spcPct val="100000"/>
              </a:lnSpc>
              <a:spcBef>
                <a:spcPts val="300"/>
              </a:spcBef>
              <a:spcAft>
                <a:spcPts val="0"/>
              </a:spcAft>
              <a:buClr>
                <a:schemeClr val="dk1"/>
              </a:buClr>
              <a:buSzPts val="1100"/>
              <a:buFont typeface="Arial"/>
              <a:buNone/>
            </a:pPr>
            <a:endParaRPr/>
          </a:p>
          <a:p>
            <a:pPr marL="0" lvl="0" indent="0" algn="l" rtl="0">
              <a:lnSpc>
                <a:spcPct val="100000"/>
              </a:lnSpc>
              <a:spcBef>
                <a:spcPts val="0"/>
              </a:spcBef>
              <a:spcAft>
                <a:spcPts val="0"/>
              </a:spcAft>
              <a:buNone/>
            </a:pPr>
            <a:r>
              <a:rPr lang="en" b="1"/>
              <a:t>Vectors</a:t>
            </a:r>
            <a:endParaRPr b="1"/>
          </a:p>
          <a:p>
            <a:pPr marL="457200" lvl="0" indent="-304800" algn="l" rtl="0">
              <a:lnSpc>
                <a:spcPct val="100000"/>
              </a:lnSpc>
              <a:spcBef>
                <a:spcPts val="0"/>
              </a:spcBef>
              <a:spcAft>
                <a:spcPts val="0"/>
              </a:spcAft>
              <a:buSzPts val="1200"/>
              <a:buChar char="●"/>
            </a:pPr>
            <a:r>
              <a:rPr lang="en" u="sng">
                <a:hlinkClick r:id="rId3"/>
              </a:rPr>
              <a:t>Hand drawn bowling facebook cover template</a:t>
            </a:r>
            <a:endParaRPr b="1"/>
          </a:p>
          <a:p>
            <a:pPr marL="457200" lvl="0" indent="-304800" algn="l" rtl="0">
              <a:lnSpc>
                <a:spcPct val="100000"/>
              </a:lnSpc>
              <a:spcBef>
                <a:spcPts val="0"/>
              </a:spcBef>
              <a:spcAft>
                <a:spcPts val="0"/>
              </a:spcAft>
              <a:buSzPts val="1200"/>
              <a:buChar char="●"/>
            </a:pPr>
            <a:r>
              <a:rPr lang="en" u="sng">
                <a:hlinkClick r:id="rId4"/>
              </a:rPr>
              <a:t>Hand drawn bowling twitch banner template</a:t>
            </a:r>
            <a:endParaRPr b="1"/>
          </a:p>
          <a:p>
            <a:pPr marL="457200" lvl="0" indent="-304800" algn="l" rtl="0">
              <a:lnSpc>
                <a:spcPct val="100000"/>
              </a:lnSpc>
              <a:spcBef>
                <a:spcPts val="0"/>
              </a:spcBef>
              <a:spcAft>
                <a:spcPts val="0"/>
              </a:spcAft>
              <a:buSzPts val="1200"/>
              <a:buChar char="●"/>
            </a:pPr>
            <a:r>
              <a:rPr lang="en" u="sng">
                <a:hlinkClick r:id="rId5"/>
              </a:rPr>
              <a:t>Vintage grunge texture</a:t>
            </a:r>
            <a:endParaRPr b="1"/>
          </a:p>
          <a:p>
            <a:pPr marL="457200" lvl="0" indent="-304800" algn="l" rtl="0">
              <a:lnSpc>
                <a:spcPct val="100000"/>
              </a:lnSpc>
              <a:spcBef>
                <a:spcPts val="0"/>
              </a:spcBef>
              <a:spcAft>
                <a:spcPts val="0"/>
              </a:spcAft>
              <a:buSzPts val="1200"/>
              <a:buChar char="●"/>
            </a:pPr>
            <a:r>
              <a:rPr lang="en" u="sng">
                <a:hlinkClick r:id="rId6"/>
              </a:rPr>
              <a:t>Grunge poster background with scratches, spots and textured frame</a:t>
            </a:r>
            <a:endParaRPr b="1"/>
          </a:p>
          <a:p>
            <a:pPr marL="0" lvl="0" indent="0" algn="l" rtl="0">
              <a:lnSpc>
                <a:spcPct val="100000"/>
              </a:lnSpc>
              <a:spcBef>
                <a:spcPts val="0"/>
              </a:spcBef>
              <a:spcAft>
                <a:spcPts val="0"/>
              </a:spcAft>
              <a:buNone/>
            </a:pPr>
            <a:endParaRPr b="1"/>
          </a:p>
          <a:p>
            <a:pPr marL="0" lvl="0" indent="0" algn="l" rtl="0">
              <a:spcBef>
                <a:spcPts val="0"/>
              </a:spcBef>
              <a:spcAft>
                <a:spcPts val="0"/>
              </a:spcAft>
              <a:buNone/>
            </a:pPr>
            <a:r>
              <a:rPr lang="en" b="1"/>
              <a:t>Photos</a:t>
            </a:r>
            <a:endParaRPr b="1"/>
          </a:p>
          <a:p>
            <a:pPr marL="457200" lvl="0" indent="-304800" algn="l" rtl="0">
              <a:lnSpc>
                <a:spcPct val="100000"/>
              </a:lnSpc>
              <a:spcBef>
                <a:spcPts val="0"/>
              </a:spcBef>
              <a:spcAft>
                <a:spcPts val="0"/>
              </a:spcAft>
              <a:buSzPts val="1200"/>
              <a:buChar char="●"/>
            </a:pPr>
            <a:r>
              <a:rPr lang="en" u="sng">
                <a:hlinkClick r:id="rId7"/>
              </a:rPr>
              <a:t>Bowling equipment indoors still life</a:t>
            </a:r>
            <a:endParaRPr/>
          </a:p>
          <a:p>
            <a:pPr marL="457200" lvl="0" indent="-304800" algn="l" rtl="0">
              <a:lnSpc>
                <a:spcPct val="100000"/>
              </a:lnSpc>
              <a:spcBef>
                <a:spcPts val="0"/>
              </a:spcBef>
              <a:spcAft>
                <a:spcPts val="0"/>
              </a:spcAft>
              <a:buSzPts val="1200"/>
              <a:buChar char="●"/>
            </a:pPr>
            <a:r>
              <a:rPr lang="en" u="sng">
                <a:hlinkClick r:id="rId8"/>
              </a:rPr>
              <a:t>Portrait of woman dressed in 80s aesthetic</a:t>
            </a:r>
            <a:endParaRPr b="1"/>
          </a:p>
          <a:p>
            <a:pPr marL="0" lvl="0" indent="0" algn="l" rtl="0">
              <a:lnSpc>
                <a:spcPct val="100000"/>
              </a:lnSpc>
              <a:spcBef>
                <a:spcPts val="0"/>
              </a:spcBef>
              <a:spcAft>
                <a:spcPts val="0"/>
              </a:spcAft>
              <a:buNone/>
            </a:pPr>
            <a:endParaRPr b="1"/>
          </a:p>
          <a:p>
            <a:pPr marL="0" lvl="0" indent="0" algn="l" rtl="0">
              <a:lnSpc>
                <a:spcPct val="100000"/>
              </a:lnSpc>
              <a:spcBef>
                <a:spcPts val="0"/>
              </a:spcBef>
              <a:spcAft>
                <a:spcPts val="0"/>
              </a:spcAft>
              <a:buNone/>
            </a:pPr>
            <a:r>
              <a:rPr lang="en" b="1"/>
              <a:t>Icon </a:t>
            </a:r>
            <a:endParaRPr b="1"/>
          </a:p>
          <a:p>
            <a:pPr marL="457200" lvl="0" indent="-304800" algn="l" rtl="0">
              <a:lnSpc>
                <a:spcPct val="100000"/>
              </a:lnSpc>
              <a:spcBef>
                <a:spcPts val="0"/>
              </a:spcBef>
              <a:spcAft>
                <a:spcPts val="0"/>
              </a:spcAft>
              <a:buSzPts val="1200"/>
              <a:buChar char="●"/>
            </a:pPr>
            <a:r>
              <a:rPr lang="en" u="sng">
                <a:hlinkClick r:id="rId9"/>
              </a:rPr>
              <a:t>Bowling elements icon pack fill</a:t>
            </a:r>
            <a:endParaRPr b="1"/>
          </a:p>
        </p:txBody>
      </p:sp>
      <p:sp>
        <p:nvSpPr>
          <p:cNvPr id="1514" name="Google Shape;1514;p50"/>
          <p:cNvSpPr/>
          <p:nvPr/>
        </p:nvSpPr>
        <p:spPr>
          <a:xfrm>
            <a:off x="5609575" y="4376050"/>
            <a:ext cx="330600" cy="347400"/>
          </a:xfrm>
          <a:prstGeom prst="star10">
            <a:avLst>
              <a:gd name="adj" fmla="val 31156"/>
              <a:gd name="hf" fmla="val 10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18"/>
        <p:cNvGrpSpPr/>
        <p:nvPr/>
      </p:nvGrpSpPr>
      <p:grpSpPr>
        <a:xfrm>
          <a:off x="0" y="0"/>
          <a:ext cx="0" cy="0"/>
          <a:chOff x="0" y="0"/>
          <a:chExt cx="0" cy="0"/>
        </a:xfrm>
      </p:grpSpPr>
      <p:sp>
        <p:nvSpPr>
          <p:cNvPr id="1519" name="Google Shape;1519;p51"/>
          <p:cNvSpPr txBox="1"/>
          <p:nvPr/>
        </p:nvSpPr>
        <p:spPr>
          <a:xfrm>
            <a:off x="72345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100" b="1" u="sng">
                <a:solidFill>
                  <a:schemeClr val="dk2"/>
                </a:solidFill>
                <a:hlinkClick r:id="rId3">
                  <a:extLst>
                    <a:ext uri="{A12FA001-AC4F-418D-AE19-62706E023703}">
                      <ahyp:hlinkClr xmlns:ahyp="http://schemas.microsoft.com/office/drawing/2018/hyperlinkcolor" val="tx"/>
                    </a:ext>
                  </a:extLst>
                </a:hlinkClick>
              </a:rPr>
              <a:t>Slidesgo</a:t>
            </a:r>
            <a:r>
              <a:rPr lang="en" sz="1100" b="1">
                <a:solidFill>
                  <a:schemeClr val="dk2"/>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lnSpc>
                <a:spcPct val="100000"/>
              </a:lnSpc>
              <a:spcBef>
                <a:spcPts val="1000"/>
              </a:spcBef>
              <a:spcAft>
                <a:spcPts val="0"/>
              </a:spcAft>
              <a:buNone/>
            </a:pPr>
            <a:r>
              <a:rPr lang="en" sz="1100" b="1">
                <a:solidFill>
                  <a:schemeClr val="dk2"/>
                </a:solidFill>
              </a:rPr>
              <a:t>You are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lnSpc>
                <a:spcPct val="100000"/>
              </a:lnSpc>
              <a:spcBef>
                <a:spcPts val="1000"/>
              </a:spcBef>
              <a:spcAft>
                <a:spcPts val="0"/>
              </a:spcAft>
              <a:buNone/>
            </a:pPr>
            <a:r>
              <a:rPr lang="en" sz="1100" b="1">
                <a:solidFill>
                  <a:schemeClr val="dk2"/>
                </a:solidFill>
              </a:rPr>
              <a:t>You are not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lnSpc>
                <a:spcPct val="100000"/>
              </a:lnSpc>
              <a:spcBef>
                <a:spcPts val="0"/>
              </a:spcBef>
              <a:spcAft>
                <a:spcPts val="0"/>
              </a:spcAft>
              <a:buNone/>
            </a:pP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lnSpc>
                <a:spcPct val="100000"/>
              </a:lnSpc>
              <a:spcBef>
                <a:spcPts val="0"/>
              </a:spcBef>
              <a:spcAft>
                <a:spcPts val="0"/>
              </a:spcAft>
              <a:buNone/>
            </a:pPr>
            <a:r>
              <a:rPr lang="en" sz="1100" b="1" u="sng">
                <a:solidFill>
                  <a:schemeClr val="dk2"/>
                </a:solidFill>
                <a:hlinkClick r:id="rId5">
                  <a:extLst>
                    <a:ext uri="{A12FA001-AC4F-418D-AE19-62706E023703}">
                      <ahyp:hlinkClr xmlns:ahyp="http://schemas.microsoft.com/office/drawing/2018/hyperlinkcolor" val="tx"/>
                    </a:ext>
                  </a:extLst>
                </a:hlinkClick>
              </a:rPr>
              <a:t>https://slidesgo.com/faqs</a:t>
            </a:r>
            <a:r>
              <a:rPr lang="en" sz="1100">
                <a:solidFill>
                  <a:schemeClr val="lt1"/>
                </a:solidFill>
              </a:rPr>
              <a:t> and </a:t>
            </a:r>
            <a:r>
              <a:rPr lang="en" sz="1100" b="1" u="sng">
                <a:solidFill>
                  <a:schemeClr val="dk2"/>
                </a:solidFill>
                <a:hlinkClick r:id="rId6">
                  <a:extLst>
                    <a:ext uri="{A12FA001-AC4F-418D-AE19-62706E023703}">
                      <ahyp:hlinkClr xmlns:ahyp="http://schemas.microsoft.com/office/drawing/2018/hyperlinkcolor" val="tx"/>
                    </a:ext>
                  </a:extLst>
                </a:hlinkClick>
              </a:rPr>
              <a:t>https://slidesgo.com/slidesgo-school</a:t>
            </a:r>
            <a:endParaRPr sz="1100" b="1">
              <a:solidFill>
                <a:schemeClr val="dk2"/>
              </a:solidFill>
            </a:endParaRPr>
          </a:p>
        </p:txBody>
      </p:sp>
      <p:sp>
        <p:nvSpPr>
          <p:cNvPr id="1520" name="Google Shape;1520;p51"/>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 (premium users)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24"/>
        <p:cNvGrpSpPr/>
        <p:nvPr/>
      </p:nvGrpSpPr>
      <p:grpSpPr>
        <a:xfrm>
          <a:off x="0" y="0"/>
          <a:ext cx="0" cy="0"/>
          <a:chOff x="0" y="0"/>
          <a:chExt cx="0" cy="0"/>
        </a:xfrm>
      </p:grpSpPr>
      <p:sp>
        <p:nvSpPr>
          <p:cNvPr id="1525" name="Google Shape;1525;p5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1526" name="Google Shape;1526;p52"/>
          <p:cNvSpPr txBox="1"/>
          <p:nvPr/>
        </p:nvSpPr>
        <p:spPr>
          <a:xfrm>
            <a:off x="72340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rgbClr val="000000"/>
              </a:buClr>
              <a:buSzPts val="1100"/>
              <a:buFont typeface="Arial"/>
              <a:buNone/>
            </a:pPr>
            <a:r>
              <a:rPr lang="en" sz="1100">
                <a:solidFill>
                  <a:schemeClr val="lt1"/>
                </a:solidFill>
              </a:rPr>
              <a:t>If you have a free account, in order to use this template, you must credit </a:t>
            </a:r>
            <a:r>
              <a:rPr lang="en" sz="1100" b="1" u="sng">
                <a:solidFill>
                  <a:schemeClr val="dk2"/>
                </a:solidFill>
                <a:hlinkClick r:id="rId3">
                  <a:extLst>
                    <a:ext uri="{A12FA001-AC4F-418D-AE19-62706E023703}">
                      <ahyp:hlinkClr xmlns:ahyp="http://schemas.microsoft.com/office/drawing/2018/hyperlinkcolor" val="tx"/>
                    </a:ext>
                  </a:extLst>
                </a:hlinkClick>
              </a:rPr>
              <a:t>Slidesgo</a:t>
            </a:r>
            <a:r>
              <a:rPr lang="en" sz="1100" b="1">
                <a:solidFill>
                  <a:schemeClr val="dk2"/>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dk2"/>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lnSpc>
                <a:spcPct val="100000"/>
              </a:lnSpc>
              <a:spcBef>
                <a:spcPts val="1000"/>
              </a:spcBef>
              <a:spcAft>
                <a:spcPts val="0"/>
              </a:spcAft>
              <a:buClr>
                <a:srgbClr val="000000"/>
              </a:buClr>
              <a:buSzPts val="1100"/>
              <a:buFont typeface="Arial"/>
              <a:buNone/>
            </a:pPr>
            <a:r>
              <a:rPr lang="en" sz="1100" b="1">
                <a:solidFill>
                  <a:schemeClr val="dk2"/>
                </a:solidFill>
              </a:rPr>
              <a:t>As a Free user, you are allowed to:</a:t>
            </a:r>
            <a:endParaRPr sz="1100" b="1">
              <a:solidFill>
                <a:schemeClr val="dk2"/>
              </a:solidFill>
            </a:endParaRPr>
          </a:p>
          <a:p>
            <a:pPr marL="457200" lvl="0" indent="-298450" algn="l" rtl="0">
              <a:lnSpc>
                <a:spcPct val="100000"/>
              </a:lnSpc>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lnSpc>
                <a:spcPct val="100000"/>
              </a:lnSpc>
              <a:spcBef>
                <a:spcPts val="1400"/>
              </a:spcBef>
              <a:spcAft>
                <a:spcPts val="0"/>
              </a:spcAft>
              <a:buClr>
                <a:srgbClr val="000000"/>
              </a:buClr>
              <a:buSzPts val="1100"/>
              <a:buFont typeface="Arial"/>
              <a:buNone/>
            </a:pPr>
            <a:r>
              <a:rPr lang="en" sz="1100" b="1">
                <a:solidFill>
                  <a:schemeClr val="dk2"/>
                </a:solidFill>
              </a:rPr>
              <a:t>You are not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 sz="1100" b="1" u="sng">
                <a:solidFill>
                  <a:schemeClr val="dk2"/>
                </a:solidFill>
                <a:hlinkClick r:id="rId5">
                  <a:extLst>
                    <a:ext uri="{A12FA001-AC4F-418D-AE19-62706E023703}">
                      <ahyp:hlinkClr xmlns:ahyp="http://schemas.microsoft.com/office/drawing/2018/hyperlinkcolor" val="tx"/>
                    </a:ext>
                  </a:extLst>
                </a:hlinkClick>
              </a:rPr>
              <a:t>https://slidesgo.com/faqs</a:t>
            </a:r>
            <a:r>
              <a:rPr lang="en" sz="1100">
                <a:solidFill>
                  <a:schemeClr val="lt1"/>
                </a:solidFill>
              </a:rPr>
              <a:t> and </a:t>
            </a:r>
            <a:r>
              <a:rPr lang="en" sz="1100" b="1" u="sng">
                <a:solidFill>
                  <a:schemeClr val="dk2"/>
                </a:solidFill>
                <a:hlinkClick r:id="rId6">
                  <a:extLst>
                    <a:ext uri="{A12FA001-AC4F-418D-AE19-62706E023703}">
                      <ahyp:hlinkClr xmlns:ahyp="http://schemas.microsoft.com/office/drawing/2018/hyperlinkcolor" val="tx"/>
                    </a:ext>
                  </a:extLst>
                </a:hlinkClick>
              </a:rPr>
              <a:t>https://slidesgo.com/slidesgo-school</a:t>
            </a:r>
            <a:endParaRPr sz="1100" b="1">
              <a:solidFill>
                <a:schemeClr val="dk2"/>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30"/>
        <p:cNvGrpSpPr/>
        <p:nvPr/>
      </p:nvGrpSpPr>
      <p:grpSpPr>
        <a:xfrm>
          <a:off x="0" y="0"/>
          <a:ext cx="0" cy="0"/>
          <a:chOff x="0" y="0"/>
          <a:chExt cx="0" cy="0"/>
        </a:xfrm>
      </p:grpSpPr>
      <p:sp>
        <p:nvSpPr>
          <p:cNvPr id="1531" name="Google Shape;1531;p53"/>
          <p:cNvSpPr txBox="1"/>
          <p:nvPr/>
        </p:nvSpPr>
        <p:spPr>
          <a:xfrm>
            <a:off x="723400" y="1187975"/>
            <a:ext cx="7697100" cy="1466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This presentation has been made using the following fonts:</a:t>
            </a:r>
            <a:endParaRPr sz="1100">
              <a:solidFill>
                <a:schemeClr val="lt1"/>
              </a:solidFill>
            </a:endParaRPr>
          </a:p>
          <a:p>
            <a:pPr marL="0" lvl="0" indent="0" algn="ctr" rtl="0">
              <a:lnSpc>
                <a:spcPct val="100000"/>
              </a:lnSpc>
              <a:spcBef>
                <a:spcPts val="1000"/>
              </a:spcBef>
              <a:spcAft>
                <a:spcPts val="0"/>
              </a:spcAft>
              <a:buNone/>
            </a:pPr>
            <a:r>
              <a:rPr lang="en" sz="1100" b="1">
                <a:solidFill>
                  <a:schemeClr val="lt1"/>
                </a:solidFill>
              </a:rPr>
              <a:t>Grand Hotel</a:t>
            </a:r>
            <a:endParaRPr sz="1100" b="1">
              <a:solidFill>
                <a:schemeClr val="lt1"/>
              </a:solidFill>
            </a:endParaRPr>
          </a:p>
          <a:p>
            <a:pPr marL="0" lvl="0" indent="0" algn="ctr" rtl="0">
              <a:lnSpc>
                <a:spcPct val="100000"/>
              </a:lnSpc>
              <a:spcBef>
                <a:spcPts val="0"/>
              </a:spcBef>
              <a:spcAft>
                <a:spcPts val="0"/>
              </a:spcAft>
              <a:buNone/>
            </a:pPr>
            <a:r>
              <a:rPr lang="en" sz="1100">
                <a:solidFill>
                  <a:schemeClr val="lt1"/>
                </a:solidFill>
              </a:rPr>
              <a:t>(</a:t>
            </a:r>
            <a:r>
              <a:rPr lang="en" sz="1100" u="sng">
                <a:solidFill>
                  <a:schemeClr val="lt1"/>
                </a:solidFill>
                <a:hlinkClick r:id="rId3">
                  <a:extLst>
                    <a:ext uri="{A12FA001-AC4F-418D-AE19-62706E023703}">
                      <ahyp:hlinkClr xmlns:ahyp="http://schemas.microsoft.com/office/drawing/2018/hyperlinkcolor" val="tx"/>
                    </a:ext>
                  </a:extLst>
                </a:hlinkClick>
              </a:rPr>
              <a:t>https://fonts.google.com/specimen/Grand+Hotel</a:t>
            </a:r>
            <a:r>
              <a:rPr lang="en" sz="1100">
                <a:solidFill>
                  <a:schemeClr val="lt1"/>
                </a:solidFill>
              </a:rPr>
              <a:t>)</a:t>
            </a:r>
            <a:endParaRPr sz="1100">
              <a:solidFill>
                <a:schemeClr val="lt1"/>
              </a:solidFill>
            </a:endParaRPr>
          </a:p>
          <a:p>
            <a:pPr marL="0" lvl="0" indent="0" algn="ctr" rtl="0">
              <a:lnSpc>
                <a:spcPct val="100000"/>
              </a:lnSpc>
              <a:spcBef>
                <a:spcPts val="0"/>
              </a:spcBef>
              <a:spcAft>
                <a:spcPts val="0"/>
              </a:spcAft>
              <a:buNone/>
            </a:pPr>
            <a:endParaRPr sz="1100">
              <a:solidFill>
                <a:schemeClr val="lt1"/>
              </a:solidFill>
            </a:endParaRPr>
          </a:p>
          <a:p>
            <a:pPr marL="0" lvl="0" indent="0" algn="ctr" rtl="0">
              <a:lnSpc>
                <a:spcPct val="100000"/>
              </a:lnSpc>
              <a:spcBef>
                <a:spcPts val="0"/>
              </a:spcBef>
              <a:spcAft>
                <a:spcPts val="0"/>
              </a:spcAft>
              <a:buNone/>
            </a:pPr>
            <a:r>
              <a:rPr lang="en" sz="1100" b="1">
                <a:solidFill>
                  <a:schemeClr val="lt1"/>
                </a:solidFill>
              </a:rPr>
              <a:t>Inter</a:t>
            </a:r>
            <a:endParaRPr sz="1100" b="1">
              <a:solidFill>
                <a:schemeClr val="lt1"/>
              </a:solidFill>
            </a:endParaRPr>
          </a:p>
          <a:p>
            <a:pPr marL="0" lvl="0" indent="0" algn="ctr" rtl="0">
              <a:lnSpc>
                <a:spcPct val="100000"/>
              </a:lnSpc>
              <a:spcBef>
                <a:spcPts val="0"/>
              </a:spcBef>
              <a:spcAft>
                <a:spcPts val="0"/>
              </a:spcAft>
              <a:buNone/>
            </a:pPr>
            <a:r>
              <a:rPr lang="en" sz="1100">
                <a:solidFill>
                  <a:schemeClr val="lt1"/>
                </a:solidFill>
              </a:rPr>
              <a:t>(</a:t>
            </a:r>
            <a:r>
              <a:rPr lang="en" sz="1100" u="sng">
                <a:solidFill>
                  <a:schemeClr val="lt1"/>
                </a:solidFill>
                <a:hlinkClick r:id="rId4">
                  <a:extLst>
                    <a:ext uri="{A12FA001-AC4F-418D-AE19-62706E023703}">
                      <ahyp:hlinkClr xmlns:ahyp="http://schemas.microsoft.com/office/drawing/2018/hyperlinkcolor" val="tx"/>
                    </a:ext>
                  </a:extLst>
                </a:hlinkClick>
              </a:rPr>
              <a:t>https://fonts.google.com/specimen/Inter</a:t>
            </a:r>
            <a:r>
              <a:rPr lang="en" sz="1100">
                <a:solidFill>
                  <a:schemeClr val="lt1"/>
                </a:solidFill>
              </a:rPr>
              <a:t>)</a:t>
            </a:r>
            <a:endParaRPr sz="1100">
              <a:solidFill>
                <a:schemeClr val="lt1"/>
              </a:solidFill>
            </a:endParaRPr>
          </a:p>
          <a:p>
            <a:pPr marL="0" lvl="0" indent="0" algn="l" rtl="0">
              <a:lnSpc>
                <a:spcPct val="100000"/>
              </a:lnSpc>
              <a:spcBef>
                <a:spcPts val="0"/>
              </a:spcBef>
              <a:spcAft>
                <a:spcPts val="0"/>
              </a:spcAft>
              <a:buNone/>
            </a:pPr>
            <a:endParaRPr sz="1100">
              <a:solidFill>
                <a:schemeClr val="lt1"/>
              </a:solidFill>
            </a:endParaRPr>
          </a:p>
        </p:txBody>
      </p:sp>
      <p:sp>
        <p:nvSpPr>
          <p:cNvPr id="1532" name="Google Shape;1532;p53"/>
          <p:cNvSpPr/>
          <p:nvPr/>
        </p:nvSpPr>
        <p:spPr>
          <a:xfrm>
            <a:off x="2052650" y="2947175"/>
            <a:ext cx="791400" cy="754200"/>
          </a:xfrm>
          <a:prstGeom prst="roundRect">
            <a:avLst>
              <a:gd name="adj" fmla="val 16667"/>
            </a:avLst>
          </a:prstGeom>
          <a:solidFill>
            <a:srgbClr val="31383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53"/>
          <p:cNvSpPr/>
          <p:nvPr/>
        </p:nvSpPr>
        <p:spPr>
          <a:xfrm>
            <a:off x="3114470" y="2947175"/>
            <a:ext cx="791400" cy="754200"/>
          </a:xfrm>
          <a:prstGeom prst="roundRect">
            <a:avLst>
              <a:gd name="adj" fmla="val 16667"/>
            </a:avLst>
          </a:prstGeom>
          <a:solidFill>
            <a:srgbClr val="6E7F7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53"/>
          <p:cNvSpPr/>
          <p:nvPr/>
        </p:nvSpPr>
        <p:spPr>
          <a:xfrm>
            <a:off x="4176289" y="2947175"/>
            <a:ext cx="791400" cy="754200"/>
          </a:xfrm>
          <a:prstGeom prst="roundRect">
            <a:avLst>
              <a:gd name="adj" fmla="val 16667"/>
            </a:avLst>
          </a:prstGeom>
          <a:solidFill>
            <a:srgbClr val="86856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53"/>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#313835</a:t>
            </a:r>
            <a:endParaRPr sz="1000">
              <a:solidFill>
                <a:srgbClr val="FFFFFF"/>
              </a:solidFill>
            </a:endParaRPr>
          </a:p>
        </p:txBody>
      </p:sp>
      <p:sp>
        <p:nvSpPr>
          <p:cNvPr id="1536" name="Google Shape;1536;p53"/>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#6e7f77</a:t>
            </a:r>
            <a:endParaRPr sz="1000">
              <a:solidFill>
                <a:srgbClr val="FFFFFF"/>
              </a:solidFill>
            </a:endParaRPr>
          </a:p>
        </p:txBody>
      </p:sp>
      <p:sp>
        <p:nvSpPr>
          <p:cNvPr id="1537" name="Google Shape;1537;p53"/>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#868568</a:t>
            </a:r>
            <a:endParaRPr sz="1000">
              <a:solidFill>
                <a:srgbClr val="191919"/>
              </a:solidFill>
            </a:endParaRPr>
          </a:p>
        </p:txBody>
      </p:sp>
      <p:sp>
        <p:nvSpPr>
          <p:cNvPr id="1538" name="Google Shape;1538;p53"/>
          <p:cNvSpPr/>
          <p:nvPr/>
        </p:nvSpPr>
        <p:spPr>
          <a:xfrm>
            <a:off x="5238125" y="2947175"/>
            <a:ext cx="791400" cy="754200"/>
          </a:xfrm>
          <a:prstGeom prst="roundRect">
            <a:avLst>
              <a:gd name="adj" fmla="val 16667"/>
            </a:avLst>
          </a:prstGeom>
          <a:solidFill>
            <a:srgbClr val="B5927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53"/>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#b59270</a:t>
            </a:r>
            <a:endParaRPr sz="1000">
              <a:solidFill>
                <a:srgbClr val="191919"/>
              </a:solidFill>
            </a:endParaRPr>
          </a:p>
        </p:txBody>
      </p:sp>
      <p:sp>
        <p:nvSpPr>
          <p:cNvPr id="1540" name="Google Shape;1540;p53"/>
          <p:cNvSpPr/>
          <p:nvPr/>
        </p:nvSpPr>
        <p:spPr>
          <a:xfrm>
            <a:off x="2583513" y="3892775"/>
            <a:ext cx="791400" cy="754200"/>
          </a:xfrm>
          <a:prstGeom prst="roundRect">
            <a:avLst>
              <a:gd name="adj" fmla="val 16667"/>
            </a:avLst>
          </a:prstGeom>
          <a:solidFill>
            <a:srgbClr val="BA705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53"/>
          <p:cNvSpPr/>
          <p:nvPr/>
        </p:nvSpPr>
        <p:spPr>
          <a:xfrm>
            <a:off x="3645332" y="3892775"/>
            <a:ext cx="791400" cy="754200"/>
          </a:xfrm>
          <a:prstGeom prst="roundRect">
            <a:avLst>
              <a:gd name="adj" fmla="val 16667"/>
            </a:avLst>
          </a:prstGeom>
          <a:solidFill>
            <a:srgbClr val="E8E6D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53"/>
          <p:cNvSpPr/>
          <p:nvPr/>
        </p:nvSpPr>
        <p:spPr>
          <a:xfrm>
            <a:off x="4707152" y="3892775"/>
            <a:ext cx="791400" cy="754200"/>
          </a:xfrm>
          <a:prstGeom prst="roundRect">
            <a:avLst>
              <a:gd name="adj" fmla="val 16667"/>
            </a:avLst>
          </a:prstGeom>
          <a:solidFill>
            <a:srgbClr val="B2C9B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53"/>
          <p:cNvSpPr txBox="1"/>
          <p:nvPr/>
        </p:nvSpPr>
        <p:spPr>
          <a:xfrm>
            <a:off x="2583513" y="40498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#ba7051</a:t>
            </a:r>
            <a:endParaRPr sz="1000">
              <a:solidFill>
                <a:srgbClr val="FFFFFF"/>
              </a:solidFill>
            </a:endParaRPr>
          </a:p>
        </p:txBody>
      </p:sp>
      <p:sp>
        <p:nvSpPr>
          <p:cNvPr id="1544" name="Google Shape;1544;p53"/>
          <p:cNvSpPr txBox="1"/>
          <p:nvPr/>
        </p:nvSpPr>
        <p:spPr>
          <a:xfrm>
            <a:off x="3645338" y="40498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#e8e6d1</a:t>
            </a:r>
            <a:endParaRPr sz="1000">
              <a:solidFill>
                <a:srgbClr val="191919"/>
              </a:solidFill>
            </a:endParaRPr>
          </a:p>
        </p:txBody>
      </p:sp>
      <p:sp>
        <p:nvSpPr>
          <p:cNvPr id="1545" name="Google Shape;1545;p53"/>
          <p:cNvSpPr txBox="1"/>
          <p:nvPr/>
        </p:nvSpPr>
        <p:spPr>
          <a:xfrm>
            <a:off x="4707163" y="40498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#b2c9bc</a:t>
            </a:r>
            <a:endParaRPr sz="1000">
              <a:solidFill>
                <a:srgbClr val="191919"/>
              </a:solidFill>
            </a:endParaRPr>
          </a:p>
        </p:txBody>
      </p:sp>
      <p:sp>
        <p:nvSpPr>
          <p:cNvPr id="1546" name="Google Shape;1546;p53"/>
          <p:cNvSpPr/>
          <p:nvPr/>
        </p:nvSpPr>
        <p:spPr>
          <a:xfrm>
            <a:off x="5768988" y="3892775"/>
            <a:ext cx="791400" cy="754200"/>
          </a:xfrm>
          <a:prstGeom prst="roundRect">
            <a:avLst>
              <a:gd name="adj" fmla="val 16667"/>
            </a:avLst>
          </a:prstGeom>
          <a:solidFill>
            <a:schemeClr val="lt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53"/>
          <p:cNvSpPr txBox="1"/>
          <p:nvPr/>
        </p:nvSpPr>
        <p:spPr>
          <a:xfrm>
            <a:off x="5768988" y="40498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#ffffff</a:t>
            </a:r>
            <a:endParaRPr sz="1000">
              <a:solidFill>
                <a:srgbClr val="191919"/>
              </a:solidFill>
            </a:endParaRPr>
          </a:p>
        </p:txBody>
      </p:sp>
      <p:sp>
        <p:nvSpPr>
          <p:cNvPr id="1548" name="Google Shape;1548;p53"/>
          <p:cNvSpPr/>
          <p:nvPr/>
        </p:nvSpPr>
        <p:spPr>
          <a:xfrm>
            <a:off x="6299950" y="2947175"/>
            <a:ext cx="791400" cy="754200"/>
          </a:xfrm>
          <a:prstGeom prst="roundRect">
            <a:avLst>
              <a:gd name="adj" fmla="val 16667"/>
            </a:avLst>
          </a:prstGeom>
          <a:solidFill>
            <a:srgbClr val="DAA34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53"/>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#daa34b</a:t>
            </a:r>
            <a:endParaRPr sz="1000">
              <a:solidFill>
                <a:srgbClr val="FFFFFF"/>
              </a:solidFill>
            </a:endParaRPr>
          </a:p>
        </p:txBody>
      </p:sp>
      <p:sp>
        <p:nvSpPr>
          <p:cNvPr id="1550" name="Google Shape;1550;p53"/>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Fonts &amp; colors used</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54"/>
        <p:cNvGrpSpPr/>
        <p:nvPr/>
      </p:nvGrpSpPr>
      <p:grpSpPr>
        <a:xfrm>
          <a:off x="0" y="0"/>
          <a:ext cx="0" cy="0"/>
          <a:chOff x="0" y="0"/>
          <a:chExt cx="0" cy="0"/>
        </a:xfrm>
      </p:grpSpPr>
      <p:sp>
        <p:nvSpPr>
          <p:cNvPr id="1555" name="Google Shape;1555;p54"/>
          <p:cNvSpPr txBox="1"/>
          <p:nvPr/>
        </p:nvSpPr>
        <p:spPr>
          <a:xfrm>
            <a:off x="1307550" y="1187975"/>
            <a:ext cx="6520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dk2"/>
                </a:solidFill>
              </a:rPr>
              <a:t>h</a:t>
            </a:r>
            <a:r>
              <a:rPr lang="en" sz="1100" b="1">
                <a:solidFill>
                  <a:schemeClr val="dk2"/>
                </a:solidFill>
                <a:uFill>
                  <a:noFill/>
                </a:uFill>
                <a:hlinkClick r:id="rId3">
                  <a:extLst>
                    <a:ext uri="{A12FA001-AC4F-418D-AE19-62706E023703}">
                      <ahyp:hlinkClr xmlns:ahyp="http://schemas.microsoft.com/office/drawing/2018/hyperlinkcolor" val="tx"/>
                    </a:ext>
                  </a:extLst>
                </a:hlinkClick>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chemeClr val="lt1"/>
              </a:solidFill>
            </a:endParaRPr>
          </a:p>
        </p:txBody>
      </p:sp>
      <p:sp>
        <p:nvSpPr>
          <p:cNvPr id="1556" name="Google Shape;1556;p54"/>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Storyset</a:t>
            </a:r>
            <a:endParaRPr/>
          </a:p>
        </p:txBody>
      </p:sp>
      <p:pic>
        <p:nvPicPr>
          <p:cNvPr id="1557" name="Google Shape;1557;p54"/>
          <p:cNvPicPr preferRelativeResize="0"/>
          <p:nvPr/>
        </p:nvPicPr>
        <p:blipFill rotWithShape="1">
          <a:blip r:embed="rId4">
            <a:alphaModFix/>
          </a:blip>
          <a:srcRect t="16547" b="16540"/>
          <a:stretch/>
        </p:blipFill>
        <p:spPr>
          <a:xfrm>
            <a:off x="723400" y="2607125"/>
            <a:ext cx="1522615" cy="1018800"/>
          </a:xfrm>
          <a:prstGeom prst="rect">
            <a:avLst/>
          </a:prstGeom>
          <a:noFill/>
          <a:ln>
            <a:noFill/>
          </a:ln>
        </p:spPr>
      </p:pic>
      <p:sp>
        <p:nvSpPr>
          <p:cNvPr id="1558" name="Google Shape;1558;p54">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5">
                  <a:extLst>
                    <a:ext uri="{A12FA001-AC4F-418D-AE19-62706E023703}">
                      <ahyp:hlinkClr xmlns:ahyp="http://schemas.microsoft.com/office/drawing/2018/hyperlinkcolor" val="tx"/>
                    </a:ext>
                  </a:extLst>
                </a:hlinkClick>
              </a:rPr>
              <a:t>Pana</a:t>
            </a:r>
            <a:endParaRPr b="1">
              <a:solidFill>
                <a:schemeClr val="dk2"/>
              </a:solidFill>
            </a:endParaRPr>
          </a:p>
        </p:txBody>
      </p:sp>
      <p:sp>
        <p:nvSpPr>
          <p:cNvPr id="1559" name="Google Shape;1559;p54">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6">
                  <a:extLst>
                    <a:ext uri="{A12FA001-AC4F-418D-AE19-62706E023703}">
                      <ahyp:hlinkClr xmlns:ahyp="http://schemas.microsoft.com/office/drawing/2018/hyperlinkcolor" val="tx"/>
                    </a:ext>
                  </a:extLst>
                </a:hlinkClick>
              </a:rPr>
              <a:t>Amico</a:t>
            </a:r>
            <a:endParaRPr b="1">
              <a:solidFill>
                <a:schemeClr val="dk2"/>
              </a:solidFill>
            </a:endParaRPr>
          </a:p>
        </p:txBody>
      </p:sp>
      <p:sp>
        <p:nvSpPr>
          <p:cNvPr id="1560" name="Google Shape;1560;p54">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7">
                  <a:extLst>
                    <a:ext uri="{A12FA001-AC4F-418D-AE19-62706E023703}">
                      <ahyp:hlinkClr xmlns:ahyp="http://schemas.microsoft.com/office/drawing/2018/hyperlinkcolor" val="tx"/>
                    </a:ext>
                  </a:extLst>
                </a:hlinkClick>
              </a:rPr>
              <a:t>Bro</a:t>
            </a:r>
            <a:endParaRPr b="1">
              <a:solidFill>
                <a:schemeClr val="dk2"/>
              </a:solidFill>
            </a:endParaRPr>
          </a:p>
        </p:txBody>
      </p:sp>
      <p:sp>
        <p:nvSpPr>
          <p:cNvPr id="1561" name="Google Shape;1561;p54">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8">
                  <a:extLst>
                    <a:ext uri="{A12FA001-AC4F-418D-AE19-62706E023703}">
                      <ahyp:hlinkClr xmlns:ahyp="http://schemas.microsoft.com/office/drawing/2018/hyperlinkcolor" val="tx"/>
                    </a:ext>
                  </a:extLst>
                </a:hlinkClick>
              </a:rPr>
              <a:t>Rafiki</a:t>
            </a:r>
            <a:endParaRPr b="1">
              <a:solidFill>
                <a:schemeClr val="dk2"/>
              </a:solidFill>
            </a:endParaRPr>
          </a:p>
        </p:txBody>
      </p:sp>
      <p:pic>
        <p:nvPicPr>
          <p:cNvPr id="1562" name="Google Shape;1562;p54"/>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1563" name="Google Shape;1563;p54"/>
          <p:cNvPicPr preferRelativeResize="0"/>
          <p:nvPr/>
        </p:nvPicPr>
        <p:blipFill rotWithShape="1">
          <a:blip r:embed="rId10">
            <a:alphaModFix/>
          </a:blip>
          <a:srcRect t="6377" b="6377"/>
          <a:stretch/>
        </p:blipFill>
        <p:spPr>
          <a:xfrm>
            <a:off x="3816030" y="2517800"/>
            <a:ext cx="1372495" cy="1197450"/>
          </a:xfrm>
          <a:prstGeom prst="rect">
            <a:avLst/>
          </a:prstGeom>
          <a:noFill/>
          <a:ln>
            <a:noFill/>
          </a:ln>
        </p:spPr>
      </p:pic>
      <p:pic>
        <p:nvPicPr>
          <p:cNvPr id="1564" name="Google Shape;1564;p54"/>
          <p:cNvPicPr preferRelativeResize="0"/>
          <p:nvPr/>
        </p:nvPicPr>
        <p:blipFill rotWithShape="1">
          <a:blip r:embed="rId11">
            <a:alphaModFix/>
          </a:blip>
          <a:srcRect t="9256" b="9256"/>
          <a:stretch/>
        </p:blipFill>
        <p:spPr>
          <a:xfrm>
            <a:off x="5306751" y="2557330"/>
            <a:ext cx="1372475" cy="1118390"/>
          </a:xfrm>
          <a:prstGeom prst="rect">
            <a:avLst/>
          </a:prstGeom>
          <a:noFill/>
          <a:ln>
            <a:noFill/>
          </a:ln>
        </p:spPr>
      </p:pic>
      <p:pic>
        <p:nvPicPr>
          <p:cNvPr id="1565" name="Google Shape;1565;p54"/>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1566" name="Google Shape;1566;p54">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chemeClr val="dk2"/>
                </a:solidFill>
                <a:uFill>
                  <a:noFill/>
                </a:uFill>
                <a:hlinkClick r:id="rId13">
                  <a:extLst>
                    <a:ext uri="{A12FA001-AC4F-418D-AE19-62706E023703}">
                      <ahyp:hlinkClr xmlns:ahyp="http://schemas.microsoft.com/office/drawing/2018/hyperlinkcolor" val="tx"/>
                    </a:ext>
                  </a:extLst>
                </a:hlinkClick>
              </a:rPr>
              <a:t>Cuate</a:t>
            </a:r>
            <a:endParaRPr b="1">
              <a:solidFill>
                <a:schemeClr val="dk2"/>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570"/>
        <p:cNvGrpSpPr/>
        <p:nvPr/>
      </p:nvGrpSpPr>
      <p:grpSpPr>
        <a:xfrm>
          <a:off x="0" y="0"/>
          <a:ext cx="0" cy="0"/>
          <a:chOff x="0" y="0"/>
          <a:chExt cx="0" cy="0"/>
        </a:xfrm>
      </p:grpSpPr>
      <p:grpSp>
        <p:nvGrpSpPr>
          <p:cNvPr id="1571" name="Google Shape;1571;p55"/>
          <p:cNvGrpSpPr/>
          <p:nvPr/>
        </p:nvGrpSpPr>
        <p:grpSpPr>
          <a:xfrm>
            <a:off x="5048544" y="3019584"/>
            <a:ext cx="442841" cy="514271"/>
            <a:chOff x="4727025" y="1332775"/>
            <a:chExt cx="59900" cy="69625"/>
          </a:xfrm>
        </p:grpSpPr>
        <p:sp>
          <p:nvSpPr>
            <p:cNvPr id="1572" name="Google Shape;1572;p55"/>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55"/>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 name="Google Shape;1574;p55"/>
          <p:cNvGrpSpPr/>
          <p:nvPr/>
        </p:nvGrpSpPr>
        <p:grpSpPr>
          <a:xfrm>
            <a:off x="5723860" y="2267072"/>
            <a:ext cx="500909" cy="500899"/>
            <a:chOff x="4820425" y="1329900"/>
            <a:chExt cx="70175" cy="70350"/>
          </a:xfrm>
        </p:grpSpPr>
        <p:sp>
          <p:nvSpPr>
            <p:cNvPr id="1575" name="Google Shape;1575;p55"/>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55"/>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55"/>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55"/>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 name="Google Shape;1579;p55"/>
          <p:cNvGrpSpPr/>
          <p:nvPr/>
        </p:nvGrpSpPr>
        <p:grpSpPr>
          <a:xfrm>
            <a:off x="6376484" y="2278862"/>
            <a:ext cx="538135" cy="493119"/>
            <a:chOff x="4903200" y="1331525"/>
            <a:chExt cx="73575" cy="67425"/>
          </a:xfrm>
        </p:grpSpPr>
        <p:sp>
          <p:nvSpPr>
            <p:cNvPr id="1580" name="Google Shape;1580;p55"/>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581" name="Google Shape;1581;p55"/>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 name="Google Shape;1582;p55"/>
          <p:cNvGrpSpPr/>
          <p:nvPr/>
        </p:nvGrpSpPr>
        <p:grpSpPr>
          <a:xfrm>
            <a:off x="5636435" y="3020840"/>
            <a:ext cx="544563" cy="511895"/>
            <a:chOff x="4815575" y="1416800"/>
            <a:chExt cx="73750" cy="71400"/>
          </a:xfrm>
        </p:grpSpPr>
        <p:sp>
          <p:nvSpPr>
            <p:cNvPr id="1583" name="Google Shape;1583;p55"/>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55"/>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55"/>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 name="Google Shape;1586;p55"/>
          <p:cNvGrpSpPr/>
          <p:nvPr/>
        </p:nvGrpSpPr>
        <p:grpSpPr>
          <a:xfrm>
            <a:off x="6333060" y="3020546"/>
            <a:ext cx="602914" cy="512477"/>
            <a:chOff x="4902475" y="1418875"/>
            <a:chExt cx="74500" cy="63775"/>
          </a:xfrm>
        </p:grpSpPr>
        <p:sp>
          <p:nvSpPr>
            <p:cNvPr id="1587" name="Google Shape;1587;p55"/>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5"/>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9" name="Google Shape;1589;p55"/>
          <p:cNvGrpSpPr/>
          <p:nvPr/>
        </p:nvGrpSpPr>
        <p:grpSpPr>
          <a:xfrm>
            <a:off x="5748932" y="3759785"/>
            <a:ext cx="515391" cy="525699"/>
            <a:chOff x="4818100" y="1507675"/>
            <a:chExt cx="71225" cy="71625"/>
          </a:xfrm>
        </p:grpSpPr>
        <p:sp>
          <p:nvSpPr>
            <p:cNvPr id="1590" name="Google Shape;1590;p55"/>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5"/>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55"/>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55"/>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55"/>
          <p:cNvGrpSpPr/>
          <p:nvPr/>
        </p:nvGrpSpPr>
        <p:grpSpPr>
          <a:xfrm>
            <a:off x="5087034" y="3781317"/>
            <a:ext cx="522956" cy="489869"/>
            <a:chOff x="4721450" y="1509475"/>
            <a:chExt cx="79350" cy="74325"/>
          </a:xfrm>
        </p:grpSpPr>
        <p:sp>
          <p:nvSpPr>
            <p:cNvPr id="1595" name="Google Shape;1595;p55"/>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5"/>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5"/>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5"/>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 name="Google Shape;1599;p55"/>
          <p:cNvGrpSpPr/>
          <p:nvPr/>
        </p:nvGrpSpPr>
        <p:grpSpPr>
          <a:xfrm>
            <a:off x="6410277" y="3761069"/>
            <a:ext cx="525704" cy="535436"/>
            <a:chOff x="4906800" y="1507500"/>
            <a:chExt cx="70350" cy="71075"/>
          </a:xfrm>
        </p:grpSpPr>
        <p:sp>
          <p:nvSpPr>
            <p:cNvPr id="1600" name="Google Shape;1600;p55"/>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5"/>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5"/>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5"/>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5"/>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 name="Google Shape;1605;p55"/>
          <p:cNvGrpSpPr/>
          <p:nvPr/>
        </p:nvGrpSpPr>
        <p:grpSpPr>
          <a:xfrm>
            <a:off x="4443099" y="2267050"/>
            <a:ext cx="508054" cy="508095"/>
            <a:chOff x="3736598" y="2170606"/>
            <a:chExt cx="404889" cy="404889"/>
          </a:xfrm>
        </p:grpSpPr>
        <p:sp>
          <p:nvSpPr>
            <p:cNvPr id="1606" name="Google Shape;1606;p55"/>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5"/>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55"/>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55"/>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 name="Google Shape;1610;p55"/>
          <p:cNvGrpSpPr/>
          <p:nvPr/>
        </p:nvGrpSpPr>
        <p:grpSpPr>
          <a:xfrm>
            <a:off x="3731139" y="2267145"/>
            <a:ext cx="575790" cy="507904"/>
            <a:chOff x="3161917" y="2170682"/>
            <a:chExt cx="458870" cy="404737"/>
          </a:xfrm>
        </p:grpSpPr>
        <p:sp>
          <p:nvSpPr>
            <p:cNvPr id="1611" name="Google Shape;1611;p55"/>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612" name="Google Shape;1612;p55"/>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55"/>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 name="Google Shape;1614;p55"/>
          <p:cNvGrpSpPr/>
          <p:nvPr/>
        </p:nvGrpSpPr>
        <p:grpSpPr>
          <a:xfrm>
            <a:off x="3758669" y="3027517"/>
            <a:ext cx="520730" cy="498567"/>
            <a:chOff x="3179914" y="2889488"/>
            <a:chExt cx="422876" cy="404911"/>
          </a:xfrm>
        </p:grpSpPr>
        <p:sp>
          <p:nvSpPr>
            <p:cNvPr id="1615" name="Google Shape;1615;p55"/>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55"/>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55"/>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55"/>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55"/>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55"/>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 name="Google Shape;1621;p55"/>
          <p:cNvGrpSpPr/>
          <p:nvPr/>
        </p:nvGrpSpPr>
        <p:grpSpPr>
          <a:xfrm>
            <a:off x="4387349" y="3027477"/>
            <a:ext cx="516145" cy="498648"/>
            <a:chOff x="3729467" y="2889422"/>
            <a:chExt cx="419153" cy="404977"/>
          </a:xfrm>
        </p:grpSpPr>
        <p:sp>
          <p:nvSpPr>
            <p:cNvPr id="1622" name="Google Shape;1622;p55"/>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55"/>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55"/>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55"/>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55"/>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55"/>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55"/>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29" name="Google Shape;1629;p55"/>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55"/>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55"/>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55"/>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33" name="Google Shape;1633;p55"/>
          <p:cNvGrpSpPr/>
          <p:nvPr/>
        </p:nvGrpSpPr>
        <p:grpSpPr>
          <a:xfrm>
            <a:off x="7107677" y="2474362"/>
            <a:ext cx="166473" cy="141497"/>
            <a:chOff x="4660325" y="1866850"/>
            <a:chExt cx="68350" cy="58100"/>
          </a:xfrm>
        </p:grpSpPr>
        <p:sp>
          <p:nvSpPr>
            <p:cNvPr id="1634" name="Google Shape;1634;p55"/>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55"/>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 name="Google Shape;1636;p55"/>
          <p:cNvGrpSpPr/>
          <p:nvPr/>
        </p:nvGrpSpPr>
        <p:grpSpPr>
          <a:xfrm>
            <a:off x="7417022" y="2500086"/>
            <a:ext cx="162515" cy="90049"/>
            <a:chOff x="4791775" y="1877500"/>
            <a:chExt cx="66725" cy="36975"/>
          </a:xfrm>
        </p:grpSpPr>
        <p:sp>
          <p:nvSpPr>
            <p:cNvPr id="1637" name="Google Shape;1637;p55"/>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55"/>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 name="Google Shape;1639;p55"/>
          <p:cNvGrpSpPr/>
          <p:nvPr/>
        </p:nvGrpSpPr>
        <p:grpSpPr>
          <a:xfrm>
            <a:off x="7738734" y="2500086"/>
            <a:ext cx="144979" cy="90049"/>
            <a:chOff x="4923925" y="1877500"/>
            <a:chExt cx="59525" cy="36975"/>
          </a:xfrm>
        </p:grpSpPr>
        <p:sp>
          <p:nvSpPr>
            <p:cNvPr id="1640" name="Google Shape;1640;p55"/>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55"/>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2" name="Google Shape;1642;p55"/>
          <p:cNvGrpSpPr/>
          <p:nvPr/>
        </p:nvGrpSpPr>
        <p:grpSpPr>
          <a:xfrm>
            <a:off x="8033226" y="2482277"/>
            <a:ext cx="141447" cy="125667"/>
            <a:chOff x="5058450" y="1870100"/>
            <a:chExt cx="58075" cy="51600"/>
          </a:xfrm>
        </p:grpSpPr>
        <p:sp>
          <p:nvSpPr>
            <p:cNvPr id="1643" name="Google Shape;1643;p55"/>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55"/>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 name="Google Shape;1645;p55"/>
          <p:cNvGrpSpPr/>
          <p:nvPr/>
        </p:nvGrpSpPr>
        <p:grpSpPr>
          <a:xfrm>
            <a:off x="7447741" y="2904685"/>
            <a:ext cx="101077" cy="107645"/>
            <a:chOff x="4811425" y="2065025"/>
            <a:chExt cx="41500" cy="44200"/>
          </a:xfrm>
        </p:grpSpPr>
        <p:sp>
          <p:nvSpPr>
            <p:cNvPr id="1646" name="Google Shape;1646;p55"/>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5"/>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 name="Google Shape;1648;p55"/>
          <p:cNvGrpSpPr/>
          <p:nvPr/>
        </p:nvGrpSpPr>
        <p:grpSpPr>
          <a:xfrm>
            <a:off x="7740178" y="2904898"/>
            <a:ext cx="120867" cy="107218"/>
            <a:chOff x="4929875" y="2065025"/>
            <a:chExt cx="49625" cy="44025"/>
          </a:xfrm>
        </p:grpSpPr>
        <p:sp>
          <p:nvSpPr>
            <p:cNvPr id="1649" name="Google Shape;1649;p55"/>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5"/>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1" name="Google Shape;1651;p55"/>
          <p:cNvGrpSpPr/>
          <p:nvPr/>
        </p:nvGrpSpPr>
        <p:grpSpPr>
          <a:xfrm>
            <a:off x="8068847" y="2907912"/>
            <a:ext cx="70206" cy="101191"/>
            <a:chOff x="5083925" y="2066350"/>
            <a:chExt cx="28825" cy="41550"/>
          </a:xfrm>
        </p:grpSpPr>
        <p:sp>
          <p:nvSpPr>
            <p:cNvPr id="1652" name="Google Shape;1652;p55"/>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5"/>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 name="Google Shape;1654;p55"/>
          <p:cNvGrpSpPr/>
          <p:nvPr/>
        </p:nvGrpSpPr>
        <p:grpSpPr>
          <a:xfrm>
            <a:off x="7100401" y="2923559"/>
            <a:ext cx="181026" cy="69896"/>
            <a:chOff x="4659775" y="2072775"/>
            <a:chExt cx="74325" cy="28700"/>
          </a:xfrm>
        </p:grpSpPr>
        <p:sp>
          <p:nvSpPr>
            <p:cNvPr id="1655" name="Google Shape;1655;p55"/>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5"/>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5"/>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 name="Google Shape;1658;p55"/>
          <p:cNvGrpSpPr/>
          <p:nvPr/>
        </p:nvGrpSpPr>
        <p:grpSpPr>
          <a:xfrm>
            <a:off x="8020257" y="2714124"/>
            <a:ext cx="167387" cy="89197"/>
            <a:chOff x="4662475" y="1976500"/>
            <a:chExt cx="68725" cy="36625"/>
          </a:xfrm>
        </p:grpSpPr>
        <p:sp>
          <p:nvSpPr>
            <p:cNvPr id="1659" name="Google Shape;1659;p55"/>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5"/>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55"/>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2" name="Google Shape;1662;p55"/>
          <p:cNvGrpSpPr/>
          <p:nvPr/>
        </p:nvGrpSpPr>
        <p:grpSpPr>
          <a:xfrm>
            <a:off x="7717162" y="2717564"/>
            <a:ext cx="166899" cy="82317"/>
            <a:chOff x="4920150" y="1977875"/>
            <a:chExt cx="68525" cy="33800"/>
          </a:xfrm>
        </p:grpSpPr>
        <p:sp>
          <p:nvSpPr>
            <p:cNvPr id="1663" name="Google Shape;1663;p55"/>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55"/>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5"/>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 name="Google Shape;1666;p55"/>
          <p:cNvGrpSpPr/>
          <p:nvPr/>
        </p:nvGrpSpPr>
        <p:grpSpPr>
          <a:xfrm>
            <a:off x="7128319" y="3121482"/>
            <a:ext cx="125190" cy="127858"/>
            <a:chOff x="4676550" y="2160575"/>
            <a:chExt cx="51400" cy="52500"/>
          </a:xfrm>
        </p:grpSpPr>
        <p:sp>
          <p:nvSpPr>
            <p:cNvPr id="1667" name="Google Shape;1667;p55"/>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5"/>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5"/>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 name="Google Shape;1670;p55"/>
          <p:cNvGrpSpPr/>
          <p:nvPr/>
        </p:nvGrpSpPr>
        <p:grpSpPr>
          <a:xfrm>
            <a:off x="7425577" y="3128514"/>
            <a:ext cx="145405" cy="113794"/>
            <a:chOff x="4768325" y="2163475"/>
            <a:chExt cx="59700" cy="46725"/>
          </a:xfrm>
        </p:grpSpPr>
        <p:sp>
          <p:nvSpPr>
            <p:cNvPr id="1671" name="Google Shape;1671;p55"/>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5"/>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3" name="Google Shape;1673;p55"/>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55"/>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5"/>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5"/>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55"/>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55"/>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79" name="Google Shape;1679;p55"/>
          <p:cNvGrpSpPr/>
          <p:nvPr/>
        </p:nvGrpSpPr>
        <p:grpSpPr>
          <a:xfrm>
            <a:off x="7441895" y="3383608"/>
            <a:ext cx="112768" cy="106853"/>
            <a:chOff x="4768575" y="2253950"/>
            <a:chExt cx="46300" cy="43875"/>
          </a:xfrm>
        </p:grpSpPr>
        <p:sp>
          <p:nvSpPr>
            <p:cNvPr id="1680" name="Google Shape;1680;p55"/>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55"/>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2" name="Google Shape;1682;p55"/>
          <p:cNvGrpSpPr/>
          <p:nvPr/>
        </p:nvGrpSpPr>
        <p:grpSpPr>
          <a:xfrm>
            <a:off x="7741518" y="3872634"/>
            <a:ext cx="118187" cy="146246"/>
            <a:chOff x="4960900" y="2433225"/>
            <a:chExt cx="48525" cy="60050"/>
          </a:xfrm>
        </p:grpSpPr>
        <p:sp>
          <p:nvSpPr>
            <p:cNvPr id="1683" name="Google Shape;1683;p55"/>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55"/>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5" name="Google Shape;1685;p55"/>
          <p:cNvGrpSpPr/>
          <p:nvPr/>
        </p:nvGrpSpPr>
        <p:grpSpPr>
          <a:xfrm>
            <a:off x="7430083" y="4136695"/>
            <a:ext cx="136394" cy="143810"/>
            <a:chOff x="4854075" y="2527625"/>
            <a:chExt cx="56000" cy="59050"/>
          </a:xfrm>
        </p:grpSpPr>
        <p:sp>
          <p:nvSpPr>
            <p:cNvPr id="1686" name="Google Shape;1686;p55"/>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55"/>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8" name="Google Shape;1688;p55"/>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55"/>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55"/>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91" name="Google Shape;1691;p55"/>
          <p:cNvGrpSpPr/>
          <p:nvPr/>
        </p:nvGrpSpPr>
        <p:grpSpPr>
          <a:xfrm>
            <a:off x="8054294" y="3600439"/>
            <a:ext cx="99312" cy="160797"/>
            <a:chOff x="5059700" y="2334775"/>
            <a:chExt cx="40775" cy="66025"/>
          </a:xfrm>
        </p:grpSpPr>
        <p:sp>
          <p:nvSpPr>
            <p:cNvPr id="1692" name="Google Shape;1692;p55"/>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55"/>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55"/>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55"/>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55"/>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55"/>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55"/>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55"/>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55"/>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 name="Google Shape;1701;p55"/>
          <p:cNvGrpSpPr/>
          <p:nvPr/>
        </p:nvGrpSpPr>
        <p:grpSpPr>
          <a:xfrm>
            <a:off x="8011458" y="3865571"/>
            <a:ext cx="184984" cy="160371"/>
            <a:chOff x="5037700" y="2430325"/>
            <a:chExt cx="75950" cy="65850"/>
          </a:xfrm>
        </p:grpSpPr>
        <p:sp>
          <p:nvSpPr>
            <p:cNvPr id="1702" name="Google Shape;1702;p55"/>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55"/>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 name="Google Shape;1704;p55"/>
          <p:cNvGrpSpPr/>
          <p:nvPr/>
        </p:nvGrpSpPr>
        <p:grpSpPr>
          <a:xfrm>
            <a:off x="7430964" y="3632023"/>
            <a:ext cx="173014" cy="97629"/>
            <a:chOff x="4756975" y="2341800"/>
            <a:chExt cx="91975" cy="51925"/>
          </a:xfrm>
        </p:grpSpPr>
        <p:sp>
          <p:nvSpPr>
            <p:cNvPr id="1705" name="Google Shape;1705;p55"/>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55"/>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55"/>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55"/>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55"/>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5"/>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55"/>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55"/>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5"/>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5"/>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5"/>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55"/>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55"/>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55"/>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5"/>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5"/>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5"/>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5"/>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5"/>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5"/>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5" name="Google Shape;1725;p55"/>
          <p:cNvGrpSpPr/>
          <p:nvPr/>
        </p:nvGrpSpPr>
        <p:grpSpPr>
          <a:xfrm>
            <a:off x="7697901" y="4120720"/>
            <a:ext cx="212497" cy="175761"/>
            <a:chOff x="4943575" y="2516350"/>
            <a:chExt cx="98675" cy="81700"/>
          </a:xfrm>
        </p:grpSpPr>
        <p:sp>
          <p:nvSpPr>
            <p:cNvPr id="1726" name="Google Shape;1726;p55"/>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55"/>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55"/>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5"/>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55"/>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55"/>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5"/>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55"/>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55"/>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5"/>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55"/>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55"/>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55"/>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55"/>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55"/>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55"/>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55"/>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55"/>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55"/>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55"/>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55"/>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5"/>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55"/>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55"/>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5"/>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5"/>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5"/>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55"/>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55"/>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5"/>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5"/>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5"/>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5"/>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5"/>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55"/>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55"/>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55"/>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55"/>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55"/>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55"/>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55"/>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55"/>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55"/>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55"/>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55"/>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55"/>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55"/>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55"/>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55"/>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55"/>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55"/>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55"/>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5"/>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55"/>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55"/>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5"/>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5"/>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5"/>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55"/>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5"/>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5"/>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55"/>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5"/>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5"/>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5"/>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55"/>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55"/>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5"/>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5"/>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5"/>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5"/>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5"/>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5"/>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55"/>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55"/>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5"/>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5"/>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5"/>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4" name="Google Shape;1804;p55"/>
          <p:cNvGrpSpPr/>
          <p:nvPr/>
        </p:nvGrpSpPr>
        <p:grpSpPr>
          <a:xfrm>
            <a:off x="1955962" y="3346963"/>
            <a:ext cx="965351" cy="134611"/>
            <a:chOff x="4411970" y="2962952"/>
            <a:chExt cx="706544" cy="104212"/>
          </a:xfrm>
        </p:grpSpPr>
        <p:sp>
          <p:nvSpPr>
            <p:cNvPr id="1805" name="Google Shape;1805;p55"/>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5"/>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5"/>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5"/>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9" name="Google Shape;1809;p55"/>
          <p:cNvGrpSpPr/>
          <p:nvPr/>
        </p:nvGrpSpPr>
        <p:grpSpPr>
          <a:xfrm>
            <a:off x="1955962" y="2935877"/>
            <a:ext cx="960158" cy="289172"/>
            <a:chOff x="4411970" y="2726085"/>
            <a:chExt cx="643107" cy="193659"/>
          </a:xfrm>
        </p:grpSpPr>
        <p:sp>
          <p:nvSpPr>
            <p:cNvPr id="1810" name="Google Shape;1810;p55"/>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55"/>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5"/>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3" name="Google Shape;1813;p55"/>
          <p:cNvGrpSpPr/>
          <p:nvPr/>
        </p:nvGrpSpPr>
        <p:grpSpPr>
          <a:xfrm>
            <a:off x="958854" y="3201987"/>
            <a:ext cx="833173" cy="259209"/>
            <a:chOff x="4411970" y="4340222"/>
            <a:chExt cx="779467" cy="242683"/>
          </a:xfrm>
        </p:grpSpPr>
        <p:sp>
          <p:nvSpPr>
            <p:cNvPr id="1814" name="Google Shape;1814;p55"/>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55"/>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55"/>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7" name="Google Shape;1817;p55"/>
          <p:cNvGrpSpPr/>
          <p:nvPr/>
        </p:nvGrpSpPr>
        <p:grpSpPr>
          <a:xfrm>
            <a:off x="1955962" y="2597733"/>
            <a:ext cx="965160" cy="216230"/>
            <a:chOff x="4411970" y="2468674"/>
            <a:chExt cx="747317" cy="167425"/>
          </a:xfrm>
        </p:grpSpPr>
        <p:sp>
          <p:nvSpPr>
            <p:cNvPr id="1818" name="Google Shape;1818;p55"/>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55"/>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0" name="Google Shape;1820;p55"/>
          <p:cNvGrpSpPr/>
          <p:nvPr/>
        </p:nvGrpSpPr>
        <p:grpSpPr>
          <a:xfrm>
            <a:off x="954709" y="2502450"/>
            <a:ext cx="810451" cy="319148"/>
            <a:chOff x="4411970" y="3686602"/>
            <a:chExt cx="797845" cy="314215"/>
          </a:xfrm>
        </p:grpSpPr>
        <p:sp>
          <p:nvSpPr>
            <p:cNvPr id="1821" name="Google Shape;1821;p55"/>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55"/>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55"/>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5"/>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55"/>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26" name="Google Shape;1826;p55"/>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27" name="Google Shape;1827;p55"/>
          <p:cNvGrpSpPr/>
          <p:nvPr/>
        </p:nvGrpSpPr>
        <p:grpSpPr>
          <a:xfrm>
            <a:off x="954806" y="2256974"/>
            <a:ext cx="1970333" cy="208784"/>
            <a:chOff x="6336019" y="3733725"/>
            <a:chExt cx="2566206" cy="351310"/>
          </a:xfrm>
        </p:grpSpPr>
        <p:sp>
          <p:nvSpPr>
            <p:cNvPr id="1828" name="Google Shape;1828;p55"/>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55"/>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55"/>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55"/>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2" name="Google Shape;1832;p55"/>
          <p:cNvGrpSpPr/>
          <p:nvPr/>
        </p:nvGrpSpPr>
        <p:grpSpPr>
          <a:xfrm>
            <a:off x="1955962" y="3864529"/>
            <a:ext cx="946551" cy="153200"/>
            <a:chOff x="4404545" y="3301592"/>
            <a:chExt cx="782403" cy="129272"/>
          </a:xfrm>
        </p:grpSpPr>
        <p:sp>
          <p:nvSpPr>
            <p:cNvPr id="1833" name="Google Shape;1833;p55"/>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55"/>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5" name="Google Shape;1835;p55"/>
          <p:cNvGrpSpPr/>
          <p:nvPr/>
        </p:nvGrpSpPr>
        <p:grpSpPr>
          <a:xfrm>
            <a:off x="1955962" y="3603488"/>
            <a:ext cx="962257" cy="139127"/>
            <a:chOff x="4411970" y="3131459"/>
            <a:chExt cx="710520" cy="117397"/>
          </a:xfrm>
        </p:grpSpPr>
        <p:sp>
          <p:nvSpPr>
            <p:cNvPr id="1836" name="Google Shape;1836;p55"/>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5"/>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8" name="Google Shape;1838;p55"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39" name="Google Shape;1839;p55"/>
          <p:cNvGrpSpPr/>
          <p:nvPr/>
        </p:nvGrpSpPr>
        <p:grpSpPr>
          <a:xfrm>
            <a:off x="956107" y="3538282"/>
            <a:ext cx="823838" cy="458988"/>
            <a:chOff x="4411970" y="1801825"/>
            <a:chExt cx="734586" cy="409262"/>
          </a:xfrm>
        </p:grpSpPr>
        <p:sp>
          <p:nvSpPr>
            <p:cNvPr id="1840" name="Google Shape;1840;p55"/>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5"/>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2" name="Google Shape;1842;p55"/>
          <p:cNvGrpSpPr/>
          <p:nvPr/>
        </p:nvGrpSpPr>
        <p:grpSpPr>
          <a:xfrm>
            <a:off x="956107" y="4086708"/>
            <a:ext cx="856348" cy="212039"/>
            <a:chOff x="4411970" y="2233974"/>
            <a:chExt cx="763574" cy="189068"/>
          </a:xfrm>
        </p:grpSpPr>
        <p:sp>
          <p:nvSpPr>
            <p:cNvPr id="1843" name="Google Shape;1843;p55"/>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55"/>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5" name="Google Shape;1845;p55"/>
          <p:cNvGrpSpPr/>
          <p:nvPr/>
        </p:nvGrpSpPr>
        <p:grpSpPr>
          <a:xfrm>
            <a:off x="3066303" y="2262044"/>
            <a:ext cx="511602" cy="511602"/>
            <a:chOff x="5681300" y="2527788"/>
            <a:chExt cx="805800" cy="805800"/>
          </a:xfrm>
        </p:grpSpPr>
        <p:sp>
          <p:nvSpPr>
            <p:cNvPr id="1846" name="Google Shape;1846;p55"/>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55"/>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8" name="Google Shape;1848;p55"/>
          <p:cNvGrpSpPr/>
          <p:nvPr/>
        </p:nvGrpSpPr>
        <p:grpSpPr>
          <a:xfrm>
            <a:off x="3063497" y="3028627"/>
            <a:ext cx="513021" cy="512935"/>
            <a:chOff x="4049800" y="640400"/>
            <a:chExt cx="858900" cy="858900"/>
          </a:xfrm>
        </p:grpSpPr>
        <p:sp>
          <p:nvSpPr>
            <p:cNvPr id="1849" name="Google Shape;1849;p55"/>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55"/>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1" name="Google Shape;1851;p55"/>
          <p:cNvGrpSpPr/>
          <p:nvPr/>
        </p:nvGrpSpPr>
        <p:grpSpPr>
          <a:xfrm>
            <a:off x="2980696" y="3680519"/>
            <a:ext cx="686489" cy="686585"/>
            <a:chOff x="5080188" y="927900"/>
            <a:chExt cx="961200" cy="961200"/>
          </a:xfrm>
        </p:grpSpPr>
        <p:sp>
          <p:nvSpPr>
            <p:cNvPr id="1852" name="Google Shape;1852;p55"/>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5"/>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5"/>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5"/>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55"/>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55"/>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5"/>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55"/>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0" name="Google Shape;1860;p55"/>
          <p:cNvGrpSpPr/>
          <p:nvPr/>
        </p:nvGrpSpPr>
        <p:grpSpPr>
          <a:xfrm>
            <a:off x="3763848" y="3773248"/>
            <a:ext cx="510373" cy="510937"/>
            <a:chOff x="7508249" y="1522825"/>
            <a:chExt cx="1326332" cy="1322987"/>
          </a:xfrm>
        </p:grpSpPr>
        <p:sp>
          <p:nvSpPr>
            <p:cNvPr id="1861" name="Google Shape;1861;p55"/>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55"/>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55"/>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55"/>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5"/>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55"/>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55"/>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55"/>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55"/>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55"/>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1" name="Google Shape;1871;p55"/>
          <p:cNvGrpSpPr/>
          <p:nvPr/>
        </p:nvGrpSpPr>
        <p:grpSpPr>
          <a:xfrm>
            <a:off x="4455441" y="3774653"/>
            <a:ext cx="492652" cy="503348"/>
            <a:chOff x="6039282" y="1042577"/>
            <a:chExt cx="734315" cy="731929"/>
          </a:xfrm>
        </p:grpSpPr>
        <p:sp>
          <p:nvSpPr>
            <p:cNvPr id="1872" name="Google Shape;1872;p55"/>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55"/>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5"/>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55"/>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55"/>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55"/>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55"/>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55"/>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5"/>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5"/>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55"/>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55"/>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55"/>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55"/>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55"/>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55"/>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55"/>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5"/>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55"/>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55"/>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55"/>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3" name="Google Shape;1893;p55"/>
          <p:cNvGrpSpPr/>
          <p:nvPr/>
        </p:nvGrpSpPr>
        <p:grpSpPr>
          <a:xfrm>
            <a:off x="5095855" y="2270694"/>
            <a:ext cx="483304" cy="504902"/>
            <a:chOff x="1825800" y="1651625"/>
            <a:chExt cx="568125" cy="591775"/>
          </a:xfrm>
        </p:grpSpPr>
        <p:sp>
          <p:nvSpPr>
            <p:cNvPr id="1894" name="Google Shape;1894;p55"/>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5"/>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55"/>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55"/>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55"/>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55"/>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00" name="Google Shape;1900;p55"/>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55"/>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55"/>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55"/>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55"/>
          <p:cNvSpPr txBox="1"/>
          <p:nvPr/>
        </p:nvSpPr>
        <p:spPr>
          <a:xfrm>
            <a:off x="723350" y="1187975"/>
            <a:ext cx="7697100" cy="814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You can easily </a:t>
            </a:r>
            <a:r>
              <a:rPr lang="en" sz="1100" b="1">
                <a:solidFill>
                  <a:schemeClr val="dk2"/>
                </a:solidFill>
              </a:rPr>
              <a:t>resize </a:t>
            </a:r>
            <a:r>
              <a:rPr lang="en" sz="1100">
                <a:solidFill>
                  <a:schemeClr val="lt1"/>
                </a:solidFill>
              </a:rPr>
              <a:t>these resources without losing quality. To </a:t>
            </a:r>
            <a:r>
              <a:rPr lang="en" sz="1100" b="1">
                <a:solidFill>
                  <a:schemeClr val="dk2"/>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dk2"/>
                </a:solidFill>
                <a:uFill>
                  <a:noFill/>
                </a:uFill>
                <a:hlinkClick r:id="rId3">
                  <a:extLst>
                    <a:ext uri="{A12FA001-AC4F-418D-AE19-62706E023703}">
                      <ahyp:hlinkClr xmlns:ahyp="http://schemas.microsoft.com/office/drawing/2018/hyperlinkcolor" val="tx"/>
                    </a:ext>
                  </a:extLst>
                </a:hlinkClick>
              </a:rPr>
              <a:t>infographics</a:t>
            </a:r>
            <a:r>
              <a:rPr lang="en" sz="1100" b="1">
                <a:solidFill>
                  <a:schemeClr val="dk2"/>
                </a:solidFill>
              </a:rPr>
              <a:t> </a:t>
            </a:r>
            <a:r>
              <a:rPr lang="en" sz="1100">
                <a:solidFill>
                  <a:schemeClr val="lt1"/>
                </a:solidFill>
              </a:rPr>
              <a:t>on Slidesgo.</a:t>
            </a:r>
            <a:endParaRPr sz="1100">
              <a:solidFill>
                <a:schemeClr val="lt1"/>
              </a:solidFill>
            </a:endParaRPr>
          </a:p>
        </p:txBody>
      </p:sp>
      <p:sp>
        <p:nvSpPr>
          <p:cNvPr id="1905" name="Google Shape;1905;p55"/>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Use our editable graphic resources...</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1909"/>
        <p:cNvGrpSpPr/>
        <p:nvPr/>
      </p:nvGrpSpPr>
      <p:grpSpPr>
        <a:xfrm>
          <a:off x="0" y="0"/>
          <a:ext cx="0" cy="0"/>
          <a:chOff x="0" y="0"/>
          <a:chExt cx="0" cy="0"/>
        </a:xfrm>
      </p:grpSpPr>
      <p:grpSp>
        <p:nvGrpSpPr>
          <p:cNvPr id="1910" name="Google Shape;1910;p56"/>
          <p:cNvGrpSpPr/>
          <p:nvPr/>
        </p:nvGrpSpPr>
        <p:grpSpPr>
          <a:xfrm>
            <a:off x="722059" y="955168"/>
            <a:ext cx="2492868" cy="1379876"/>
            <a:chOff x="2654821" y="2311071"/>
            <a:chExt cx="2279715" cy="1262120"/>
          </a:xfrm>
        </p:grpSpPr>
        <p:grpSp>
          <p:nvGrpSpPr>
            <p:cNvPr id="1911" name="Google Shape;1911;p56"/>
            <p:cNvGrpSpPr/>
            <p:nvPr/>
          </p:nvGrpSpPr>
          <p:grpSpPr>
            <a:xfrm>
              <a:off x="4034269" y="2840745"/>
              <a:ext cx="40212" cy="36437"/>
              <a:chOff x="4293400" y="2574725"/>
              <a:chExt cx="84425" cy="80100"/>
            </a:xfrm>
          </p:grpSpPr>
          <p:sp>
            <p:nvSpPr>
              <p:cNvPr id="1912" name="Google Shape;1912;p56"/>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zh-TW" altLang="en-US"/>
              </a:p>
            </p:txBody>
          </p:sp>
          <p:sp>
            <p:nvSpPr>
              <p:cNvPr id="1913" name="Google Shape;1913;p56"/>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4" name="Google Shape;1914;p56"/>
            <p:cNvGrpSpPr/>
            <p:nvPr/>
          </p:nvGrpSpPr>
          <p:grpSpPr>
            <a:xfrm>
              <a:off x="3894606" y="2334874"/>
              <a:ext cx="913198" cy="518984"/>
              <a:chOff x="4000175" y="1462675"/>
              <a:chExt cx="1917275" cy="1140875"/>
            </a:xfrm>
          </p:grpSpPr>
          <p:sp>
            <p:nvSpPr>
              <p:cNvPr id="1915" name="Google Shape;1915;p56"/>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zh-TW" altLang="en-US"/>
              </a:p>
            </p:txBody>
          </p:sp>
          <p:grpSp>
            <p:nvGrpSpPr>
              <p:cNvPr id="1916" name="Google Shape;1916;p56"/>
              <p:cNvGrpSpPr/>
              <p:nvPr/>
            </p:nvGrpSpPr>
            <p:grpSpPr>
              <a:xfrm>
                <a:off x="4000175" y="1462675"/>
                <a:ext cx="1917275" cy="1140875"/>
                <a:chOff x="4000175" y="1462675"/>
                <a:chExt cx="1917275" cy="1140875"/>
              </a:xfrm>
            </p:grpSpPr>
            <p:sp>
              <p:nvSpPr>
                <p:cNvPr id="1917" name="Google Shape;1917;p56"/>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zh-TW" altLang="en-US"/>
                </a:p>
              </p:txBody>
            </p:sp>
            <p:sp>
              <p:nvSpPr>
                <p:cNvPr id="1918" name="Google Shape;1918;p56"/>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56"/>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56"/>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56"/>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922" name="Google Shape;1922;p56"/>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3" name="Google Shape;1923;p56"/>
            <p:cNvGrpSpPr/>
            <p:nvPr/>
          </p:nvGrpSpPr>
          <p:grpSpPr>
            <a:xfrm>
              <a:off x="3875768" y="2846704"/>
              <a:ext cx="44796" cy="47366"/>
              <a:chOff x="3960625" y="2587825"/>
              <a:chExt cx="94050" cy="104125"/>
            </a:xfrm>
          </p:grpSpPr>
          <p:sp>
            <p:nvSpPr>
              <p:cNvPr id="1924" name="Google Shape;1924;p56"/>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zh-TW" altLang="en-US"/>
              </a:p>
            </p:txBody>
          </p:sp>
          <p:sp>
            <p:nvSpPr>
              <p:cNvPr id="1925" name="Google Shape;1925;p56"/>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6" name="Google Shape;1926;p56"/>
            <p:cNvGrpSpPr/>
            <p:nvPr/>
          </p:nvGrpSpPr>
          <p:grpSpPr>
            <a:xfrm>
              <a:off x="3782759" y="2807162"/>
              <a:ext cx="82686" cy="85487"/>
              <a:chOff x="3765350" y="2500900"/>
              <a:chExt cx="173600" cy="187925"/>
            </a:xfrm>
          </p:grpSpPr>
          <p:sp>
            <p:nvSpPr>
              <p:cNvPr id="1927" name="Google Shape;1927;p56"/>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zh-TW" altLang="en-US"/>
              </a:p>
            </p:txBody>
          </p:sp>
          <p:sp>
            <p:nvSpPr>
              <p:cNvPr id="1928" name="Google Shape;1928;p56"/>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56"/>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56"/>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56"/>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56"/>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3" name="Google Shape;1933;p56"/>
            <p:cNvGrpSpPr/>
            <p:nvPr/>
          </p:nvGrpSpPr>
          <p:grpSpPr>
            <a:xfrm>
              <a:off x="3775674" y="2798496"/>
              <a:ext cx="40545" cy="23564"/>
              <a:chOff x="3750475" y="2481850"/>
              <a:chExt cx="85125" cy="51800"/>
            </a:xfrm>
          </p:grpSpPr>
          <p:sp>
            <p:nvSpPr>
              <p:cNvPr id="1934" name="Google Shape;1934;p56"/>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56"/>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zh-TW" altLang="en-US"/>
              </a:p>
            </p:txBody>
          </p:sp>
        </p:grpSp>
        <p:grpSp>
          <p:nvGrpSpPr>
            <p:cNvPr id="1936" name="Google Shape;1936;p56"/>
            <p:cNvGrpSpPr/>
            <p:nvPr/>
          </p:nvGrpSpPr>
          <p:grpSpPr>
            <a:xfrm>
              <a:off x="3716946" y="2776024"/>
              <a:ext cx="81971" cy="76912"/>
              <a:chOff x="3627175" y="2432450"/>
              <a:chExt cx="172100" cy="169075"/>
            </a:xfrm>
          </p:grpSpPr>
          <p:sp>
            <p:nvSpPr>
              <p:cNvPr id="1937" name="Google Shape;1937;p56"/>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56"/>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zh-TW" altLang="en-US"/>
              </a:p>
            </p:txBody>
          </p:sp>
          <p:sp>
            <p:nvSpPr>
              <p:cNvPr id="1939" name="Google Shape;1939;p56"/>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zh-TW" altLang="en-US"/>
              </a:p>
            </p:txBody>
          </p:sp>
        </p:grpSp>
        <p:grpSp>
          <p:nvGrpSpPr>
            <p:cNvPr id="1940" name="Google Shape;1940;p56"/>
            <p:cNvGrpSpPr/>
            <p:nvPr/>
          </p:nvGrpSpPr>
          <p:grpSpPr>
            <a:xfrm>
              <a:off x="3685682" y="2845624"/>
              <a:ext cx="29311" cy="45055"/>
              <a:chOff x="3561536" y="2585450"/>
              <a:chExt cx="61539" cy="99045"/>
            </a:xfrm>
          </p:grpSpPr>
          <p:sp>
            <p:nvSpPr>
              <p:cNvPr id="1941" name="Google Shape;1941;p56"/>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56"/>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zh-TW" altLang="en-US"/>
              </a:p>
            </p:txBody>
          </p:sp>
        </p:grpSp>
        <p:grpSp>
          <p:nvGrpSpPr>
            <p:cNvPr id="1943" name="Google Shape;1943;p56"/>
            <p:cNvGrpSpPr/>
            <p:nvPr/>
          </p:nvGrpSpPr>
          <p:grpSpPr>
            <a:xfrm>
              <a:off x="3849905" y="2572252"/>
              <a:ext cx="74339" cy="119559"/>
              <a:chOff x="3906325" y="1984500"/>
              <a:chExt cx="156075" cy="262825"/>
            </a:xfrm>
          </p:grpSpPr>
          <p:sp>
            <p:nvSpPr>
              <p:cNvPr id="1944" name="Google Shape;1944;p56"/>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zh-TW" altLang="en-US"/>
              </a:p>
            </p:txBody>
          </p:sp>
          <p:sp>
            <p:nvSpPr>
              <p:cNvPr id="1945" name="Google Shape;1945;p56"/>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6" name="Google Shape;1946;p56"/>
            <p:cNvGrpSpPr/>
            <p:nvPr/>
          </p:nvGrpSpPr>
          <p:grpSpPr>
            <a:xfrm>
              <a:off x="2654821" y="2414345"/>
              <a:ext cx="667570" cy="558731"/>
              <a:chOff x="1397225" y="1637375"/>
              <a:chExt cx="1401575" cy="1228250"/>
            </a:xfrm>
          </p:grpSpPr>
          <p:sp>
            <p:nvSpPr>
              <p:cNvPr id="1947" name="Google Shape;1947;p56"/>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zh-TW" altLang="en-US"/>
              </a:p>
            </p:txBody>
          </p:sp>
          <p:grpSp>
            <p:nvGrpSpPr>
              <p:cNvPr id="1948" name="Google Shape;1948;p56"/>
              <p:cNvGrpSpPr/>
              <p:nvPr/>
            </p:nvGrpSpPr>
            <p:grpSpPr>
              <a:xfrm>
                <a:off x="1397225" y="1637375"/>
                <a:ext cx="1398775" cy="1228250"/>
                <a:chOff x="1397225" y="1637375"/>
                <a:chExt cx="1398775" cy="1228250"/>
              </a:xfrm>
            </p:grpSpPr>
            <p:sp>
              <p:nvSpPr>
                <p:cNvPr id="1949" name="Google Shape;1949;p56"/>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56"/>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51" name="Google Shape;1951;p56"/>
            <p:cNvGrpSpPr/>
            <p:nvPr/>
          </p:nvGrpSpPr>
          <p:grpSpPr>
            <a:xfrm>
              <a:off x="3230417" y="3103734"/>
              <a:ext cx="282982" cy="280332"/>
              <a:chOff x="2605700" y="3152850"/>
              <a:chExt cx="594125" cy="616250"/>
            </a:xfrm>
          </p:grpSpPr>
          <p:sp>
            <p:nvSpPr>
              <p:cNvPr id="1952" name="Google Shape;1952;p56"/>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zh-TW" altLang="en-US"/>
              </a:p>
            </p:txBody>
          </p:sp>
          <p:sp>
            <p:nvSpPr>
              <p:cNvPr id="1953" name="Google Shape;1953;p56"/>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1954" name="Google Shape;1954;p56"/>
            <p:cNvGrpSpPr/>
            <p:nvPr/>
          </p:nvGrpSpPr>
          <p:grpSpPr>
            <a:xfrm>
              <a:off x="3265985" y="3226989"/>
              <a:ext cx="87151" cy="346202"/>
              <a:chOff x="2680375" y="3423800"/>
              <a:chExt cx="182975" cy="761050"/>
            </a:xfrm>
          </p:grpSpPr>
          <p:sp>
            <p:nvSpPr>
              <p:cNvPr id="1955" name="Google Shape;1955;p56"/>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zh-TW" altLang="en-US"/>
              </a:p>
            </p:txBody>
          </p:sp>
          <p:sp>
            <p:nvSpPr>
              <p:cNvPr id="1956" name="Google Shape;1956;p56"/>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7" name="Google Shape;1957;p56"/>
            <p:cNvGrpSpPr/>
            <p:nvPr/>
          </p:nvGrpSpPr>
          <p:grpSpPr>
            <a:xfrm>
              <a:off x="3855466" y="3289811"/>
              <a:ext cx="112514" cy="94210"/>
              <a:chOff x="3918000" y="3561900"/>
              <a:chExt cx="236225" cy="207100"/>
            </a:xfrm>
          </p:grpSpPr>
          <p:sp>
            <p:nvSpPr>
              <p:cNvPr id="1958" name="Google Shape;1958;p56"/>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zh-TW" altLang="en-US"/>
              </a:p>
            </p:txBody>
          </p:sp>
          <p:sp>
            <p:nvSpPr>
              <p:cNvPr id="1959" name="Google Shape;1959;p56"/>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60" name="Google Shape;1960;p56"/>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56"/>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56"/>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1963" name="Google Shape;1963;p56"/>
            <p:cNvGrpSpPr/>
            <p:nvPr/>
          </p:nvGrpSpPr>
          <p:grpSpPr>
            <a:xfrm>
              <a:off x="2905224" y="2311071"/>
              <a:ext cx="596721" cy="528992"/>
              <a:chOff x="1922950" y="1410350"/>
              <a:chExt cx="1252825" cy="1162875"/>
            </a:xfrm>
          </p:grpSpPr>
          <p:sp>
            <p:nvSpPr>
              <p:cNvPr id="1964" name="Google Shape;1964;p56"/>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56"/>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56"/>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56"/>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56"/>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56"/>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56"/>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56"/>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56"/>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56"/>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56"/>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56"/>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56"/>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56"/>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56"/>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56"/>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1980" name="Google Shape;1980;p56"/>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56"/>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56"/>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56"/>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56"/>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56"/>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56"/>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56"/>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56"/>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56"/>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56"/>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56"/>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56"/>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56"/>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56"/>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56"/>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56"/>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6"/>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6"/>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6"/>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000" name="Google Shape;2000;p56"/>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001" name="Google Shape;2001;p56"/>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02" name="Google Shape;2002;p56"/>
            <p:cNvGrpSpPr/>
            <p:nvPr/>
          </p:nvGrpSpPr>
          <p:grpSpPr>
            <a:xfrm>
              <a:off x="3280929" y="3294542"/>
              <a:ext cx="109894" cy="272224"/>
              <a:chOff x="2711750" y="3572300"/>
              <a:chExt cx="230725" cy="598425"/>
            </a:xfrm>
          </p:grpSpPr>
          <p:sp>
            <p:nvSpPr>
              <p:cNvPr id="2003" name="Google Shape;2003;p56"/>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56"/>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05" name="Google Shape;2005;p56"/>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06" name="Google Shape;2006;p56"/>
            <p:cNvGrpSpPr/>
            <p:nvPr/>
          </p:nvGrpSpPr>
          <p:grpSpPr>
            <a:xfrm>
              <a:off x="3790439" y="2408636"/>
              <a:ext cx="73017" cy="75684"/>
              <a:chOff x="3781475" y="1624825"/>
              <a:chExt cx="153300" cy="166375"/>
            </a:xfrm>
          </p:grpSpPr>
          <p:sp>
            <p:nvSpPr>
              <p:cNvPr id="2007" name="Google Shape;2007;p56"/>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56"/>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56"/>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6"/>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11" name="Google Shape;2011;p56"/>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56"/>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56"/>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56"/>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56"/>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56"/>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56"/>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18" name="Google Shape;2018;p56"/>
            <p:cNvGrpSpPr/>
            <p:nvPr/>
          </p:nvGrpSpPr>
          <p:grpSpPr>
            <a:xfrm>
              <a:off x="4403342" y="3107749"/>
              <a:ext cx="316680" cy="101374"/>
              <a:chOff x="5068275" y="3161675"/>
              <a:chExt cx="664875" cy="222850"/>
            </a:xfrm>
          </p:grpSpPr>
          <p:sp>
            <p:nvSpPr>
              <p:cNvPr id="2019" name="Google Shape;2019;p56"/>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56"/>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6"/>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56"/>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23" name="Google Shape;2023;p56"/>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56"/>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56"/>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6"/>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6"/>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6"/>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6"/>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56"/>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6"/>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6"/>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6"/>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56"/>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56"/>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6"/>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56"/>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56"/>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6"/>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56"/>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56"/>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6"/>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56"/>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56"/>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6"/>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56"/>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56"/>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6"/>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56"/>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56"/>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6"/>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52" name="Google Shape;2052;p56"/>
            <p:cNvGrpSpPr/>
            <p:nvPr/>
          </p:nvGrpSpPr>
          <p:grpSpPr>
            <a:xfrm>
              <a:off x="3697513" y="2707266"/>
              <a:ext cx="59549" cy="79733"/>
              <a:chOff x="3586375" y="2281300"/>
              <a:chExt cx="125025" cy="175275"/>
            </a:xfrm>
          </p:grpSpPr>
          <p:sp>
            <p:nvSpPr>
              <p:cNvPr id="2053" name="Google Shape;2053;p56"/>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6"/>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55" name="Google Shape;2055;p56"/>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56" name="Google Shape;2056;p56"/>
            <p:cNvGrpSpPr/>
            <p:nvPr/>
          </p:nvGrpSpPr>
          <p:grpSpPr>
            <a:xfrm>
              <a:off x="4513224" y="3221724"/>
              <a:ext cx="274563" cy="280321"/>
              <a:chOff x="5298975" y="3412225"/>
              <a:chExt cx="576450" cy="616225"/>
            </a:xfrm>
          </p:grpSpPr>
          <p:sp>
            <p:nvSpPr>
              <p:cNvPr id="2057" name="Google Shape;2057;p56"/>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058" name="Google Shape;2058;p56"/>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9" name="Google Shape;2059;p56"/>
            <p:cNvGrpSpPr/>
            <p:nvPr/>
          </p:nvGrpSpPr>
          <p:grpSpPr>
            <a:xfrm>
              <a:off x="4824403" y="3421846"/>
              <a:ext cx="110132" cy="130647"/>
              <a:chOff x="5952300" y="3852150"/>
              <a:chExt cx="231225" cy="287200"/>
            </a:xfrm>
          </p:grpSpPr>
          <p:sp>
            <p:nvSpPr>
              <p:cNvPr id="2060" name="Google Shape;2060;p56"/>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56"/>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62" name="Google Shape;2062;p56"/>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6"/>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56"/>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6"/>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56"/>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6"/>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56"/>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56"/>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0" name="Google Shape;2070;p56"/>
            <p:cNvGrpSpPr/>
            <p:nvPr/>
          </p:nvGrpSpPr>
          <p:grpSpPr>
            <a:xfrm>
              <a:off x="4295710" y="3079670"/>
              <a:ext cx="14968" cy="27135"/>
              <a:chOff x="4842300" y="3099950"/>
              <a:chExt cx="31425" cy="59650"/>
            </a:xfrm>
          </p:grpSpPr>
          <p:sp>
            <p:nvSpPr>
              <p:cNvPr id="2071" name="Google Shape;2071;p56"/>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6"/>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6"/>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6"/>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75" name="Google Shape;2075;p56"/>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6"/>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56"/>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56"/>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56"/>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56"/>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56"/>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56"/>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83" name="Google Shape;2083;p56"/>
            <p:cNvGrpSpPr/>
            <p:nvPr/>
          </p:nvGrpSpPr>
          <p:grpSpPr>
            <a:xfrm>
              <a:off x="3831056" y="2816010"/>
              <a:ext cx="37378" cy="27612"/>
              <a:chOff x="3866750" y="2520350"/>
              <a:chExt cx="78475" cy="60700"/>
            </a:xfrm>
          </p:grpSpPr>
          <p:sp>
            <p:nvSpPr>
              <p:cNvPr id="2084" name="Google Shape;2084;p56"/>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6"/>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56"/>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56"/>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88" name="Google Shape;2088;p56"/>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56"/>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6"/>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6"/>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56"/>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56"/>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6"/>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6"/>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6"/>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6"/>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6"/>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6"/>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6"/>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6"/>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56"/>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56"/>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6"/>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105" name="Google Shape;2105;p56"/>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56"/>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56"/>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56"/>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56"/>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56"/>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56"/>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56"/>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56"/>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56"/>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56"/>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6"/>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117" name="Google Shape;2117;p56"/>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56"/>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56"/>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6"/>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6"/>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6"/>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6"/>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56"/>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6"/>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56"/>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56"/>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56"/>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56"/>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30" name="Google Shape;2130;p56"/>
            <p:cNvGrpSpPr/>
            <p:nvPr/>
          </p:nvGrpSpPr>
          <p:grpSpPr>
            <a:xfrm>
              <a:off x="3632736" y="3051591"/>
              <a:ext cx="63288" cy="45217"/>
              <a:chOff x="3450375" y="3038225"/>
              <a:chExt cx="132875" cy="99400"/>
            </a:xfrm>
          </p:grpSpPr>
          <p:sp>
            <p:nvSpPr>
              <p:cNvPr id="2131" name="Google Shape;2131;p56"/>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56"/>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33" name="Google Shape;2133;p56"/>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6"/>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56"/>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56"/>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56"/>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56"/>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56"/>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56"/>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56"/>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142" name="Google Shape;2142;p56"/>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56"/>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56"/>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56"/>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56"/>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56"/>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56"/>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56"/>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6"/>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56"/>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152" name="Google Shape;2152;p56"/>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6"/>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6"/>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6"/>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56"/>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56"/>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158" name="Google Shape;2158;p56"/>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6"/>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6"/>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6"/>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6"/>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6"/>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6"/>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6"/>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6"/>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6"/>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8" name="Google Shape;2168;p56"/>
          <p:cNvGrpSpPr/>
          <p:nvPr/>
        </p:nvGrpSpPr>
        <p:grpSpPr>
          <a:xfrm>
            <a:off x="719116" y="2850945"/>
            <a:ext cx="2622876" cy="1333540"/>
            <a:chOff x="238125" y="1038125"/>
            <a:chExt cx="7146800" cy="3633625"/>
          </a:xfrm>
        </p:grpSpPr>
        <p:sp>
          <p:nvSpPr>
            <p:cNvPr id="2169" name="Google Shape;2169;p56"/>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6"/>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6"/>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6"/>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6"/>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6"/>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6"/>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6"/>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6"/>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6"/>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6"/>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6"/>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6"/>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56"/>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56"/>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56"/>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56"/>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56"/>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6"/>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6"/>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6"/>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6"/>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56"/>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56"/>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6"/>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6"/>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56"/>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56"/>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56"/>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56"/>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6"/>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56"/>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56"/>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6"/>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6"/>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6"/>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6"/>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6"/>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56"/>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56"/>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6"/>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6"/>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6"/>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6"/>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6"/>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6"/>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56"/>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6"/>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6"/>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6"/>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56"/>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56"/>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6"/>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56"/>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56"/>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6"/>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56"/>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56"/>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6"/>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56"/>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56"/>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6"/>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56"/>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56"/>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6"/>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56"/>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56"/>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6"/>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56"/>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6"/>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6"/>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56"/>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56"/>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6"/>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6"/>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56"/>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6"/>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6"/>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6"/>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6"/>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56"/>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6"/>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6"/>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56"/>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56"/>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6"/>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6"/>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6"/>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6"/>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6"/>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6"/>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6"/>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6"/>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6"/>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6"/>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6"/>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6"/>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6"/>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6"/>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6"/>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6"/>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6"/>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6"/>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56"/>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6"/>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6"/>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6"/>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6"/>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6"/>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6"/>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6"/>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6"/>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6"/>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6"/>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6"/>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6"/>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6"/>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6"/>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6"/>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6"/>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6"/>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6"/>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6"/>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6"/>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6"/>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6"/>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6"/>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6"/>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6"/>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6"/>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6"/>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6"/>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6"/>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6"/>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6"/>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6"/>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6"/>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6"/>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6"/>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6"/>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6"/>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6"/>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56"/>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56"/>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6"/>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6"/>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6"/>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6"/>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6"/>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6"/>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6"/>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6"/>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6"/>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6"/>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6"/>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6"/>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6"/>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6"/>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6"/>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6"/>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6"/>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6"/>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6"/>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6"/>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6"/>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6"/>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6"/>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6"/>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6"/>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6"/>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6"/>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6"/>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6"/>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6"/>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6"/>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6"/>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6"/>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6"/>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6"/>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6"/>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6"/>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6"/>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6"/>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6"/>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6"/>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6"/>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6"/>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6"/>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6"/>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6"/>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6"/>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6"/>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6"/>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6"/>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6"/>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6"/>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6"/>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6"/>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6"/>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6"/>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6"/>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6"/>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6"/>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6"/>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6"/>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6"/>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6"/>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6"/>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6"/>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6"/>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6"/>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6"/>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6"/>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6"/>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6"/>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6"/>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6"/>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6"/>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6"/>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6"/>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6"/>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56"/>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56"/>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6"/>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6"/>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6"/>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6"/>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6"/>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6"/>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6"/>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6"/>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56"/>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6"/>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6"/>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6"/>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6"/>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6"/>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56"/>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6"/>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6"/>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6"/>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6"/>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6"/>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6"/>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6"/>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6"/>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6"/>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6"/>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6"/>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6"/>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6"/>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6"/>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56"/>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56"/>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6"/>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6"/>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56"/>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56"/>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6"/>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6"/>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6"/>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6"/>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6"/>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6"/>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6"/>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6"/>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6"/>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6"/>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6"/>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6"/>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6"/>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6"/>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6"/>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6"/>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6"/>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6"/>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6"/>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6"/>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6"/>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6"/>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6"/>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6"/>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6"/>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6"/>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6"/>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6"/>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6"/>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6"/>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56"/>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6"/>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6"/>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6"/>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6"/>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6"/>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6"/>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6"/>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6"/>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6"/>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6"/>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6"/>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6"/>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6"/>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6"/>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6"/>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6"/>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6"/>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6"/>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6"/>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6"/>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6"/>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6"/>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6"/>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6"/>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6"/>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6"/>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6"/>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6"/>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6"/>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6"/>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6"/>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6"/>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6"/>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6"/>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6"/>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6"/>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6"/>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6"/>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6"/>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6"/>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6"/>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6"/>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6"/>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6"/>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6"/>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56"/>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6"/>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6"/>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6"/>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6"/>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6"/>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6"/>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6"/>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6"/>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6"/>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6"/>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6"/>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6"/>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6"/>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6"/>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6"/>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6"/>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6"/>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6"/>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6"/>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6"/>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6"/>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6"/>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6"/>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6"/>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6"/>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6"/>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6"/>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6"/>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6"/>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6"/>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6"/>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6"/>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56"/>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6"/>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6"/>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6"/>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6"/>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6"/>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6"/>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6"/>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6"/>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6"/>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6"/>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6"/>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6"/>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6"/>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6"/>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6"/>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6"/>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6"/>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6"/>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6"/>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6"/>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6"/>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6"/>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6"/>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6"/>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6"/>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6"/>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6"/>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6"/>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6"/>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6"/>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6"/>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6"/>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6"/>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6"/>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6"/>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6"/>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6"/>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6"/>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6"/>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6"/>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6"/>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6"/>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6"/>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6"/>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6"/>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6"/>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6"/>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6"/>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6"/>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6"/>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6"/>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6"/>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6"/>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6"/>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6"/>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6"/>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6"/>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6"/>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6"/>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6"/>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6"/>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6"/>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6"/>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6"/>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6"/>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6"/>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6"/>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6"/>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6"/>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6"/>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6"/>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6"/>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6"/>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6"/>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6"/>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6"/>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6"/>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6"/>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6"/>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6"/>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6"/>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6"/>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6"/>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6"/>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6"/>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6"/>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6"/>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6"/>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6"/>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6"/>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6"/>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6"/>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6"/>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6"/>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6"/>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6"/>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6"/>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6"/>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6"/>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6"/>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6"/>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6"/>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6"/>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6"/>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6"/>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6"/>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6"/>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6"/>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6"/>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6"/>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6"/>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6"/>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6"/>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6"/>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6"/>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6"/>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6"/>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6"/>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6"/>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56"/>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6"/>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6"/>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6"/>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6"/>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6"/>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6"/>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6"/>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6"/>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6"/>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6"/>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6"/>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6"/>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6"/>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6"/>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6"/>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6"/>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6"/>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6"/>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6"/>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6"/>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6"/>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6"/>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6"/>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6"/>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6"/>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6"/>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6"/>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6"/>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6"/>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6"/>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6"/>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6"/>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6"/>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6"/>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6"/>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6"/>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6"/>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6"/>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6"/>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6"/>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6"/>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6"/>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6"/>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6"/>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6"/>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6"/>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6"/>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6"/>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6"/>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6"/>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6"/>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6"/>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6"/>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6"/>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6"/>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6"/>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6"/>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6"/>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6"/>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6"/>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6"/>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6"/>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6"/>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6"/>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6"/>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6"/>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6"/>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6"/>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6"/>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6"/>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6"/>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6"/>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6"/>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6"/>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6"/>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6"/>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6"/>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6"/>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6"/>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6"/>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6"/>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6"/>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6"/>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6"/>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6"/>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6"/>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6"/>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6"/>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6"/>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6"/>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6"/>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6"/>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6"/>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6"/>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6"/>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6"/>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6"/>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6"/>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6"/>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6"/>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6"/>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6"/>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6"/>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6"/>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6"/>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6"/>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6"/>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6"/>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6"/>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6"/>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6"/>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6"/>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6"/>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6"/>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6"/>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6"/>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6"/>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6"/>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6"/>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6"/>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6"/>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6"/>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6"/>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6"/>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6"/>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6"/>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6"/>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6"/>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6"/>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6"/>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6"/>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6"/>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6"/>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6"/>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6"/>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6"/>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6"/>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6"/>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6"/>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6"/>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6"/>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6"/>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6"/>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6"/>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6"/>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6"/>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6"/>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6"/>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6"/>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6"/>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6"/>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6"/>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6"/>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6"/>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6"/>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6"/>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6"/>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6"/>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6"/>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6"/>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6"/>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6"/>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6"/>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6"/>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6"/>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6"/>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6"/>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6"/>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6"/>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6"/>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6"/>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6"/>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6"/>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6"/>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6"/>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6"/>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6"/>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6"/>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6"/>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6"/>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6"/>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6"/>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6"/>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6"/>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6"/>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6"/>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6"/>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6"/>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6"/>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6"/>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6"/>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6"/>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6"/>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6"/>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6"/>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6"/>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6"/>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6"/>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6"/>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6"/>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6"/>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6"/>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6"/>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6"/>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6"/>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6"/>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6"/>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6"/>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6"/>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6"/>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6"/>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6"/>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6"/>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6"/>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6"/>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6"/>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6"/>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6"/>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6"/>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6"/>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6"/>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6"/>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6"/>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6"/>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6"/>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6"/>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6"/>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6"/>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6"/>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6"/>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6"/>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6"/>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6"/>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6"/>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6"/>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6"/>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6"/>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6"/>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6"/>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6"/>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6"/>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6"/>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6"/>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6"/>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6"/>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6"/>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6"/>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6"/>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6"/>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6"/>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6"/>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6"/>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6"/>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6"/>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6"/>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6"/>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6"/>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6"/>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6"/>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6"/>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6"/>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6"/>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6"/>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6"/>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6"/>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6"/>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6"/>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6"/>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6"/>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6"/>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6"/>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6"/>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6"/>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6"/>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6"/>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6"/>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6"/>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6"/>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6"/>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6"/>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6"/>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6"/>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6"/>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6"/>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6"/>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6"/>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6"/>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6"/>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6"/>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6"/>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6"/>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6"/>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6"/>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6"/>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6"/>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6"/>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6"/>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6"/>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6"/>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6"/>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6"/>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6"/>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6"/>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6"/>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6"/>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6"/>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6"/>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6"/>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6"/>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6"/>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6"/>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6"/>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6"/>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6"/>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6"/>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6"/>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6"/>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6"/>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6"/>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6"/>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6"/>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6"/>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6"/>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6"/>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6"/>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6"/>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6"/>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6"/>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6"/>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6"/>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6"/>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6"/>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6"/>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6"/>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6"/>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6"/>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6"/>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6"/>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6"/>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6"/>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6"/>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6"/>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6"/>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6"/>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6"/>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6"/>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6"/>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6"/>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6"/>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6"/>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6"/>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6"/>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6"/>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6"/>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6"/>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6"/>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6"/>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6"/>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6"/>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6"/>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6"/>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6"/>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6"/>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6"/>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6"/>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6"/>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6"/>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6"/>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6"/>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6"/>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6"/>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6"/>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6"/>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6"/>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6"/>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6"/>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6"/>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6"/>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6"/>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6"/>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6"/>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6"/>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6"/>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6"/>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6"/>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6"/>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6"/>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6"/>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6"/>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6"/>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6"/>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6"/>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6"/>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6"/>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6"/>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6"/>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6"/>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6"/>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6"/>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6"/>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6"/>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6"/>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6"/>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6"/>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6"/>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6"/>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6"/>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6"/>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6"/>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6"/>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6"/>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6"/>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6"/>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6"/>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6"/>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6"/>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6"/>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6"/>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6"/>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6"/>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6"/>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6"/>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6"/>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6"/>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6"/>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6"/>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6"/>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6"/>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6"/>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6"/>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6"/>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6"/>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6"/>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6"/>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6"/>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6"/>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6"/>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6"/>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6"/>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6"/>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6"/>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6"/>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6"/>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6"/>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6"/>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6"/>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6"/>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6"/>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6"/>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6"/>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6"/>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6"/>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6"/>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6"/>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6"/>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6"/>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6"/>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6"/>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6"/>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6"/>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6"/>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6"/>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6"/>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6"/>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6"/>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6"/>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6"/>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6"/>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6"/>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6"/>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6"/>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6"/>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6"/>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6"/>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6"/>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6"/>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6"/>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6"/>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6"/>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6"/>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6"/>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6"/>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6"/>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6"/>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6"/>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6"/>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6"/>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6"/>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6"/>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6"/>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6"/>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6"/>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6"/>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6"/>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6"/>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6"/>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6"/>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6"/>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6"/>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6"/>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6"/>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6"/>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6"/>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6"/>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6"/>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6"/>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6"/>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6"/>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6"/>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6"/>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6"/>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6"/>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6"/>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6"/>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6"/>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6"/>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6"/>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6"/>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6"/>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6"/>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6"/>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6"/>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6"/>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6"/>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6"/>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6"/>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6"/>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6"/>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6"/>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6"/>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6"/>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6"/>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6"/>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6"/>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6"/>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6"/>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6"/>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6"/>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6"/>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6"/>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6"/>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6"/>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6"/>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6"/>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6"/>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6"/>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6"/>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6"/>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6"/>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6"/>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6"/>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6"/>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6"/>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6"/>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6"/>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6"/>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6"/>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6"/>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6"/>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6"/>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6"/>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6"/>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6"/>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6"/>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6"/>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6"/>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6"/>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6"/>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6"/>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6"/>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6"/>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6"/>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6"/>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6"/>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6"/>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6"/>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6"/>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6"/>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6"/>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6"/>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6"/>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6"/>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6"/>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6"/>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6"/>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6"/>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6"/>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6"/>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6"/>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6"/>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6"/>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6"/>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6"/>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6"/>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6"/>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6"/>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6"/>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6"/>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6"/>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6"/>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6"/>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6"/>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6"/>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6"/>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6"/>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6"/>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6"/>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6"/>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6"/>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6"/>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6"/>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6"/>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6"/>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6"/>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6"/>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6"/>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6"/>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6"/>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6"/>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6"/>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6"/>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6"/>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6"/>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6"/>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6"/>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6"/>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6"/>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6"/>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6"/>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6"/>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6"/>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6"/>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6"/>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6"/>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6"/>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6"/>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6"/>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6"/>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6"/>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6"/>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6"/>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6"/>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6"/>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6"/>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6"/>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6"/>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6"/>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6"/>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6"/>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6"/>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6"/>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6"/>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6"/>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6"/>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6"/>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6"/>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6"/>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6"/>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6"/>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6"/>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6"/>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6"/>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6"/>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6"/>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6"/>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6"/>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6"/>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6"/>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6"/>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6"/>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6"/>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6"/>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6"/>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6"/>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6"/>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6"/>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6"/>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6"/>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6"/>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6"/>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6"/>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6"/>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6"/>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6"/>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6"/>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6"/>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6"/>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6"/>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6"/>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6"/>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6"/>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6"/>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6"/>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6"/>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6"/>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6"/>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6"/>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6"/>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6"/>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6"/>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6"/>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6"/>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6"/>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6"/>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6"/>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6"/>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6"/>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6"/>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6"/>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6"/>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6"/>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6"/>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6"/>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6"/>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6"/>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6"/>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6"/>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6"/>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6"/>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6"/>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6"/>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6"/>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6"/>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6"/>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6"/>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6"/>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6"/>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6"/>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6"/>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6"/>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6"/>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6"/>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6"/>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6"/>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6"/>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6"/>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6"/>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6"/>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6"/>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6"/>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6"/>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6"/>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6"/>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6"/>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6"/>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6"/>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6"/>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6"/>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6"/>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6"/>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6"/>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6"/>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6"/>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6"/>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6"/>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6"/>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6"/>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6"/>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6"/>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6"/>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6"/>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6"/>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6"/>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6"/>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6"/>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6"/>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6"/>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6"/>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6"/>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6"/>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6"/>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6"/>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6"/>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6"/>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6"/>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6"/>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6"/>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6"/>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6"/>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6"/>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6"/>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6"/>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6"/>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6"/>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6"/>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6"/>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6"/>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6"/>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6"/>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6"/>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6"/>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6"/>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6"/>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6"/>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6"/>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6"/>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6"/>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6"/>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6"/>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6"/>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6"/>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6"/>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6"/>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6"/>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6"/>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6"/>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6"/>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6"/>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6"/>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6"/>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6"/>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6"/>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6"/>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6"/>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6"/>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6"/>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6"/>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6"/>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6"/>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6"/>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6"/>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6"/>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6"/>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6"/>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6"/>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6"/>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6"/>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6"/>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6"/>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6"/>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6"/>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6"/>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6"/>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6"/>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6"/>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6"/>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6"/>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6"/>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6"/>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6"/>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6"/>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6"/>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6"/>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6"/>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6"/>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6"/>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6"/>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6"/>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6"/>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6"/>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6"/>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6"/>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6"/>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6"/>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6"/>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6"/>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6"/>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6"/>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6"/>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6"/>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6"/>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6"/>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6"/>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6"/>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6"/>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6"/>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6"/>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6"/>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6"/>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6"/>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6"/>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6"/>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6"/>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6"/>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6"/>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6"/>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6"/>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6"/>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6"/>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6"/>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6"/>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6"/>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6"/>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6"/>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6"/>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6"/>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6"/>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6"/>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6"/>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6"/>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6"/>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6"/>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6"/>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6"/>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6"/>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6"/>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6"/>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6"/>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6"/>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6"/>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6"/>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6"/>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6"/>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6"/>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6"/>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6"/>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6"/>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6"/>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6"/>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6"/>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6"/>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6"/>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6"/>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6"/>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6"/>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6"/>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6"/>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6"/>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6"/>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6"/>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6"/>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6"/>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6"/>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6"/>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6"/>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6"/>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6"/>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6"/>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6"/>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6"/>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6"/>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6"/>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6"/>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6"/>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6"/>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6"/>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6"/>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6"/>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6"/>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6"/>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6"/>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6"/>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6"/>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6"/>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6"/>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6"/>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6"/>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6"/>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6"/>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6"/>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6"/>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6"/>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6"/>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6"/>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6"/>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6"/>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6"/>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6"/>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6"/>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6"/>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6"/>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6"/>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6"/>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6"/>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6"/>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6"/>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6"/>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6"/>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6"/>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6"/>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6"/>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6"/>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6"/>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6"/>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6"/>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6"/>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6"/>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6"/>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6"/>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6"/>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6"/>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6"/>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6"/>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6"/>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6"/>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6"/>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6"/>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6"/>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6"/>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6"/>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6"/>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6"/>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6"/>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6"/>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6"/>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6"/>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6"/>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6"/>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6"/>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6"/>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6"/>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6"/>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6"/>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6"/>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6"/>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6"/>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6"/>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6"/>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6"/>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6"/>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6"/>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6"/>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6"/>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6"/>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6"/>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6"/>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6"/>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6"/>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6"/>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6"/>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6"/>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6"/>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6"/>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6"/>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6"/>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6"/>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6"/>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6"/>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6"/>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6"/>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6"/>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6"/>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6"/>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6"/>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6"/>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6"/>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6"/>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6"/>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6"/>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6"/>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6"/>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6"/>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6"/>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6"/>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6"/>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6"/>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6"/>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6"/>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6"/>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6"/>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6"/>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6"/>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6"/>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6"/>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6"/>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6"/>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6"/>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6"/>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6"/>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6"/>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6"/>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6"/>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6"/>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6"/>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6"/>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6"/>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6"/>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6"/>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6"/>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6"/>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6"/>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6"/>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6"/>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6"/>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6"/>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6"/>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6"/>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6"/>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6"/>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6"/>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6"/>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6"/>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6"/>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6"/>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1" name="Google Shape;3741;p56"/>
          <p:cNvGrpSpPr/>
          <p:nvPr/>
        </p:nvGrpSpPr>
        <p:grpSpPr>
          <a:xfrm>
            <a:off x="5834044" y="993055"/>
            <a:ext cx="2590840" cy="1380235"/>
            <a:chOff x="233350" y="949250"/>
            <a:chExt cx="7137300" cy="3802300"/>
          </a:xfrm>
        </p:grpSpPr>
        <p:sp>
          <p:nvSpPr>
            <p:cNvPr id="3742" name="Google Shape;3742;p56"/>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6"/>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6"/>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6"/>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6"/>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6"/>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6"/>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6"/>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6"/>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6"/>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6"/>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6"/>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6"/>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6"/>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6"/>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6"/>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6"/>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6"/>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6"/>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6"/>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6"/>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6"/>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6"/>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6"/>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6"/>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6"/>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6"/>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6"/>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6"/>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6"/>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6"/>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6"/>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6"/>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6"/>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6"/>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6"/>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6"/>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6"/>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6"/>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6"/>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6"/>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6"/>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6"/>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6"/>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6"/>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6"/>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6"/>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6"/>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6"/>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6"/>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6"/>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3" name="Google Shape;3793;p56"/>
          <p:cNvGrpSpPr/>
          <p:nvPr/>
        </p:nvGrpSpPr>
        <p:grpSpPr>
          <a:xfrm>
            <a:off x="7648473" y="3037828"/>
            <a:ext cx="104231" cy="320340"/>
            <a:chOff x="7564426" y="3224343"/>
            <a:chExt cx="119985" cy="368801"/>
          </a:xfrm>
        </p:grpSpPr>
        <p:sp>
          <p:nvSpPr>
            <p:cNvPr id="3794" name="Google Shape;3794;p56"/>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6"/>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6" name="Google Shape;3796;p56"/>
          <p:cNvGrpSpPr/>
          <p:nvPr/>
        </p:nvGrpSpPr>
        <p:grpSpPr>
          <a:xfrm>
            <a:off x="7347962" y="3031929"/>
            <a:ext cx="189489" cy="332132"/>
            <a:chOff x="8370831" y="3202002"/>
            <a:chExt cx="218129" cy="382376"/>
          </a:xfrm>
        </p:grpSpPr>
        <p:sp>
          <p:nvSpPr>
            <p:cNvPr id="3797" name="Google Shape;3797;p56"/>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6"/>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9" name="Google Shape;3799;p56"/>
          <p:cNvGrpSpPr/>
          <p:nvPr/>
        </p:nvGrpSpPr>
        <p:grpSpPr>
          <a:xfrm>
            <a:off x="8071351" y="3443061"/>
            <a:ext cx="309429" cy="267000"/>
            <a:chOff x="6742064" y="3750480"/>
            <a:chExt cx="399315" cy="344560"/>
          </a:xfrm>
        </p:grpSpPr>
        <p:sp>
          <p:nvSpPr>
            <p:cNvPr id="3800" name="Google Shape;3800;p56"/>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6"/>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02" name="Google Shape;3802;p56"/>
          <p:cNvGrpSpPr/>
          <p:nvPr/>
        </p:nvGrpSpPr>
        <p:grpSpPr>
          <a:xfrm>
            <a:off x="7610370" y="3794109"/>
            <a:ext cx="180437" cy="281608"/>
            <a:chOff x="7248525" y="3739696"/>
            <a:chExt cx="230531" cy="359790"/>
          </a:xfrm>
        </p:grpSpPr>
        <p:sp>
          <p:nvSpPr>
            <p:cNvPr id="3803" name="Google Shape;3803;p56"/>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6"/>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05" name="Google Shape;3805;p56"/>
          <p:cNvGrpSpPr/>
          <p:nvPr/>
        </p:nvGrpSpPr>
        <p:grpSpPr>
          <a:xfrm>
            <a:off x="7856289" y="3437333"/>
            <a:ext cx="162896" cy="278710"/>
            <a:chOff x="7601242" y="3729267"/>
            <a:chExt cx="222566" cy="380803"/>
          </a:xfrm>
        </p:grpSpPr>
        <p:sp>
          <p:nvSpPr>
            <p:cNvPr id="3806" name="Google Shape;3806;p56"/>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6"/>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08" name="Google Shape;3808;p56"/>
          <p:cNvSpPr/>
          <p:nvPr/>
        </p:nvSpPr>
        <p:spPr>
          <a:xfrm>
            <a:off x="7822315" y="304969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09" name="Google Shape;3809;p56"/>
          <p:cNvGrpSpPr/>
          <p:nvPr/>
        </p:nvGrpSpPr>
        <p:grpSpPr>
          <a:xfrm>
            <a:off x="7345935" y="3438473"/>
            <a:ext cx="193543" cy="275990"/>
            <a:chOff x="8304647" y="3738687"/>
            <a:chExt cx="225076" cy="320956"/>
          </a:xfrm>
        </p:grpSpPr>
        <p:sp>
          <p:nvSpPr>
            <p:cNvPr id="3810" name="Google Shape;3810;p56"/>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6"/>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6"/>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3" name="Google Shape;3813;p56"/>
          <p:cNvGrpSpPr/>
          <p:nvPr/>
        </p:nvGrpSpPr>
        <p:grpSpPr>
          <a:xfrm>
            <a:off x="7618427" y="3438473"/>
            <a:ext cx="178492" cy="275990"/>
            <a:chOff x="8615101" y="3738687"/>
            <a:chExt cx="207573" cy="320956"/>
          </a:xfrm>
        </p:grpSpPr>
        <p:sp>
          <p:nvSpPr>
            <p:cNvPr id="3814" name="Google Shape;3814;p56"/>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6"/>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6"/>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17" name="Google Shape;3817;p56"/>
          <p:cNvSpPr/>
          <p:nvPr/>
        </p:nvSpPr>
        <p:spPr>
          <a:xfrm>
            <a:off x="8114867" y="3028356"/>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18" name="Google Shape;3818;p56"/>
          <p:cNvGrpSpPr/>
          <p:nvPr/>
        </p:nvGrpSpPr>
        <p:grpSpPr>
          <a:xfrm>
            <a:off x="6013132" y="3559961"/>
            <a:ext cx="557671" cy="511283"/>
            <a:chOff x="6015419" y="3716859"/>
            <a:chExt cx="557671" cy="511283"/>
          </a:xfrm>
        </p:grpSpPr>
        <p:sp>
          <p:nvSpPr>
            <p:cNvPr id="3819" name="Google Shape;3819;p56"/>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20" name="Google Shape;3820;p56"/>
            <p:cNvGrpSpPr/>
            <p:nvPr/>
          </p:nvGrpSpPr>
          <p:grpSpPr>
            <a:xfrm>
              <a:off x="6036094" y="3716980"/>
              <a:ext cx="529860" cy="510468"/>
              <a:chOff x="6036094" y="3716980"/>
              <a:chExt cx="529860" cy="510468"/>
            </a:xfrm>
          </p:grpSpPr>
          <p:sp>
            <p:nvSpPr>
              <p:cNvPr id="3821" name="Google Shape;3821;p56"/>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6"/>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6"/>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6"/>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6"/>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6"/>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6"/>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6"/>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6"/>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6"/>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31" name="Google Shape;3831;p56"/>
          <p:cNvGrpSpPr/>
          <p:nvPr/>
        </p:nvGrpSpPr>
        <p:grpSpPr>
          <a:xfrm>
            <a:off x="6642017" y="2916730"/>
            <a:ext cx="576302" cy="511871"/>
            <a:chOff x="6644304" y="3073628"/>
            <a:chExt cx="576302" cy="511871"/>
          </a:xfrm>
        </p:grpSpPr>
        <p:sp>
          <p:nvSpPr>
            <p:cNvPr id="3832" name="Google Shape;3832;p56"/>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33" name="Google Shape;3833;p56"/>
            <p:cNvGrpSpPr/>
            <p:nvPr/>
          </p:nvGrpSpPr>
          <p:grpSpPr>
            <a:xfrm>
              <a:off x="6712169" y="3085440"/>
              <a:ext cx="481622" cy="494913"/>
              <a:chOff x="6712169" y="3085440"/>
              <a:chExt cx="481622" cy="494913"/>
            </a:xfrm>
          </p:grpSpPr>
          <p:sp>
            <p:nvSpPr>
              <p:cNvPr id="3834" name="Google Shape;3834;p56"/>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6"/>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6"/>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6"/>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6"/>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39" name="Google Shape;3839;p56"/>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6"/>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6"/>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42" name="Google Shape;3842;p56"/>
          <p:cNvSpPr/>
          <p:nvPr/>
        </p:nvSpPr>
        <p:spPr>
          <a:xfrm>
            <a:off x="6986052" y="2933359"/>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43" name="Google Shape;3843;p56"/>
          <p:cNvGrpSpPr/>
          <p:nvPr/>
        </p:nvGrpSpPr>
        <p:grpSpPr>
          <a:xfrm>
            <a:off x="6649868" y="3559725"/>
            <a:ext cx="560631" cy="511352"/>
            <a:chOff x="6652154" y="3716623"/>
            <a:chExt cx="560631" cy="511352"/>
          </a:xfrm>
        </p:grpSpPr>
        <p:sp>
          <p:nvSpPr>
            <p:cNvPr id="3844" name="Google Shape;3844;p56"/>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45" name="Google Shape;3845;p56"/>
            <p:cNvGrpSpPr/>
            <p:nvPr/>
          </p:nvGrpSpPr>
          <p:grpSpPr>
            <a:xfrm>
              <a:off x="6669657" y="3716715"/>
              <a:ext cx="466779" cy="464290"/>
              <a:chOff x="6669657" y="3716715"/>
              <a:chExt cx="466779" cy="464290"/>
            </a:xfrm>
          </p:grpSpPr>
          <p:sp>
            <p:nvSpPr>
              <p:cNvPr id="3846" name="Google Shape;3846;p56"/>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6"/>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6"/>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6"/>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6"/>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6"/>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6"/>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6"/>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6"/>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6"/>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6"/>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6"/>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6"/>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59" name="Google Shape;3859;p56"/>
          <p:cNvGrpSpPr/>
          <p:nvPr/>
        </p:nvGrpSpPr>
        <p:grpSpPr>
          <a:xfrm>
            <a:off x="7843959" y="3841134"/>
            <a:ext cx="187557" cy="187557"/>
            <a:chOff x="8565775" y="671075"/>
            <a:chExt cx="441000" cy="441000"/>
          </a:xfrm>
        </p:grpSpPr>
        <p:sp>
          <p:nvSpPr>
            <p:cNvPr id="3860" name="Google Shape;3860;p56"/>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6"/>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62" name="Google Shape;3862;p56"/>
          <p:cNvSpPr/>
          <p:nvPr/>
        </p:nvSpPr>
        <p:spPr>
          <a:xfrm>
            <a:off x="8145173" y="3837054"/>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6"/>
          <p:cNvSpPr/>
          <p:nvPr/>
        </p:nvSpPr>
        <p:spPr>
          <a:xfrm flipH="1">
            <a:off x="7353412" y="3803510"/>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64" name="Google Shape;3864;p56"/>
          <p:cNvGrpSpPr/>
          <p:nvPr/>
        </p:nvGrpSpPr>
        <p:grpSpPr>
          <a:xfrm>
            <a:off x="5997814" y="2919352"/>
            <a:ext cx="587871" cy="512373"/>
            <a:chOff x="6000100" y="3076250"/>
            <a:chExt cx="587871" cy="512373"/>
          </a:xfrm>
        </p:grpSpPr>
        <p:sp>
          <p:nvSpPr>
            <p:cNvPr id="3865" name="Google Shape;3865;p56"/>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66" name="Google Shape;3866;p56"/>
            <p:cNvGrpSpPr/>
            <p:nvPr/>
          </p:nvGrpSpPr>
          <p:grpSpPr>
            <a:xfrm>
              <a:off x="6031360" y="3076713"/>
              <a:ext cx="539107" cy="480965"/>
              <a:chOff x="6031360" y="3076713"/>
              <a:chExt cx="539107" cy="480965"/>
            </a:xfrm>
          </p:grpSpPr>
          <p:sp>
            <p:nvSpPr>
              <p:cNvPr id="3867" name="Google Shape;3867;p56"/>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6"/>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6"/>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6"/>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6"/>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6"/>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6"/>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74" name="Google Shape;3874;p56"/>
          <p:cNvGrpSpPr/>
          <p:nvPr/>
        </p:nvGrpSpPr>
        <p:grpSpPr>
          <a:xfrm>
            <a:off x="3369305" y="938716"/>
            <a:ext cx="2310381" cy="1488888"/>
            <a:chOff x="229225" y="549050"/>
            <a:chExt cx="7161750" cy="4615275"/>
          </a:xfrm>
        </p:grpSpPr>
        <p:sp>
          <p:nvSpPr>
            <p:cNvPr id="3875" name="Google Shape;3875;p56"/>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6"/>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6"/>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6"/>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6"/>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6"/>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6"/>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6"/>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6"/>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6"/>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6"/>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6"/>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6"/>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6"/>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6"/>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6"/>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6"/>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6"/>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6"/>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6"/>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6"/>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6"/>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6"/>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6"/>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6"/>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6"/>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6"/>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6"/>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6"/>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6"/>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6"/>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6"/>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6"/>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6"/>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6"/>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6"/>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6"/>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6"/>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6"/>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6"/>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6"/>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6"/>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6"/>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6"/>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6"/>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6"/>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6"/>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6"/>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6"/>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6"/>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6"/>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6"/>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6"/>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6"/>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6"/>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6"/>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6"/>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6"/>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6"/>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6"/>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6"/>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6"/>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6"/>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6"/>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6"/>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6"/>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6"/>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6"/>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6"/>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6"/>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6"/>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6"/>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6"/>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6"/>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6"/>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6"/>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6"/>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6"/>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6"/>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6"/>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6"/>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6"/>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6"/>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6"/>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6"/>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6"/>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6"/>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6"/>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6"/>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6"/>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6"/>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6"/>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6"/>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6"/>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6"/>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6"/>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6"/>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6"/>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6"/>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6"/>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6"/>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6"/>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6"/>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6"/>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6"/>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6"/>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6"/>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6"/>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6"/>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6"/>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6"/>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6"/>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6"/>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6"/>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6"/>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6"/>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6"/>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2" name="Google Shape;3992;p56"/>
          <p:cNvGrpSpPr/>
          <p:nvPr/>
        </p:nvGrpSpPr>
        <p:grpSpPr>
          <a:xfrm>
            <a:off x="3514723" y="2830563"/>
            <a:ext cx="2310282" cy="1374222"/>
            <a:chOff x="238125" y="732525"/>
            <a:chExt cx="7130500" cy="4241425"/>
          </a:xfrm>
        </p:grpSpPr>
        <p:sp>
          <p:nvSpPr>
            <p:cNvPr id="3993" name="Google Shape;3993;p56"/>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6"/>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6"/>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6"/>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6"/>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6"/>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6"/>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6"/>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6"/>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6"/>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6"/>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6"/>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6"/>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6"/>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6"/>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6"/>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6"/>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6"/>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6"/>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6"/>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6"/>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6"/>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6"/>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6"/>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6"/>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6"/>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6"/>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6"/>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6"/>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6"/>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6"/>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6"/>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6"/>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6"/>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6"/>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6"/>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6"/>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6"/>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6"/>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6"/>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6"/>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6"/>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6"/>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6"/>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6"/>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6"/>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6"/>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6"/>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6"/>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6"/>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6"/>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6"/>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6"/>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6"/>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6"/>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6"/>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6"/>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6"/>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6"/>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6"/>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6"/>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6"/>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6"/>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6"/>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6"/>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6"/>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6"/>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6"/>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6"/>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6"/>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6"/>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6"/>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6"/>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6"/>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6"/>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6"/>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6"/>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6"/>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6"/>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6"/>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6"/>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6"/>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6"/>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6"/>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6"/>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6"/>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6"/>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6"/>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6"/>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6"/>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6"/>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6"/>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6"/>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6"/>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6"/>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6"/>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6"/>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6"/>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6"/>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6"/>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6"/>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6"/>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6"/>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6"/>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6"/>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6"/>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6"/>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6"/>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6"/>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6"/>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6"/>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6"/>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6"/>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6"/>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4110"/>
        <p:cNvGrpSpPr/>
        <p:nvPr/>
      </p:nvGrpSpPr>
      <p:grpSpPr>
        <a:xfrm>
          <a:off x="0" y="0"/>
          <a:ext cx="0" cy="0"/>
          <a:chOff x="0" y="0"/>
          <a:chExt cx="0" cy="0"/>
        </a:xfrm>
      </p:grpSpPr>
      <p:grpSp>
        <p:nvGrpSpPr>
          <p:cNvPr id="4111" name="Google Shape;4111;p57"/>
          <p:cNvGrpSpPr/>
          <p:nvPr/>
        </p:nvGrpSpPr>
        <p:grpSpPr>
          <a:xfrm>
            <a:off x="725414" y="969763"/>
            <a:ext cx="2507799" cy="206239"/>
            <a:chOff x="106648" y="895722"/>
            <a:chExt cx="4481413" cy="374300"/>
          </a:xfrm>
        </p:grpSpPr>
        <p:grpSp>
          <p:nvGrpSpPr>
            <p:cNvPr id="4112" name="Google Shape;4112;p57"/>
            <p:cNvGrpSpPr/>
            <p:nvPr/>
          </p:nvGrpSpPr>
          <p:grpSpPr>
            <a:xfrm>
              <a:off x="2233276" y="895722"/>
              <a:ext cx="1082667" cy="223591"/>
              <a:chOff x="4808316" y="2800065"/>
              <a:chExt cx="1999386" cy="412910"/>
            </a:xfrm>
          </p:grpSpPr>
          <p:sp>
            <p:nvSpPr>
              <p:cNvPr id="4113" name="Google Shape;4113;p57"/>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14" name="Google Shape;4114;p57"/>
              <p:cNvGrpSpPr/>
              <p:nvPr/>
            </p:nvGrpSpPr>
            <p:grpSpPr>
              <a:xfrm>
                <a:off x="4808316" y="2800065"/>
                <a:ext cx="92400" cy="411825"/>
                <a:chOff x="845575" y="2563700"/>
                <a:chExt cx="92400" cy="411825"/>
              </a:xfrm>
            </p:grpSpPr>
            <p:cxnSp>
              <p:nvCxnSpPr>
                <p:cNvPr id="4115" name="Google Shape;4115;p5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116" name="Google Shape;4116;p57"/>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17" name="Google Shape;4117;p57"/>
            <p:cNvGrpSpPr/>
            <p:nvPr/>
          </p:nvGrpSpPr>
          <p:grpSpPr>
            <a:xfrm>
              <a:off x="106648" y="895722"/>
              <a:ext cx="1088401" cy="223591"/>
              <a:chOff x="881025" y="2800065"/>
              <a:chExt cx="2009975" cy="412910"/>
            </a:xfrm>
          </p:grpSpPr>
          <p:sp>
            <p:nvSpPr>
              <p:cNvPr id="4118" name="Google Shape;4118;p57"/>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19" name="Google Shape;4119;p57"/>
              <p:cNvGrpSpPr/>
              <p:nvPr/>
            </p:nvGrpSpPr>
            <p:grpSpPr>
              <a:xfrm>
                <a:off x="881025" y="2800065"/>
                <a:ext cx="92400" cy="411825"/>
                <a:chOff x="845575" y="2563700"/>
                <a:chExt cx="92400" cy="411825"/>
              </a:xfrm>
            </p:grpSpPr>
            <p:cxnSp>
              <p:nvCxnSpPr>
                <p:cNvPr id="4120" name="Google Shape;4120;p5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121" name="Google Shape;4121;p57"/>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22" name="Google Shape;4122;p57"/>
            <p:cNvGrpSpPr/>
            <p:nvPr/>
          </p:nvGrpSpPr>
          <p:grpSpPr>
            <a:xfrm>
              <a:off x="1172346" y="1047018"/>
              <a:ext cx="1083151" cy="223003"/>
              <a:chOff x="2849073" y="3079467"/>
              <a:chExt cx="2000279" cy="411825"/>
            </a:xfrm>
          </p:grpSpPr>
          <p:sp>
            <p:nvSpPr>
              <p:cNvPr id="4123" name="Google Shape;4123;p57"/>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24" name="Google Shape;4124;p57"/>
              <p:cNvGrpSpPr/>
              <p:nvPr/>
            </p:nvGrpSpPr>
            <p:grpSpPr>
              <a:xfrm rot="10800000">
                <a:off x="2849073" y="3079467"/>
                <a:ext cx="92400" cy="411825"/>
                <a:chOff x="2070100" y="2563700"/>
                <a:chExt cx="92400" cy="411825"/>
              </a:xfrm>
            </p:grpSpPr>
            <p:cxnSp>
              <p:nvCxnSpPr>
                <p:cNvPr id="4125" name="Google Shape;4125;p5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126" name="Google Shape;4126;p57"/>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27" name="Google Shape;4127;p57"/>
            <p:cNvGrpSpPr/>
            <p:nvPr/>
          </p:nvGrpSpPr>
          <p:grpSpPr>
            <a:xfrm>
              <a:off x="3290132" y="1047018"/>
              <a:ext cx="1297929" cy="223003"/>
              <a:chOff x="6760035" y="3079467"/>
              <a:chExt cx="2396914" cy="411825"/>
            </a:xfrm>
          </p:grpSpPr>
          <p:sp>
            <p:nvSpPr>
              <p:cNvPr id="4128" name="Google Shape;4128;p57"/>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29" name="Google Shape;4129;p57"/>
              <p:cNvGrpSpPr/>
              <p:nvPr/>
            </p:nvGrpSpPr>
            <p:grpSpPr>
              <a:xfrm rot="10800000">
                <a:off x="6760035" y="3079467"/>
                <a:ext cx="92400" cy="411825"/>
                <a:chOff x="2070100" y="2563700"/>
                <a:chExt cx="92400" cy="411825"/>
              </a:xfrm>
            </p:grpSpPr>
            <p:cxnSp>
              <p:nvCxnSpPr>
                <p:cNvPr id="4130" name="Google Shape;4130;p5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131" name="Google Shape;4131;p57"/>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132" name="Google Shape;4132;p57"/>
          <p:cNvGrpSpPr/>
          <p:nvPr/>
        </p:nvGrpSpPr>
        <p:grpSpPr>
          <a:xfrm>
            <a:off x="2143176" y="3369134"/>
            <a:ext cx="1086701" cy="799429"/>
            <a:chOff x="2183288" y="3555572"/>
            <a:chExt cx="1136241" cy="835873"/>
          </a:xfrm>
        </p:grpSpPr>
        <p:sp>
          <p:nvSpPr>
            <p:cNvPr id="4133" name="Google Shape;4133;p57"/>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34" name="Google Shape;4134;p57"/>
            <p:cNvGrpSpPr/>
            <p:nvPr/>
          </p:nvGrpSpPr>
          <p:grpSpPr>
            <a:xfrm>
              <a:off x="2205895" y="3637269"/>
              <a:ext cx="1089848" cy="724993"/>
              <a:chOff x="2205895" y="3637269"/>
              <a:chExt cx="1089848" cy="724993"/>
            </a:xfrm>
          </p:grpSpPr>
          <p:sp>
            <p:nvSpPr>
              <p:cNvPr id="4135" name="Google Shape;4135;p57"/>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7"/>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7"/>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7"/>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7"/>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7"/>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41" name="Google Shape;4141;p57"/>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42" name="Google Shape;4142;p57"/>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143" name="Google Shape;4143;p57"/>
            <p:cNvGrpSpPr/>
            <p:nvPr/>
          </p:nvGrpSpPr>
          <p:grpSpPr>
            <a:xfrm>
              <a:off x="3173850" y="3779426"/>
              <a:ext cx="145679" cy="70048"/>
              <a:chOff x="3173850" y="3779426"/>
              <a:chExt cx="145679" cy="70048"/>
            </a:xfrm>
          </p:grpSpPr>
          <p:cxnSp>
            <p:nvCxnSpPr>
              <p:cNvPr id="4144" name="Google Shape;4144;p57"/>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145" name="Google Shape;4145;p57"/>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6" name="Google Shape;4146;p57"/>
            <p:cNvGrpSpPr/>
            <p:nvPr/>
          </p:nvGrpSpPr>
          <p:grpSpPr>
            <a:xfrm>
              <a:off x="2183288" y="4139483"/>
              <a:ext cx="145133" cy="70048"/>
              <a:chOff x="2183288" y="4139483"/>
              <a:chExt cx="145133" cy="70048"/>
            </a:xfrm>
          </p:grpSpPr>
          <p:cxnSp>
            <p:nvCxnSpPr>
              <p:cNvPr id="4147" name="Google Shape;4147;p57"/>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148" name="Google Shape;4148;p57"/>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49" name="Google Shape;4149;p57"/>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50" name="Google Shape;4150;p57"/>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151" name="Google Shape;4151;p57"/>
            <p:cNvGrpSpPr/>
            <p:nvPr/>
          </p:nvGrpSpPr>
          <p:grpSpPr>
            <a:xfrm>
              <a:off x="2943836" y="4268886"/>
              <a:ext cx="60717" cy="122559"/>
              <a:chOff x="2943836" y="4268886"/>
              <a:chExt cx="60717" cy="122559"/>
            </a:xfrm>
          </p:grpSpPr>
          <p:sp>
            <p:nvSpPr>
              <p:cNvPr id="4152" name="Google Shape;4152;p57"/>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53" name="Google Shape;4153;p57"/>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154" name="Google Shape;4154;p57"/>
          <p:cNvGrpSpPr/>
          <p:nvPr/>
        </p:nvGrpSpPr>
        <p:grpSpPr>
          <a:xfrm>
            <a:off x="3406121" y="1290134"/>
            <a:ext cx="1675870" cy="758251"/>
            <a:chOff x="3530532" y="1496185"/>
            <a:chExt cx="1562000" cy="706730"/>
          </a:xfrm>
        </p:grpSpPr>
        <p:cxnSp>
          <p:nvCxnSpPr>
            <p:cNvPr id="4155" name="Google Shape;4155;p57"/>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156" name="Google Shape;4156;p57"/>
            <p:cNvGrpSpPr/>
            <p:nvPr/>
          </p:nvGrpSpPr>
          <p:grpSpPr>
            <a:xfrm>
              <a:off x="3530532" y="1496185"/>
              <a:ext cx="323430" cy="463587"/>
              <a:chOff x="3530532" y="1496185"/>
              <a:chExt cx="323430" cy="463587"/>
            </a:xfrm>
          </p:grpSpPr>
          <p:grpSp>
            <p:nvGrpSpPr>
              <p:cNvPr id="4157" name="Google Shape;4157;p57"/>
              <p:cNvGrpSpPr/>
              <p:nvPr/>
            </p:nvGrpSpPr>
            <p:grpSpPr>
              <a:xfrm>
                <a:off x="3567462" y="1496185"/>
                <a:ext cx="286500" cy="361376"/>
                <a:chOff x="3567462" y="1496185"/>
                <a:chExt cx="286500" cy="361376"/>
              </a:xfrm>
            </p:grpSpPr>
            <p:cxnSp>
              <p:nvCxnSpPr>
                <p:cNvPr id="4158" name="Google Shape;4158;p57"/>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159" name="Google Shape;4159;p57"/>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60" name="Google Shape;4160;p57"/>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1" name="Google Shape;4161;p57"/>
            <p:cNvGrpSpPr/>
            <p:nvPr/>
          </p:nvGrpSpPr>
          <p:grpSpPr>
            <a:xfrm>
              <a:off x="3891569" y="1779209"/>
              <a:ext cx="323945" cy="423706"/>
              <a:chOff x="3891569" y="1779209"/>
              <a:chExt cx="323945" cy="423706"/>
            </a:xfrm>
          </p:grpSpPr>
          <p:grpSp>
            <p:nvGrpSpPr>
              <p:cNvPr id="4162" name="Google Shape;4162;p57"/>
              <p:cNvGrpSpPr/>
              <p:nvPr/>
            </p:nvGrpSpPr>
            <p:grpSpPr>
              <a:xfrm>
                <a:off x="3929014" y="1881638"/>
                <a:ext cx="286500" cy="321278"/>
                <a:chOff x="3929014" y="1881638"/>
                <a:chExt cx="286500" cy="321278"/>
              </a:xfrm>
            </p:grpSpPr>
            <p:cxnSp>
              <p:nvCxnSpPr>
                <p:cNvPr id="4163" name="Google Shape;4163;p57"/>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164" name="Google Shape;4164;p57"/>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65" name="Google Shape;4165;p57"/>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6" name="Google Shape;4166;p57"/>
            <p:cNvGrpSpPr/>
            <p:nvPr/>
          </p:nvGrpSpPr>
          <p:grpSpPr>
            <a:xfrm>
              <a:off x="4252606" y="1496185"/>
              <a:ext cx="324721" cy="463587"/>
              <a:chOff x="4252606" y="1496185"/>
              <a:chExt cx="324721" cy="463587"/>
            </a:xfrm>
          </p:grpSpPr>
          <p:grpSp>
            <p:nvGrpSpPr>
              <p:cNvPr id="4167" name="Google Shape;4167;p57"/>
              <p:cNvGrpSpPr/>
              <p:nvPr/>
            </p:nvGrpSpPr>
            <p:grpSpPr>
              <a:xfrm>
                <a:off x="4290828" y="1496185"/>
                <a:ext cx="286500" cy="361376"/>
                <a:chOff x="4290828" y="1496185"/>
                <a:chExt cx="286500" cy="361376"/>
              </a:xfrm>
            </p:grpSpPr>
            <p:cxnSp>
              <p:nvCxnSpPr>
                <p:cNvPr id="4168" name="Google Shape;4168;p57"/>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169" name="Google Shape;4169;p57"/>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70" name="Google Shape;4170;p57"/>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1" name="Google Shape;4171;p57"/>
            <p:cNvGrpSpPr/>
            <p:nvPr/>
          </p:nvGrpSpPr>
          <p:grpSpPr>
            <a:xfrm>
              <a:off x="4613643" y="1763716"/>
              <a:ext cx="325308" cy="439200"/>
              <a:chOff x="4613643" y="1763716"/>
              <a:chExt cx="325308" cy="439200"/>
            </a:xfrm>
          </p:grpSpPr>
          <p:grpSp>
            <p:nvGrpSpPr>
              <p:cNvPr id="4172" name="Google Shape;4172;p57"/>
              <p:cNvGrpSpPr/>
              <p:nvPr/>
            </p:nvGrpSpPr>
            <p:grpSpPr>
              <a:xfrm>
                <a:off x="4652451" y="1879538"/>
                <a:ext cx="286500" cy="323378"/>
                <a:chOff x="4652451" y="1879538"/>
                <a:chExt cx="286500" cy="323378"/>
              </a:xfrm>
            </p:grpSpPr>
            <p:cxnSp>
              <p:nvCxnSpPr>
                <p:cNvPr id="4173" name="Google Shape;4173;p57"/>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174" name="Google Shape;4174;p57"/>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75" name="Google Shape;4175;p57"/>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76" name="Google Shape;4176;p57"/>
          <p:cNvGrpSpPr/>
          <p:nvPr/>
        </p:nvGrpSpPr>
        <p:grpSpPr>
          <a:xfrm>
            <a:off x="3417981" y="2143759"/>
            <a:ext cx="1652173" cy="391517"/>
            <a:chOff x="3512551" y="2358270"/>
            <a:chExt cx="1597383" cy="378533"/>
          </a:xfrm>
        </p:grpSpPr>
        <p:cxnSp>
          <p:nvCxnSpPr>
            <p:cNvPr id="4177" name="Google Shape;4177;p57"/>
            <p:cNvCxnSpPr>
              <a:stCxn id="4178" idx="6"/>
              <a:endCxn id="4179"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180" name="Google Shape;4180;p57"/>
            <p:cNvGrpSpPr/>
            <p:nvPr/>
          </p:nvGrpSpPr>
          <p:grpSpPr>
            <a:xfrm>
              <a:off x="3512551" y="2358270"/>
              <a:ext cx="225647" cy="307714"/>
              <a:chOff x="2182679" y="2004714"/>
              <a:chExt cx="792300" cy="1080458"/>
            </a:xfrm>
          </p:grpSpPr>
          <p:cxnSp>
            <p:nvCxnSpPr>
              <p:cNvPr id="4181" name="Google Shape;4181;p57"/>
              <p:cNvCxnSpPr>
                <a:stCxn id="4182"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178" name="Google Shape;4178;p57"/>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7"/>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83" name="Google Shape;4183;p57"/>
            <p:cNvGrpSpPr/>
            <p:nvPr/>
          </p:nvGrpSpPr>
          <p:grpSpPr>
            <a:xfrm>
              <a:off x="3969644" y="2440153"/>
              <a:ext cx="225853" cy="296651"/>
              <a:chOff x="3775710" y="1729289"/>
              <a:chExt cx="136500" cy="179289"/>
            </a:xfrm>
          </p:grpSpPr>
          <p:cxnSp>
            <p:nvCxnSpPr>
              <p:cNvPr id="4184" name="Google Shape;4184;p57"/>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185" name="Google Shape;4185;p57"/>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7"/>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87" name="Google Shape;4187;p57"/>
            <p:cNvGrpSpPr/>
            <p:nvPr/>
          </p:nvGrpSpPr>
          <p:grpSpPr>
            <a:xfrm>
              <a:off x="4427051" y="2358270"/>
              <a:ext cx="225647" cy="307714"/>
              <a:chOff x="5393704" y="2004714"/>
              <a:chExt cx="792300" cy="1080458"/>
            </a:xfrm>
          </p:grpSpPr>
          <p:cxnSp>
            <p:nvCxnSpPr>
              <p:cNvPr id="4188" name="Google Shape;4188;p57"/>
              <p:cNvCxnSpPr>
                <a:stCxn id="4189"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190" name="Google Shape;4190;p57"/>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7"/>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1" name="Google Shape;4191;p57"/>
            <p:cNvGrpSpPr/>
            <p:nvPr/>
          </p:nvGrpSpPr>
          <p:grpSpPr>
            <a:xfrm>
              <a:off x="4884287" y="2440252"/>
              <a:ext cx="225647" cy="296532"/>
              <a:chOff x="6999166" y="2292572"/>
              <a:chExt cx="792300" cy="1041192"/>
            </a:xfrm>
          </p:grpSpPr>
          <p:cxnSp>
            <p:nvCxnSpPr>
              <p:cNvPr id="4192" name="Google Shape;4192;p57"/>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179" name="Google Shape;4179;p57"/>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7"/>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194" name="Google Shape;4194;p57"/>
          <p:cNvGrpSpPr/>
          <p:nvPr/>
        </p:nvGrpSpPr>
        <p:grpSpPr>
          <a:xfrm>
            <a:off x="6838789" y="979959"/>
            <a:ext cx="1581844" cy="732818"/>
            <a:chOff x="634175" y="2986275"/>
            <a:chExt cx="3147949" cy="1458344"/>
          </a:xfrm>
        </p:grpSpPr>
        <p:cxnSp>
          <p:nvCxnSpPr>
            <p:cNvPr id="4195" name="Google Shape;4195;p57"/>
            <p:cNvCxnSpPr>
              <a:stCxn id="4196" idx="4"/>
              <a:endCxn id="4197"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4198" name="Google Shape;4198;p57"/>
            <p:cNvCxnSpPr>
              <a:stCxn id="4197" idx="0"/>
              <a:endCxn id="4199"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200" name="Google Shape;4200;p57"/>
            <p:cNvCxnSpPr>
              <a:stCxn id="4199" idx="4"/>
              <a:endCxn id="4201"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202" name="Google Shape;4202;p57"/>
            <p:cNvCxnSpPr>
              <a:stCxn id="4201" idx="0"/>
              <a:endCxn id="4203"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4203" name="Google Shape;4203;p57"/>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199" name="Google Shape;4199;p57"/>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196" name="Google Shape;4196;p57"/>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201" name="Google Shape;4201;p57"/>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197" name="Google Shape;4197;p57"/>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4204" name="Google Shape;4204;p57"/>
          <p:cNvGrpSpPr/>
          <p:nvPr/>
        </p:nvGrpSpPr>
        <p:grpSpPr>
          <a:xfrm>
            <a:off x="3406504" y="2674269"/>
            <a:ext cx="1675128" cy="313674"/>
            <a:chOff x="998425" y="1182125"/>
            <a:chExt cx="1065400" cy="199500"/>
          </a:xfrm>
        </p:grpSpPr>
        <p:sp>
          <p:nvSpPr>
            <p:cNvPr id="4205" name="Google Shape;4205;p57"/>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7"/>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7"/>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7"/>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7"/>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10" name="Google Shape;4210;p57"/>
          <p:cNvGrpSpPr/>
          <p:nvPr/>
        </p:nvGrpSpPr>
        <p:grpSpPr>
          <a:xfrm>
            <a:off x="3406503" y="3630235"/>
            <a:ext cx="1675129" cy="525345"/>
            <a:chOff x="5194708" y="3484366"/>
            <a:chExt cx="3148148" cy="987304"/>
          </a:xfrm>
        </p:grpSpPr>
        <p:grpSp>
          <p:nvGrpSpPr>
            <p:cNvPr id="4211" name="Google Shape;4211;p57"/>
            <p:cNvGrpSpPr/>
            <p:nvPr/>
          </p:nvGrpSpPr>
          <p:grpSpPr>
            <a:xfrm>
              <a:off x="7531521" y="3484366"/>
              <a:ext cx="811335" cy="987304"/>
              <a:chOff x="3379425" y="1617275"/>
              <a:chExt cx="1090650" cy="1327200"/>
            </a:xfrm>
          </p:grpSpPr>
          <p:sp>
            <p:nvSpPr>
              <p:cNvPr id="4212" name="Google Shape;4212;p57"/>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7"/>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7"/>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15" name="Google Shape;4215;p57"/>
            <p:cNvGrpSpPr/>
            <p:nvPr/>
          </p:nvGrpSpPr>
          <p:grpSpPr>
            <a:xfrm>
              <a:off x="6752546" y="3484366"/>
              <a:ext cx="811428" cy="987304"/>
              <a:chOff x="2332275" y="1617275"/>
              <a:chExt cx="1090775" cy="1327200"/>
            </a:xfrm>
          </p:grpSpPr>
          <p:sp>
            <p:nvSpPr>
              <p:cNvPr id="4216" name="Google Shape;4216;p57"/>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7"/>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7"/>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19" name="Google Shape;4219;p57"/>
            <p:cNvGrpSpPr/>
            <p:nvPr/>
          </p:nvGrpSpPr>
          <p:grpSpPr>
            <a:xfrm>
              <a:off x="5973664" y="3484366"/>
              <a:ext cx="811335" cy="987304"/>
              <a:chOff x="1285250" y="1617275"/>
              <a:chExt cx="1090650" cy="1327200"/>
            </a:xfrm>
          </p:grpSpPr>
          <p:sp>
            <p:nvSpPr>
              <p:cNvPr id="4220" name="Google Shape;4220;p57"/>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7"/>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7"/>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3" name="Google Shape;4223;p57"/>
            <p:cNvGrpSpPr/>
            <p:nvPr/>
          </p:nvGrpSpPr>
          <p:grpSpPr>
            <a:xfrm>
              <a:off x="5194708" y="3484366"/>
              <a:ext cx="811409" cy="987304"/>
              <a:chOff x="238125" y="1617275"/>
              <a:chExt cx="1090750" cy="1327200"/>
            </a:xfrm>
          </p:grpSpPr>
          <p:sp>
            <p:nvSpPr>
              <p:cNvPr id="4224" name="Google Shape;4224;p57"/>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7"/>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7"/>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27" name="Google Shape;4227;p57"/>
          <p:cNvGrpSpPr/>
          <p:nvPr/>
        </p:nvGrpSpPr>
        <p:grpSpPr>
          <a:xfrm>
            <a:off x="6840188" y="2276124"/>
            <a:ext cx="1579046" cy="522230"/>
            <a:chOff x="6853641" y="2534077"/>
            <a:chExt cx="1515545" cy="501229"/>
          </a:xfrm>
        </p:grpSpPr>
        <p:grpSp>
          <p:nvGrpSpPr>
            <p:cNvPr id="4228" name="Google Shape;4228;p57"/>
            <p:cNvGrpSpPr/>
            <p:nvPr/>
          </p:nvGrpSpPr>
          <p:grpSpPr>
            <a:xfrm>
              <a:off x="6853641" y="2618923"/>
              <a:ext cx="1515545" cy="324556"/>
              <a:chOff x="6853641" y="2618923"/>
              <a:chExt cx="1515545" cy="324556"/>
            </a:xfrm>
          </p:grpSpPr>
          <p:sp>
            <p:nvSpPr>
              <p:cNvPr id="4229" name="Google Shape;4229;p57"/>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7"/>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7"/>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7"/>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7"/>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34" name="Google Shape;4234;p57"/>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7"/>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7"/>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7"/>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7"/>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39" name="Google Shape;4239;p57"/>
          <p:cNvGrpSpPr/>
          <p:nvPr/>
        </p:nvGrpSpPr>
        <p:grpSpPr>
          <a:xfrm>
            <a:off x="3435080" y="3151165"/>
            <a:ext cx="1617976" cy="346616"/>
            <a:chOff x="1808063" y="4294338"/>
            <a:chExt cx="3370782" cy="721817"/>
          </a:xfrm>
        </p:grpSpPr>
        <p:sp>
          <p:nvSpPr>
            <p:cNvPr id="4240" name="Google Shape;4240;p57"/>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7"/>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7"/>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7"/>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7"/>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7"/>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7"/>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7"/>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7"/>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7"/>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50" name="Google Shape;4250;p57"/>
          <p:cNvGrpSpPr/>
          <p:nvPr/>
        </p:nvGrpSpPr>
        <p:grpSpPr>
          <a:xfrm>
            <a:off x="5261076" y="3817915"/>
            <a:ext cx="1417067" cy="350605"/>
            <a:chOff x="4234950" y="2101012"/>
            <a:chExt cx="4219974" cy="1044090"/>
          </a:xfrm>
        </p:grpSpPr>
        <p:sp>
          <p:nvSpPr>
            <p:cNvPr id="4251" name="Google Shape;4251;p57"/>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7"/>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7"/>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7"/>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7"/>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7"/>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7"/>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7"/>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7"/>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7"/>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7"/>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7"/>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7"/>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7"/>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7"/>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7"/>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7" name="Google Shape;4267;p57"/>
          <p:cNvGrpSpPr/>
          <p:nvPr/>
        </p:nvGrpSpPr>
        <p:grpSpPr>
          <a:xfrm>
            <a:off x="6836548" y="1808672"/>
            <a:ext cx="1586327" cy="371557"/>
            <a:chOff x="1247650" y="2075423"/>
            <a:chExt cx="6648477" cy="1557238"/>
          </a:xfrm>
        </p:grpSpPr>
        <p:sp>
          <p:nvSpPr>
            <p:cNvPr id="4268" name="Google Shape;4268;p57"/>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7"/>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7"/>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7"/>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7"/>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7"/>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4" name="Google Shape;4274;p57"/>
          <p:cNvGrpSpPr/>
          <p:nvPr/>
        </p:nvGrpSpPr>
        <p:grpSpPr>
          <a:xfrm>
            <a:off x="5267818" y="961862"/>
            <a:ext cx="1415601" cy="1648533"/>
            <a:chOff x="1839112" y="2209163"/>
            <a:chExt cx="1918159" cy="2233784"/>
          </a:xfrm>
        </p:grpSpPr>
        <p:sp>
          <p:nvSpPr>
            <p:cNvPr id="4275" name="Google Shape;4275;p57"/>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7"/>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7"/>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78" name="Google Shape;4278;p57"/>
            <p:cNvCxnSpPr>
              <a:stCxn id="4275" idx="6"/>
              <a:endCxn id="4276"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279" name="Google Shape;4279;p57"/>
            <p:cNvCxnSpPr>
              <a:stCxn id="4276" idx="4"/>
              <a:endCxn id="4280"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4281" name="Google Shape;4281;p57"/>
            <p:cNvCxnSpPr>
              <a:stCxn id="4280" idx="6"/>
              <a:endCxn id="4277"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282" name="Google Shape;4282;p57"/>
            <p:cNvCxnSpPr>
              <a:stCxn id="4277" idx="4"/>
              <a:endCxn id="4283"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4280" name="Google Shape;4280;p57"/>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7"/>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7"/>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85" name="Google Shape;4285;p57"/>
            <p:cNvCxnSpPr>
              <a:endCxn id="4284"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4286" name="Google Shape;4286;p57"/>
          <p:cNvGrpSpPr/>
          <p:nvPr/>
        </p:nvGrpSpPr>
        <p:grpSpPr>
          <a:xfrm>
            <a:off x="3425084" y="979946"/>
            <a:ext cx="1637968" cy="154942"/>
            <a:chOff x="238125" y="2506075"/>
            <a:chExt cx="7115411" cy="673075"/>
          </a:xfrm>
        </p:grpSpPr>
        <p:sp>
          <p:nvSpPr>
            <p:cNvPr id="4287" name="Google Shape;4287;p57"/>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7"/>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7"/>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7"/>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7"/>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2" name="Google Shape;4292;p57"/>
          <p:cNvGrpSpPr/>
          <p:nvPr/>
        </p:nvGrpSpPr>
        <p:grpSpPr>
          <a:xfrm>
            <a:off x="1965820" y="1294664"/>
            <a:ext cx="1262932" cy="785408"/>
            <a:chOff x="548861" y="389676"/>
            <a:chExt cx="3843371" cy="2390163"/>
          </a:xfrm>
        </p:grpSpPr>
        <p:cxnSp>
          <p:nvCxnSpPr>
            <p:cNvPr id="4293" name="Google Shape;4293;p57"/>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294" name="Google Shape;4294;p57"/>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295" name="Google Shape;4295;p57"/>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296" name="Google Shape;4296;p57"/>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4297" name="Google Shape;4297;p57"/>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4298" name="Google Shape;4298;p57"/>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299" name="Google Shape;4299;p57"/>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4300" name="Google Shape;4300;p57"/>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7"/>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7"/>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7"/>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7"/>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7"/>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6" name="Google Shape;4306;p57"/>
          <p:cNvGrpSpPr/>
          <p:nvPr/>
        </p:nvGrpSpPr>
        <p:grpSpPr>
          <a:xfrm>
            <a:off x="753952" y="2401541"/>
            <a:ext cx="1412054" cy="633562"/>
            <a:chOff x="1187400" y="2529299"/>
            <a:chExt cx="6769193" cy="2241903"/>
          </a:xfrm>
        </p:grpSpPr>
        <p:sp>
          <p:nvSpPr>
            <p:cNvPr id="4307" name="Google Shape;4307;p57"/>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4308" name="Google Shape;4308;p57"/>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309" name="Google Shape;4309;p57"/>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310" name="Google Shape;4310;p57"/>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311" name="Google Shape;4311;p57"/>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312" name="Google Shape;4312;p57"/>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313" name="Google Shape;4313;p57"/>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4314" name="Google Shape;4314;p57"/>
            <p:cNvCxnSpPr>
              <a:stCxn id="4307" idx="2"/>
              <a:endCxn id="4308"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315" name="Google Shape;4315;p57"/>
            <p:cNvCxnSpPr>
              <a:stCxn id="4309" idx="0"/>
              <a:endCxn id="4307"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316" name="Google Shape;4316;p57"/>
            <p:cNvCxnSpPr>
              <a:stCxn id="4309" idx="2"/>
              <a:endCxn id="4311"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317" name="Google Shape;4317;p57"/>
            <p:cNvCxnSpPr>
              <a:stCxn id="4310" idx="0"/>
              <a:endCxn id="4309"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318" name="Google Shape;4318;p57"/>
            <p:cNvCxnSpPr>
              <a:stCxn id="4308" idx="2"/>
              <a:endCxn id="4313"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319" name="Google Shape;4319;p57"/>
            <p:cNvCxnSpPr>
              <a:stCxn id="4312" idx="0"/>
              <a:endCxn id="4308"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4320" name="Google Shape;4320;p57"/>
          <p:cNvGrpSpPr/>
          <p:nvPr/>
        </p:nvGrpSpPr>
        <p:grpSpPr>
          <a:xfrm>
            <a:off x="6840198" y="2894250"/>
            <a:ext cx="1579035" cy="540873"/>
            <a:chOff x="6895650" y="3126697"/>
            <a:chExt cx="1436662" cy="492105"/>
          </a:xfrm>
        </p:grpSpPr>
        <p:sp>
          <p:nvSpPr>
            <p:cNvPr id="4321" name="Google Shape;4321;p57"/>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7"/>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7"/>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7"/>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7"/>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26" name="Google Shape;4326;p57"/>
            <p:cNvGrpSpPr/>
            <p:nvPr/>
          </p:nvGrpSpPr>
          <p:grpSpPr>
            <a:xfrm>
              <a:off x="6995957" y="3335810"/>
              <a:ext cx="1230393" cy="71754"/>
              <a:chOff x="6995957" y="3287964"/>
              <a:chExt cx="1230393" cy="71754"/>
            </a:xfrm>
          </p:grpSpPr>
          <p:sp>
            <p:nvSpPr>
              <p:cNvPr id="4327" name="Google Shape;4327;p57"/>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7"/>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7"/>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7"/>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7"/>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32" name="Google Shape;4332;p57"/>
          <p:cNvGrpSpPr/>
          <p:nvPr/>
        </p:nvGrpSpPr>
        <p:grpSpPr>
          <a:xfrm>
            <a:off x="6838780" y="3531013"/>
            <a:ext cx="1581862" cy="650625"/>
            <a:chOff x="6777990" y="3710194"/>
            <a:chExt cx="1646915" cy="677382"/>
          </a:xfrm>
        </p:grpSpPr>
        <p:grpSp>
          <p:nvGrpSpPr>
            <p:cNvPr id="4333" name="Google Shape;4333;p57"/>
            <p:cNvGrpSpPr/>
            <p:nvPr/>
          </p:nvGrpSpPr>
          <p:grpSpPr>
            <a:xfrm>
              <a:off x="6777990" y="3874492"/>
              <a:ext cx="411129" cy="513083"/>
              <a:chOff x="6777990" y="3874492"/>
              <a:chExt cx="411129" cy="513083"/>
            </a:xfrm>
          </p:grpSpPr>
          <p:cxnSp>
            <p:nvCxnSpPr>
              <p:cNvPr id="4334" name="Google Shape;4334;p57"/>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335" name="Google Shape;4335;p57"/>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6" name="Google Shape;4336;p57"/>
            <p:cNvGrpSpPr/>
            <p:nvPr/>
          </p:nvGrpSpPr>
          <p:grpSpPr>
            <a:xfrm>
              <a:off x="7188425" y="3710194"/>
              <a:ext cx="411123" cy="520535"/>
              <a:chOff x="7188425" y="3710194"/>
              <a:chExt cx="411123" cy="520535"/>
            </a:xfrm>
          </p:grpSpPr>
          <p:cxnSp>
            <p:nvCxnSpPr>
              <p:cNvPr id="4337" name="Google Shape;4337;p57"/>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4338" name="Google Shape;4338;p57"/>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9" name="Google Shape;4339;p57"/>
            <p:cNvGrpSpPr/>
            <p:nvPr/>
          </p:nvGrpSpPr>
          <p:grpSpPr>
            <a:xfrm>
              <a:off x="7603341" y="3874492"/>
              <a:ext cx="411474" cy="513083"/>
              <a:chOff x="7603341" y="3874492"/>
              <a:chExt cx="411474" cy="513083"/>
            </a:xfrm>
          </p:grpSpPr>
          <p:cxnSp>
            <p:nvCxnSpPr>
              <p:cNvPr id="4340" name="Google Shape;4340;p57"/>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341" name="Google Shape;4341;p57"/>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2" name="Google Shape;4342;p57"/>
            <p:cNvGrpSpPr/>
            <p:nvPr/>
          </p:nvGrpSpPr>
          <p:grpSpPr>
            <a:xfrm>
              <a:off x="8013776" y="3722847"/>
              <a:ext cx="411129" cy="507881"/>
              <a:chOff x="8013776" y="3722847"/>
              <a:chExt cx="411129" cy="507881"/>
            </a:xfrm>
          </p:grpSpPr>
          <p:cxnSp>
            <p:nvCxnSpPr>
              <p:cNvPr id="4343" name="Google Shape;4343;p57"/>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4344" name="Google Shape;4344;p57"/>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45" name="Google Shape;4345;p57"/>
          <p:cNvGrpSpPr/>
          <p:nvPr/>
        </p:nvGrpSpPr>
        <p:grpSpPr>
          <a:xfrm>
            <a:off x="5258295" y="2703853"/>
            <a:ext cx="1421889" cy="1020603"/>
            <a:chOff x="5190863" y="2824811"/>
            <a:chExt cx="1544860" cy="1108869"/>
          </a:xfrm>
        </p:grpSpPr>
        <p:grpSp>
          <p:nvGrpSpPr>
            <p:cNvPr id="4346" name="Google Shape;4346;p57"/>
            <p:cNvGrpSpPr/>
            <p:nvPr/>
          </p:nvGrpSpPr>
          <p:grpSpPr>
            <a:xfrm>
              <a:off x="5938695" y="3176919"/>
              <a:ext cx="685761" cy="404739"/>
              <a:chOff x="5938695" y="3176919"/>
              <a:chExt cx="685761" cy="404739"/>
            </a:xfrm>
          </p:grpSpPr>
          <p:grpSp>
            <p:nvGrpSpPr>
              <p:cNvPr id="4347" name="Google Shape;4347;p57"/>
              <p:cNvGrpSpPr/>
              <p:nvPr/>
            </p:nvGrpSpPr>
            <p:grpSpPr>
              <a:xfrm>
                <a:off x="5938695" y="3176919"/>
                <a:ext cx="685761" cy="404739"/>
                <a:chOff x="5938695" y="3176919"/>
                <a:chExt cx="685761" cy="404739"/>
              </a:xfrm>
            </p:grpSpPr>
            <p:sp>
              <p:nvSpPr>
                <p:cNvPr id="4348" name="Google Shape;4348;p57"/>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7"/>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50" name="Google Shape;4350;p57"/>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51" name="Google Shape;4351;p57"/>
            <p:cNvGrpSpPr/>
            <p:nvPr/>
          </p:nvGrpSpPr>
          <p:grpSpPr>
            <a:xfrm>
              <a:off x="5305233" y="3176835"/>
              <a:ext cx="685971" cy="404655"/>
              <a:chOff x="5305233" y="3176835"/>
              <a:chExt cx="685971" cy="404655"/>
            </a:xfrm>
          </p:grpSpPr>
          <p:grpSp>
            <p:nvGrpSpPr>
              <p:cNvPr id="4352" name="Google Shape;4352;p57"/>
              <p:cNvGrpSpPr/>
              <p:nvPr/>
            </p:nvGrpSpPr>
            <p:grpSpPr>
              <a:xfrm>
                <a:off x="5305233" y="3176835"/>
                <a:ext cx="685971" cy="404655"/>
                <a:chOff x="5305233" y="3176835"/>
                <a:chExt cx="685971" cy="404655"/>
              </a:xfrm>
            </p:grpSpPr>
            <p:sp>
              <p:nvSpPr>
                <p:cNvPr id="4353" name="Google Shape;4353;p57"/>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7"/>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55" name="Google Shape;4355;p57"/>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56" name="Google Shape;4356;p57"/>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57" name="Google Shape;4357;p57"/>
            <p:cNvGrpSpPr/>
            <p:nvPr/>
          </p:nvGrpSpPr>
          <p:grpSpPr>
            <a:xfrm>
              <a:off x="5657361" y="2824811"/>
              <a:ext cx="1078361" cy="404655"/>
              <a:chOff x="5657361" y="2824811"/>
              <a:chExt cx="1078361" cy="404655"/>
            </a:xfrm>
          </p:grpSpPr>
          <p:grpSp>
            <p:nvGrpSpPr>
              <p:cNvPr id="4358" name="Google Shape;4358;p57"/>
              <p:cNvGrpSpPr/>
              <p:nvPr/>
            </p:nvGrpSpPr>
            <p:grpSpPr>
              <a:xfrm>
                <a:off x="5657361" y="2824811"/>
                <a:ext cx="1078361" cy="404655"/>
                <a:chOff x="5657361" y="2824811"/>
                <a:chExt cx="1078361" cy="404655"/>
              </a:xfrm>
            </p:grpSpPr>
            <p:grpSp>
              <p:nvGrpSpPr>
                <p:cNvPr id="4359" name="Google Shape;4359;p57"/>
                <p:cNvGrpSpPr/>
                <p:nvPr/>
              </p:nvGrpSpPr>
              <p:grpSpPr>
                <a:xfrm>
                  <a:off x="5938485" y="2824811"/>
                  <a:ext cx="797237" cy="404655"/>
                  <a:chOff x="5938485" y="2824811"/>
                  <a:chExt cx="797237" cy="404655"/>
                </a:xfrm>
              </p:grpSpPr>
              <p:sp>
                <p:nvSpPr>
                  <p:cNvPr id="4360" name="Google Shape;4360;p57"/>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7"/>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62" name="Google Shape;4362;p57"/>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63" name="Google Shape;4363;p57"/>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64" name="Google Shape;4364;p57"/>
            <p:cNvGrpSpPr/>
            <p:nvPr/>
          </p:nvGrpSpPr>
          <p:grpSpPr>
            <a:xfrm>
              <a:off x="5190863" y="3528942"/>
              <a:ext cx="1078026" cy="404739"/>
              <a:chOff x="5190863" y="3528942"/>
              <a:chExt cx="1078026" cy="404739"/>
            </a:xfrm>
          </p:grpSpPr>
          <p:sp>
            <p:nvSpPr>
              <p:cNvPr id="4365" name="Google Shape;4365;p57"/>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66" name="Google Shape;4366;p57"/>
              <p:cNvGrpSpPr/>
              <p:nvPr/>
            </p:nvGrpSpPr>
            <p:grpSpPr>
              <a:xfrm>
                <a:off x="5190863" y="3528942"/>
                <a:ext cx="1078026" cy="404739"/>
                <a:chOff x="5190863" y="3528942"/>
                <a:chExt cx="1078026" cy="404739"/>
              </a:xfrm>
            </p:grpSpPr>
            <p:sp>
              <p:nvSpPr>
                <p:cNvPr id="4367" name="Google Shape;4367;p57"/>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7"/>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369" name="Google Shape;4369;p57"/>
          <p:cNvGrpSpPr/>
          <p:nvPr/>
        </p:nvGrpSpPr>
        <p:grpSpPr>
          <a:xfrm>
            <a:off x="724302" y="1268321"/>
            <a:ext cx="1086719" cy="879487"/>
            <a:chOff x="803162" y="1474292"/>
            <a:chExt cx="1086719" cy="879487"/>
          </a:xfrm>
        </p:grpSpPr>
        <p:grpSp>
          <p:nvGrpSpPr>
            <p:cNvPr id="4370" name="Google Shape;4370;p57"/>
            <p:cNvGrpSpPr/>
            <p:nvPr/>
          </p:nvGrpSpPr>
          <p:grpSpPr>
            <a:xfrm>
              <a:off x="803162" y="1625948"/>
              <a:ext cx="445856" cy="576579"/>
              <a:chOff x="803162" y="1625948"/>
              <a:chExt cx="445856" cy="576579"/>
            </a:xfrm>
          </p:grpSpPr>
          <p:sp>
            <p:nvSpPr>
              <p:cNvPr id="4371" name="Google Shape;4371;p57"/>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72" name="Google Shape;4372;p57"/>
              <p:cNvGrpSpPr/>
              <p:nvPr/>
            </p:nvGrpSpPr>
            <p:grpSpPr>
              <a:xfrm>
                <a:off x="1056023" y="1625948"/>
                <a:ext cx="192995" cy="576579"/>
                <a:chOff x="1056023" y="1625948"/>
                <a:chExt cx="192995" cy="576579"/>
              </a:xfrm>
            </p:grpSpPr>
            <p:sp>
              <p:nvSpPr>
                <p:cNvPr id="4373" name="Google Shape;4373;p57"/>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7"/>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7"/>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7"/>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7"/>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78" name="Google Shape;4378;p57"/>
            <p:cNvGrpSpPr/>
            <p:nvPr/>
          </p:nvGrpSpPr>
          <p:grpSpPr>
            <a:xfrm>
              <a:off x="1371406" y="1474292"/>
              <a:ext cx="518475" cy="879487"/>
              <a:chOff x="1398231" y="1474292"/>
              <a:chExt cx="518475" cy="879487"/>
            </a:xfrm>
          </p:grpSpPr>
          <p:grpSp>
            <p:nvGrpSpPr>
              <p:cNvPr id="4379" name="Google Shape;4379;p57"/>
              <p:cNvGrpSpPr/>
              <p:nvPr/>
            </p:nvGrpSpPr>
            <p:grpSpPr>
              <a:xfrm>
                <a:off x="1398231" y="1474292"/>
                <a:ext cx="518475" cy="341643"/>
                <a:chOff x="1398231" y="1474292"/>
                <a:chExt cx="518475" cy="341643"/>
              </a:xfrm>
            </p:grpSpPr>
            <p:sp>
              <p:nvSpPr>
                <p:cNvPr id="4380" name="Google Shape;4380;p57"/>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81" name="Google Shape;4381;p57"/>
                <p:cNvGrpSpPr/>
                <p:nvPr/>
              </p:nvGrpSpPr>
              <p:grpSpPr>
                <a:xfrm>
                  <a:off x="1616453" y="1474292"/>
                  <a:ext cx="300253" cy="341643"/>
                  <a:chOff x="1616453" y="1475379"/>
                  <a:chExt cx="300253" cy="341643"/>
                </a:xfrm>
              </p:grpSpPr>
              <p:sp>
                <p:nvSpPr>
                  <p:cNvPr id="4382" name="Google Shape;4382;p57"/>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7"/>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7"/>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7"/>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7"/>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7"/>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7"/>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89" name="Google Shape;4389;p57"/>
                  <p:cNvGrpSpPr/>
                  <p:nvPr/>
                </p:nvGrpSpPr>
                <p:grpSpPr>
                  <a:xfrm>
                    <a:off x="1839639" y="1475379"/>
                    <a:ext cx="77067" cy="341643"/>
                    <a:chOff x="1839639" y="1475379"/>
                    <a:chExt cx="77067" cy="341643"/>
                  </a:xfrm>
                </p:grpSpPr>
                <p:sp>
                  <p:nvSpPr>
                    <p:cNvPr id="4390" name="Google Shape;4390;p57"/>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7"/>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392" name="Google Shape;4392;p57"/>
              <p:cNvGrpSpPr/>
              <p:nvPr/>
            </p:nvGrpSpPr>
            <p:grpSpPr>
              <a:xfrm>
                <a:off x="1398451" y="2012951"/>
                <a:ext cx="518255" cy="340828"/>
                <a:chOff x="1398451" y="2012951"/>
                <a:chExt cx="518255" cy="340828"/>
              </a:xfrm>
            </p:grpSpPr>
            <p:sp>
              <p:nvSpPr>
                <p:cNvPr id="4393" name="Google Shape;4393;p57"/>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94" name="Google Shape;4394;p57"/>
                <p:cNvGrpSpPr/>
                <p:nvPr/>
              </p:nvGrpSpPr>
              <p:grpSpPr>
                <a:xfrm>
                  <a:off x="1616453" y="2012951"/>
                  <a:ext cx="300253" cy="340828"/>
                  <a:chOff x="1616453" y="2013538"/>
                  <a:chExt cx="300253" cy="340828"/>
                </a:xfrm>
              </p:grpSpPr>
              <p:sp>
                <p:nvSpPr>
                  <p:cNvPr id="4395" name="Google Shape;4395;p57"/>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7"/>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7"/>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7"/>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7"/>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7"/>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7"/>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02" name="Google Shape;4402;p57"/>
                  <p:cNvGrpSpPr/>
                  <p:nvPr/>
                </p:nvGrpSpPr>
                <p:grpSpPr>
                  <a:xfrm>
                    <a:off x="1839639" y="2013538"/>
                    <a:ext cx="77067" cy="340828"/>
                    <a:chOff x="1839639" y="2013538"/>
                    <a:chExt cx="77067" cy="340828"/>
                  </a:xfrm>
                </p:grpSpPr>
                <p:sp>
                  <p:nvSpPr>
                    <p:cNvPr id="4403" name="Google Shape;4403;p57"/>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7"/>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4405" name="Google Shape;4405;p57"/>
          <p:cNvGrpSpPr/>
          <p:nvPr/>
        </p:nvGrpSpPr>
        <p:grpSpPr>
          <a:xfrm>
            <a:off x="721126" y="3399508"/>
            <a:ext cx="1368681" cy="682918"/>
            <a:chOff x="724986" y="3605478"/>
            <a:chExt cx="1368681" cy="682918"/>
          </a:xfrm>
        </p:grpSpPr>
        <p:grpSp>
          <p:nvGrpSpPr>
            <p:cNvPr id="4406" name="Google Shape;4406;p57"/>
            <p:cNvGrpSpPr/>
            <p:nvPr/>
          </p:nvGrpSpPr>
          <p:grpSpPr>
            <a:xfrm>
              <a:off x="1289102" y="3823629"/>
              <a:ext cx="240442" cy="250435"/>
              <a:chOff x="-165066" y="3843615"/>
              <a:chExt cx="221259" cy="230455"/>
            </a:xfrm>
          </p:grpSpPr>
          <p:sp>
            <p:nvSpPr>
              <p:cNvPr id="4407" name="Google Shape;4407;p57"/>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7"/>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7"/>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7"/>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7"/>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7"/>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7"/>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7"/>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7"/>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7"/>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7"/>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7"/>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7"/>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7"/>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7"/>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7"/>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7"/>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7"/>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7"/>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7"/>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7" name="Google Shape;4427;p57"/>
            <p:cNvGrpSpPr/>
            <p:nvPr/>
          </p:nvGrpSpPr>
          <p:grpSpPr>
            <a:xfrm>
              <a:off x="724986" y="3605478"/>
              <a:ext cx="1368681" cy="682918"/>
              <a:chOff x="724986" y="3605478"/>
              <a:chExt cx="1368681" cy="682918"/>
            </a:xfrm>
          </p:grpSpPr>
          <p:grpSp>
            <p:nvGrpSpPr>
              <p:cNvPr id="4428" name="Google Shape;4428;p57"/>
              <p:cNvGrpSpPr/>
              <p:nvPr/>
            </p:nvGrpSpPr>
            <p:grpSpPr>
              <a:xfrm>
                <a:off x="1498221" y="4047614"/>
                <a:ext cx="529172" cy="240783"/>
                <a:chOff x="1498221" y="4047614"/>
                <a:chExt cx="529172" cy="240783"/>
              </a:xfrm>
            </p:grpSpPr>
            <p:grpSp>
              <p:nvGrpSpPr>
                <p:cNvPr id="4429" name="Google Shape;4429;p57"/>
                <p:cNvGrpSpPr/>
                <p:nvPr/>
              </p:nvGrpSpPr>
              <p:grpSpPr>
                <a:xfrm>
                  <a:off x="1826655" y="4224370"/>
                  <a:ext cx="200738" cy="25631"/>
                  <a:chOff x="1826655" y="4224370"/>
                  <a:chExt cx="200738" cy="25631"/>
                </a:xfrm>
              </p:grpSpPr>
              <p:sp>
                <p:nvSpPr>
                  <p:cNvPr id="4430" name="Google Shape;4430;p57"/>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7"/>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32" name="Google Shape;4432;p57"/>
                <p:cNvGrpSpPr/>
                <p:nvPr/>
              </p:nvGrpSpPr>
              <p:grpSpPr>
                <a:xfrm>
                  <a:off x="1498221" y="4047614"/>
                  <a:ext cx="328444" cy="240783"/>
                  <a:chOff x="1498221" y="4047614"/>
                  <a:chExt cx="328444" cy="240783"/>
                </a:xfrm>
              </p:grpSpPr>
              <p:sp>
                <p:nvSpPr>
                  <p:cNvPr id="4433" name="Google Shape;4433;p57"/>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4" name="Google Shape;4434;p57"/>
                  <p:cNvGrpSpPr/>
                  <p:nvPr/>
                </p:nvGrpSpPr>
                <p:grpSpPr>
                  <a:xfrm>
                    <a:off x="1498221" y="4047614"/>
                    <a:ext cx="150566" cy="190416"/>
                    <a:chOff x="1498221" y="4047614"/>
                    <a:chExt cx="150566" cy="190416"/>
                  </a:xfrm>
                </p:grpSpPr>
                <p:sp>
                  <p:nvSpPr>
                    <p:cNvPr id="4435" name="Google Shape;4435;p57"/>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7"/>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437" name="Google Shape;4437;p57"/>
              <p:cNvGrpSpPr/>
              <p:nvPr/>
            </p:nvGrpSpPr>
            <p:grpSpPr>
              <a:xfrm>
                <a:off x="1560718" y="3800594"/>
                <a:ext cx="532948" cy="302090"/>
                <a:chOff x="1560718" y="3800594"/>
                <a:chExt cx="532948" cy="302090"/>
              </a:xfrm>
            </p:grpSpPr>
            <p:grpSp>
              <p:nvGrpSpPr>
                <p:cNvPr id="4438" name="Google Shape;4438;p57"/>
                <p:cNvGrpSpPr/>
                <p:nvPr/>
              </p:nvGrpSpPr>
              <p:grpSpPr>
                <a:xfrm>
                  <a:off x="1912179" y="3827344"/>
                  <a:ext cx="181487" cy="25631"/>
                  <a:chOff x="1912179" y="3827344"/>
                  <a:chExt cx="181487" cy="25631"/>
                </a:xfrm>
              </p:grpSpPr>
              <p:sp>
                <p:nvSpPr>
                  <p:cNvPr id="4439" name="Google Shape;4439;p57"/>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7"/>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41" name="Google Shape;4441;p57"/>
                <p:cNvGrpSpPr/>
                <p:nvPr/>
              </p:nvGrpSpPr>
              <p:grpSpPr>
                <a:xfrm>
                  <a:off x="1912179" y="4044505"/>
                  <a:ext cx="181487" cy="25622"/>
                  <a:chOff x="1912179" y="4044506"/>
                  <a:chExt cx="181487" cy="25622"/>
                </a:xfrm>
              </p:grpSpPr>
              <p:sp>
                <p:nvSpPr>
                  <p:cNvPr id="4442" name="Google Shape;4442;p57"/>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7"/>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44" name="Google Shape;4444;p57"/>
                <p:cNvGrpSpPr/>
                <p:nvPr/>
              </p:nvGrpSpPr>
              <p:grpSpPr>
                <a:xfrm>
                  <a:off x="1560718" y="3800594"/>
                  <a:ext cx="351472" cy="302090"/>
                  <a:chOff x="1560718" y="3800594"/>
                  <a:chExt cx="351472" cy="302090"/>
                </a:xfrm>
              </p:grpSpPr>
              <p:grpSp>
                <p:nvGrpSpPr>
                  <p:cNvPr id="4445" name="Google Shape;4445;p57"/>
                  <p:cNvGrpSpPr/>
                  <p:nvPr/>
                </p:nvGrpSpPr>
                <p:grpSpPr>
                  <a:xfrm>
                    <a:off x="1560718" y="3842857"/>
                    <a:ext cx="173586" cy="217131"/>
                    <a:chOff x="1560718" y="3842857"/>
                    <a:chExt cx="173586" cy="217131"/>
                  </a:xfrm>
                </p:grpSpPr>
                <p:sp>
                  <p:nvSpPr>
                    <p:cNvPr id="4446" name="Google Shape;4446;p57"/>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7"/>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7"/>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49" name="Google Shape;4449;p57"/>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7"/>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451" name="Google Shape;4451;p57"/>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52" name="Google Shape;4452;p57"/>
              <p:cNvGrpSpPr/>
              <p:nvPr/>
            </p:nvGrpSpPr>
            <p:grpSpPr>
              <a:xfrm>
                <a:off x="785350" y="3605478"/>
                <a:ext cx="535311" cy="249245"/>
                <a:chOff x="785350" y="3605478"/>
                <a:chExt cx="535311" cy="249245"/>
              </a:xfrm>
            </p:grpSpPr>
            <p:grpSp>
              <p:nvGrpSpPr>
                <p:cNvPr id="4453" name="Google Shape;4453;p57"/>
                <p:cNvGrpSpPr/>
                <p:nvPr/>
              </p:nvGrpSpPr>
              <p:grpSpPr>
                <a:xfrm>
                  <a:off x="785350" y="3605478"/>
                  <a:ext cx="376191" cy="102736"/>
                  <a:chOff x="785350" y="3605478"/>
                  <a:chExt cx="376191" cy="102736"/>
                </a:xfrm>
              </p:grpSpPr>
              <p:sp>
                <p:nvSpPr>
                  <p:cNvPr id="4454" name="Google Shape;4454;p57"/>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7"/>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7"/>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57" name="Google Shape;4457;p57"/>
                <p:cNvGrpSpPr/>
                <p:nvPr/>
              </p:nvGrpSpPr>
              <p:grpSpPr>
                <a:xfrm>
                  <a:off x="1161530" y="3655851"/>
                  <a:ext cx="159131" cy="198872"/>
                  <a:chOff x="1161530" y="3655851"/>
                  <a:chExt cx="159131" cy="198872"/>
                </a:xfrm>
              </p:grpSpPr>
              <p:sp>
                <p:nvSpPr>
                  <p:cNvPr id="4458" name="Google Shape;4458;p57"/>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7"/>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60" name="Google Shape;4460;p57"/>
              <p:cNvGrpSpPr/>
              <p:nvPr/>
            </p:nvGrpSpPr>
            <p:grpSpPr>
              <a:xfrm>
                <a:off x="785350" y="4047614"/>
                <a:ext cx="535311" cy="240783"/>
                <a:chOff x="785350" y="4047614"/>
                <a:chExt cx="535311" cy="240783"/>
              </a:xfrm>
            </p:grpSpPr>
            <p:grpSp>
              <p:nvGrpSpPr>
                <p:cNvPr id="4461" name="Google Shape;4461;p57"/>
                <p:cNvGrpSpPr/>
                <p:nvPr/>
              </p:nvGrpSpPr>
              <p:grpSpPr>
                <a:xfrm>
                  <a:off x="1161636" y="4047614"/>
                  <a:ext cx="159025" cy="190415"/>
                  <a:chOff x="1161636" y="4047614"/>
                  <a:chExt cx="159025" cy="190415"/>
                </a:xfrm>
              </p:grpSpPr>
              <p:sp>
                <p:nvSpPr>
                  <p:cNvPr id="4462" name="Google Shape;4462;p57"/>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7"/>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64" name="Google Shape;4464;p57"/>
                <p:cNvGrpSpPr/>
                <p:nvPr/>
              </p:nvGrpSpPr>
              <p:grpSpPr>
                <a:xfrm>
                  <a:off x="785350" y="4185661"/>
                  <a:ext cx="376191" cy="102736"/>
                  <a:chOff x="785350" y="4185661"/>
                  <a:chExt cx="376191" cy="102736"/>
                </a:xfrm>
              </p:grpSpPr>
              <p:sp>
                <p:nvSpPr>
                  <p:cNvPr id="4465" name="Google Shape;4465;p57"/>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7"/>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7"/>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68" name="Google Shape;4468;p57"/>
              <p:cNvGrpSpPr/>
              <p:nvPr/>
            </p:nvGrpSpPr>
            <p:grpSpPr>
              <a:xfrm>
                <a:off x="1501054" y="3605478"/>
                <a:ext cx="526340" cy="249240"/>
                <a:chOff x="1501054" y="3605478"/>
                <a:chExt cx="526340" cy="249240"/>
              </a:xfrm>
            </p:grpSpPr>
            <p:grpSp>
              <p:nvGrpSpPr>
                <p:cNvPr id="4469" name="Google Shape;4469;p57"/>
                <p:cNvGrpSpPr/>
                <p:nvPr/>
              </p:nvGrpSpPr>
              <p:grpSpPr>
                <a:xfrm>
                  <a:off x="1834208" y="3643867"/>
                  <a:ext cx="193185" cy="25622"/>
                  <a:chOff x="1834208" y="3643867"/>
                  <a:chExt cx="193185" cy="25622"/>
                </a:xfrm>
              </p:grpSpPr>
              <p:sp>
                <p:nvSpPr>
                  <p:cNvPr id="4470" name="Google Shape;4470;p57"/>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7"/>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2" name="Google Shape;4472;p57"/>
                <p:cNvGrpSpPr/>
                <p:nvPr/>
              </p:nvGrpSpPr>
              <p:grpSpPr>
                <a:xfrm>
                  <a:off x="1501054" y="3605478"/>
                  <a:ext cx="333165" cy="249240"/>
                  <a:chOff x="1501054" y="3605478"/>
                  <a:chExt cx="333165" cy="249240"/>
                </a:xfrm>
              </p:grpSpPr>
              <p:sp>
                <p:nvSpPr>
                  <p:cNvPr id="4473" name="Google Shape;4473;p57"/>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74" name="Google Shape;4474;p57"/>
                  <p:cNvGrpSpPr/>
                  <p:nvPr/>
                </p:nvGrpSpPr>
                <p:grpSpPr>
                  <a:xfrm>
                    <a:off x="1501054" y="3655851"/>
                    <a:ext cx="155286" cy="198867"/>
                    <a:chOff x="1501054" y="3655851"/>
                    <a:chExt cx="155286" cy="198867"/>
                  </a:xfrm>
                </p:grpSpPr>
                <p:sp>
                  <p:nvSpPr>
                    <p:cNvPr id="4475" name="Google Shape;4475;p57"/>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7"/>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477" name="Google Shape;4477;p57"/>
              <p:cNvGrpSpPr/>
              <p:nvPr/>
            </p:nvGrpSpPr>
            <p:grpSpPr>
              <a:xfrm>
                <a:off x="724986" y="3800594"/>
                <a:ext cx="532950" cy="302090"/>
                <a:chOff x="724986" y="3800594"/>
                <a:chExt cx="532950" cy="302090"/>
              </a:xfrm>
            </p:grpSpPr>
            <p:grpSp>
              <p:nvGrpSpPr>
                <p:cNvPr id="4478" name="Google Shape;4478;p57"/>
                <p:cNvGrpSpPr/>
                <p:nvPr/>
              </p:nvGrpSpPr>
              <p:grpSpPr>
                <a:xfrm>
                  <a:off x="724986" y="4044367"/>
                  <a:ext cx="181314" cy="25626"/>
                  <a:chOff x="724986" y="4044367"/>
                  <a:chExt cx="181314" cy="25626"/>
                </a:xfrm>
              </p:grpSpPr>
              <p:sp>
                <p:nvSpPr>
                  <p:cNvPr id="4479" name="Google Shape;4479;p57"/>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7"/>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1" name="Google Shape;4481;p57"/>
                <p:cNvGrpSpPr/>
                <p:nvPr/>
              </p:nvGrpSpPr>
              <p:grpSpPr>
                <a:xfrm>
                  <a:off x="906290" y="3800594"/>
                  <a:ext cx="351646" cy="302090"/>
                  <a:chOff x="906290" y="3800594"/>
                  <a:chExt cx="351646" cy="302090"/>
                </a:xfrm>
              </p:grpSpPr>
              <p:grpSp>
                <p:nvGrpSpPr>
                  <p:cNvPr id="4482" name="Google Shape;4482;p57"/>
                  <p:cNvGrpSpPr/>
                  <p:nvPr/>
                </p:nvGrpSpPr>
                <p:grpSpPr>
                  <a:xfrm>
                    <a:off x="1084172" y="3842857"/>
                    <a:ext cx="173764" cy="217131"/>
                    <a:chOff x="1084172" y="3842857"/>
                    <a:chExt cx="173764" cy="217131"/>
                  </a:xfrm>
                </p:grpSpPr>
                <p:grpSp>
                  <p:nvGrpSpPr>
                    <p:cNvPr id="4483" name="Google Shape;4483;p57"/>
                    <p:cNvGrpSpPr/>
                    <p:nvPr/>
                  </p:nvGrpSpPr>
                  <p:grpSpPr>
                    <a:xfrm>
                      <a:off x="1156862" y="3936509"/>
                      <a:ext cx="101073" cy="25622"/>
                      <a:chOff x="1156862" y="3936509"/>
                      <a:chExt cx="101073" cy="25622"/>
                    </a:xfrm>
                  </p:grpSpPr>
                  <p:sp>
                    <p:nvSpPr>
                      <p:cNvPr id="4484" name="Google Shape;4484;p57"/>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7"/>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86" name="Google Shape;4486;p57"/>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87" name="Google Shape;4487;p57"/>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7"/>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9" name="Google Shape;4489;p57"/>
                <p:cNvGrpSpPr/>
                <p:nvPr/>
              </p:nvGrpSpPr>
              <p:grpSpPr>
                <a:xfrm>
                  <a:off x="724986" y="3830189"/>
                  <a:ext cx="189533" cy="25626"/>
                  <a:chOff x="724986" y="3830189"/>
                  <a:chExt cx="189533" cy="25626"/>
                </a:xfrm>
              </p:grpSpPr>
              <p:sp>
                <p:nvSpPr>
                  <p:cNvPr id="4490" name="Google Shape;4490;p57"/>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7"/>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4492" name="Google Shape;4492;p57"/>
          <p:cNvGrpSpPr/>
          <p:nvPr/>
        </p:nvGrpSpPr>
        <p:grpSpPr>
          <a:xfrm>
            <a:off x="2249438" y="2249669"/>
            <a:ext cx="948701" cy="935378"/>
            <a:chOff x="2253298" y="2428317"/>
            <a:chExt cx="948701" cy="935378"/>
          </a:xfrm>
        </p:grpSpPr>
        <p:sp>
          <p:nvSpPr>
            <p:cNvPr id="4493" name="Google Shape;4493;p57"/>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7"/>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7"/>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7"/>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7"/>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7"/>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7"/>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7"/>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7"/>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7"/>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7"/>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7"/>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7"/>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7"/>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7"/>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7"/>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7"/>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7"/>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7"/>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7"/>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7"/>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7"/>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7"/>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7"/>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7"/>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7"/>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7"/>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7"/>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7"/>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7"/>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7"/>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7"/>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7"/>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4529"/>
        <p:cNvGrpSpPr/>
        <p:nvPr/>
      </p:nvGrpSpPr>
      <p:grpSpPr>
        <a:xfrm>
          <a:off x="0" y="0"/>
          <a:ext cx="0" cy="0"/>
          <a:chOff x="0" y="0"/>
          <a:chExt cx="0" cy="0"/>
        </a:xfrm>
      </p:grpSpPr>
      <p:grpSp>
        <p:nvGrpSpPr>
          <p:cNvPr id="4530" name="Google Shape;4530;p58"/>
          <p:cNvGrpSpPr/>
          <p:nvPr/>
        </p:nvGrpSpPr>
        <p:grpSpPr>
          <a:xfrm>
            <a:off x="3339745" y="952988"/>
            <a:ext cx="2363393" cy="1017867"/>
            <a:chOff x="3292400" y="1219146"/>
            <a:chExt cx="2615240" cy="1110239"/>
          </a:xfrm>
        </p:grpSpPr>
        <p:sp>
          <p:nvSpPr>
            <p:cNvPr id="4531" name="Google Shape;4531;p58"/>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4532" name="Google Shape;4532;p58"/>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33" name="Google Shape;4533;p58"/>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4534" name="Google Shape;4534;p58"/>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4535" name="Google Shape;4535;p58"/>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4536" name="Google Shape;4536;p58"/>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4537" name="Google Shape;4537;p58"/>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4538" name="Google Shape;4538;p58"/>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4539" name="Google Shape;4539;p58"/>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4540" name="Google Shape;4540;p58"/>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4541" name="Google Shape;4541;p58"/>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4542" name="Google Shape;4542;p58"/>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4543" name="Google Shape;4543;p58"/>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4544" name="Google Shape;4544;p58"/>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4545" name="Google Shape;4545;p58"/>
            <p:cNvGrpSpPr/>
            <p:nvPr/>
          </p:nvGrpSpPr>
          <p:grpSpPr>
            <a:xfrm>
              <a:off x="3748438" y="1378608"/>
              <a:ext cx="2159202" cy="903971"/>
              <a:chOff x="1683525" y="2179850"/>
              <a:chExt cx="4519050" cy="2134525"/>
            </a:xfrm>
          </p:grpSpPr>
          <p:sp>
            <p:nvSpPr>
              <p:cNvPr id="4546" name="Google Shape;4546;p58"/>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47" name="Google Shape;4547;p58"/>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48" name="Google Shape;4548;p58"/>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49" name="Google Shape;4549;p58"/>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0" name="Google Shape;4550;p58"/>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1" name="Google Shape;4551;p58"/>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2" name="Google Shape;4552;p58"/>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3" name="Google Shape;4553;p58"/>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4" name="Google Shape;4554;p58"/>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5" name="Google Shape;4555;p58"/>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6" name="Google Shape;4556;p58"/>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557" name="Google Shape;4557;p58"/>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4558" name="Google Shape;4558;p58"/>
          <p:cNvGraphicFramePr/>
          <p:nvPr/>
        </p:nvGraphicFramePr>
        <p:xfrm>
          <a:off x="5935838" y="2130461"/>
          <a:ext cx="3000000" cy="3000000"/>
        </p:xfrm>
        <a:graphic>
          <a:graphicData uri="http://schemas.openxmlformats.org/drawingml/2006/table">
            <a:tbl>
              <a:tblPr>
                <a:noFill/>
                <a:tableStyleId>{7A67DA41-102D-49F8-9347-3EE96F2B75BE}</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4559" name="Google Shape;4559;p58"/>
          <p:cNvGrpSpPr/>
          <p:nvPr/>
        </p:nvGrpSpPr>
        <p:grpSpPr>
          <a:xfrm>
            <a:off x="5935948" y="3189058"/>
            <a:ext cx="2496964" cy="1001454"/>
            <a:chOff x="1919611" y="789980"/>
            <a:chExt cx="1474179" cy="606868"/>
          </a:xfrm>
        </p:grpSpPr>
        <p:cxnSp>
          <p:nvCxnSpPr>
            <p:cNvPr id="4560" name="Google Shape;4560;p58"/>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561" name="Google Shape;4561;p58"/>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562" name="Google Shape;4562;p58"/>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4563" name="Google Shape;4563;p58"/>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4564" name="Google Shape;4564;p58"/>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4565" name="Google Shape;4565;p58"/>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4566" name="Google Shape;4566;p58"/>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4567" name="Google Shape;4567;p58"/>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8"/>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8"/>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8"/>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8"/>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8"/>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8"/>
            <p:cNvSpPr txBox="1"/>
            <p:nvPr/>
          </p:nvSpPr>
          <p:spPr>
            <a:xfrm flipH="1">
              <a:off x="1921107" y="918157"/>
              <a:ext cx="188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4574" name="Google Shape;4574;p58"/>
            <p:cNvSpPr txBox="1"/>
            <p:nvPr/>
          </p:nvSpPr>
          <p:spPr>
            <a:xfrm flipH="1">
              <a:off x="1919611" y="1113383"/>
              <a:ext cx="1899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4575" name="Google Shape;4575;p58"/>
            <p:cNvSpPr txBox="1"/>
            <p:nvPr/>
          </p:nvSpPr>
          <p:spPr>
            <a:xfrm flipH="1">
              <a:off x="1921111" y="1304520"/>
              <a:ext cx="188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4576" name="Google Shape;4576;p58"/>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7" name="Google Shape;4577;p58"/>
          <p:cNvGrpSpPr/>
          <p:nvPr/>
        </p:nvGrpSpPr>
        <p:grpSpPr>
          <a:xfrm>
            <a:off x="712562" y="998017"/>
            <a:ext cx="2394370" cy="976502"/>
            <a:chOff x="749309" y="1112739"/>
            <a:chExt cx="2371603" cy="976502"/>
          </a:xfrm>
        </p:grpSpPr>
        <p:sp>
          <p:nvSpPr>
            <p:cNvPr id="4578" name="Google Shape;4578;p58"/>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8"/>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8"/>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8"/>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8"/>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8"/>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8"/>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8"/>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8"/>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8"/>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8"/>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8"/>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8"/>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8"/>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8"/>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8"/>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8"/>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8"/>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8"/>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8"/>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8"/>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8"/>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8"/>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8"/>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58"/>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8"/>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8"/>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58"/>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58"/>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8"/>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8"/>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8"/>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4610" name="Google Shape;4610;p58"/>
          <p:cNvGraphicFramePr/>
          <p:nvPr/>
        </p:nvGraphicFramePr>
        <p:xfrm>
          <a:off x="5935863" y="996311"/>
          <a:ext cx="3000000" cy="3000000"/>
        </p:xfrm>
        <a:graphic>
          <a:graphicData uri="http://schemas.openxmlformats.org/drawingml/2006/table">
            <a:tbl>
              <a:tblPr>
                <a:noFill/>
                <a:tableStyleId>{7A67DA41-102D-49F8-9347-3EE96F2B75BE}</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4611" name="Google Shape;4611;p58"/>
          <p:cNvGraphicFramePr/>
          <p:nvPr/>
        </p:nvGraphicFramePr>
        <p:xfrm>
          <a:off x="3342575" y="2130461"/>
          <a:ext cx="3000000" cy="3000000"/>
        </p:xfrm>
        <a:graphic>
          <a:graphicData uri="http://schemas.openxmlformats.org/drawingml/2006/table">
            <a:tbl>
              <a:tblPr>
                <a:noFill/>
                <a:tableStyleId>{7A67DA41-102D-49F8-9347-3EE96F2B75BE}</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612" name="Google Shape;4612;p58"/>
          <p:cNvGrpSpPr/>
          <p:nvPr/>
        </p:nvGrpSpPr>
        <p:grpSpPr>
          <a:xfrm>
            <a:off x="4086505" y="2517104"/>
            <a:ext cx="1517436" cy="74460"/>
            <a:chOff x="3980086" y="2804397"/>
            <a:chExt cx="1227600" cy="66900"/>
          </a:xfrm>
        </p:grpSpPr>
        <p:sp>
          <p:nvSpPr>
            <p:cNvPr id="4613" name="Google Shape;4613;p58"/>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8"/>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5" name="Google Shape;4615;p58"/>
          <p:cNvGrpSpPr/>
          <p:nvPr/>
        </p:nvGrpSpPr>
        <p:grpSpPr>
          <a:xfrm>
            <a:off x="4711569" y="2809692"/>
            <a:ext cx="892956" cy="74460"/>
            <a:chOff x="3980086" y="2804397"/>
            <a:chExt cx="1227600" cy="66900"/>
          </a:xfrm>
        </p:grpSpPr>
        <p:sp>
          <p:nvSpPr>
            <p:cNvPr id="4616" name="Google Shape;4616;p58"/>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8"/>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8" name="Google Shape;4618;p58"/>
          <p:cNvGrpSpPr/>
          <p:nvPr/>
        </p:nvGrpSpPr>
        <p:grpSpPr>
          <a:xfrm>
            <a:off x="3344661" y="3168575"/>
            <a:ext cx="2363244" cy="1005943"/>
            <a:chOff x="3358415" y="3361302"/>
            <a:chExt cx="2363244" cy="1024695"/>
          </a:xfrm>
        </p:grpSpPr>
        <p:grpSp>
          <p:nvGrpSpPr>
            <p:cNvPr id="4619" name="Google Shape;4619;p58"/>
            <p:cNvGrpSpPr/>
            <p:nvPr/>
          </p:nvGrpSpPr>
          <p:grpSpPr>
            <a:xfrm>
              <a:off x="3358415" y="3361302"/>
              <a:ext cx="441300" cy="1024695"/>
              <a:chOff x="3358415" y="3361302"/>
              <a:chExt cx="441300" cy="1024695"/>
            </a:xfrm>
          </p:grpSpPr>
          <p:sp>
            <p:nvSpPr>
              <p:cNvPr id="4620" name="Google Shape;4620;p58"/>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8"/>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8"/>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58"/>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8"/>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8"/>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6" name="Google Shape;4626;p58"/>
            <p:cNvGrpSpPr/>
            <p:nvPr/>
          </p:nvGrpSpPr>
          <p:grpSpPr>
            <a:xfrm>
              <a:off x="3838901" y="3361302"/>
              <a:ext cx="441300" cy="1024695"/>
              <a:chOff x="3838901" y="3361302"/>
              <a:chExt cx="441300" cy="1024695"/>
            </a:xfrm>
          </p:grpSpPr>
          <p:sp>
            <p:nvSpPr>
              <p:cNvPr id="4627" name="Google Shape;4627;p58"/>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8"/>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58"/>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58"/>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8"/>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8"/>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3" name="Google Shape;4633;p58"/>
            <p:cNvGrpSpPr/>
            <p:nvPr/>
          </p:nvGrpSpPr>
          <p:grpSpPr>
            <a:xfrm>
              <a:off x="4319387" y="3361302"/>
              <a:ext cx="441300" cy="1024695"/>
              <a:chOff x="4319387" y="3361302"/>
              <a:chExt cx="441300" cy="1024695"/>
            </a:xfrm>
          </p:grpSpPr>
          <p:sp>
            <p:nvSpPr>
              <p:cNvPr id="4634" name="Google Shape;4634;p58"/>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8"/>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8"/>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8"/>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8"/>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8"/>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0" name="Google Shape;4640;p58"/>
            <p:cNvGrpSpPr/>
            <p:nvPr/>
          </p:nvGrpSpPr>
          <p:grpSpPr>
            <a:xfrm>
              <a:off x="4799873" y="3361302"/>
              <a:ext cx="441300" cy="1024695"/>
              <a:chOff x="4799873" y="3361302"/>
              <a:chExt cx="441300" cy="1024695"/>
            </a:xfrm>
          </p:grpSpPr>
          <p:sp>
            <p:nvSpPr>
              <p:cNvPr id="4641" name="Google Shape;4641;p58"/>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58"/>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8"/>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8"/>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8"/>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8"/>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7" name="Google Shape;4647;p58"/>
            <p:cNvGrpSpPr/>
            <p:nvPr/>
          </p:nvGrpSpPr>
          <p:grpSpPr>
            <a:xfrm>
              <a:off x="5280360" y="3361302"/>
              <a:ext cx="441300" cy="1024695"/>
              <a:chOff x="5280360" y="3361302"/>
              <a:chExt cx="441300" cy="1024695"/>
            </a:xfrm>
          </p:grpSpPr>
          <p:sp>
            <p:nvSpPr>
              <p:cNvPr id="4648" name="Google Shape;4648;p58"/>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8"/>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8"/>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58"/>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8"/>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58"/>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4654" name="Google Shape;4654;p58"/>
          <p:cNvGraphicFramePr/>
          <p:nvPr/>
        </p:nvGraphicFramePr>
        <p:xfrm>
          <a:off x="711088" y="2130461"/>
          <a:ext cx="3000000" cy="3000000"/>
        </p:xfrm>
        <a:graphic>
          <a:graphicData uri="http://schemas.openxmlformats.org/drawingml/2006/table">
            <a:tbl>
              <a:tblPr>
                <a:noFill/>
                <a:tableStyleId>{7A67DA41-102D-49F8-9347-3EE96F2B75BE}</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655" name="Google Shape;4655;p58"/>
          <p:cNvGrpSpPr/>
          <p:nvPr/>
        </p:nvGrpSpPr>
        <p:grpSpPr>
          <a:xfrm>
            <a:off x="712613" y="3180186"/>
            <a:ext cx="2403614" cy="1005900"/>
            <a:chOff x="726450" y="3372825"/>
            <a:chExt cx="2403614" cy="1005900"/>
          </a:xfrm>
        </p:grpSpPr>
        <p:grpSp>
          <p:nvGrpSpPr>
            <p:cNvPr id="4656" name="Google Shape;4656;p58"/>
            <p:cNvGrpSpPr/>
            <p:nvPr/>
          </p:nvGrpSpPr>
          <p:grpSpPr>
            <a:xfrm>
              <a:off x="726450" y="3696000"/>
              <a:ext cx="2403614" cy="500898"/>
              <a:chOff x="726450" y="3696000"/>
              <a:chExt cx="2403614" cy="500898"/>
            </a:xfrm>
          </p:grpSpPr>
          <p:sp>
            <p:nvSpPr>
              <p:cNvPr id="4657" name="Google Shape;4657;p58"/>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658" name="Google Shape;4658;p58"/>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4659" name="Google Shape;4659;p58"/>
            <p:cNvGrpSpPr/>
            <p:nvPr/>
          </p:nvGrpSpPr>
          <p:grpSpPr>
            <a:xfrm>
              <a:off x="1348050" y="3372825"/>
              <a:ext cx="1720425" cy="1005900"/>
              <a:chOff x="1348050" y="3372825"/>
              <a:chExt cx="1720425" cy="1005900"/>
            </a:xfrm>
          </p:grpSpPr>
          <p:sp>
            <p:nvSpPr>
              <p:cNvPr id="4660" name="Google Shape;4660;p58"/>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661" name="Google Shape;4661;p58"/>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662" name="Google Shape;4662;p58"/>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663" name="Google Shape;4663;p58"/>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664" name="Google Shape;4664;p58"/>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4665" name="Google Shape;4665;p58"/>
            <p:cNvGrpSpPr/>
            <p:nvPr/>
          </p:nvGrpSpPr>
          <p:grpSpPr>
            <a:xfrm>
              <a:off x="1455707" y="3731058"/>
              <a:ext cx="1491150" cy="417657"/>
              <a:chOff x="1455707" y="3731058"/>
              <a:chExt cx="1491150" cy="417657"/>
            </a:xfrm>
          </p:grpSpPr>
          <p:grpSp>
            <p:nvGrpSpPr>
              <p:cNvPr id="4666" name="Google Shape;4666;p58"/>
              <p:cNvGrpSpPr/>
              <p:nvPr/>
            </p:nvGrpSpPr>
            <p:grpSpPr>
              <a:xfrm>
                <a:off x="1472938" y="3745828"/>
                <a:ext cx="72126" cy="53788"/>
                <a:chOff x="1472938" y="3745828"/>
                <a:chExt cx="72126" cy="53788"/>
              </a:xfrm>
            </p:grpSpPr>
            <p:sp>
              <p:nvSpPr>
                <p:cNvPr id="4667" name="Google Shape;4667;p58"/>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58"/>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9" name="Google Shape;4669;p58"/>
              <p:cNvGrpSpPr/>
              <p:nvPr/>
            </p:nvGrpSpPr>
            <p:grpSpPr>
              <a:xfrm>
                <a:off x="1819181" y="4089633"/>
                <a:ext cx="72126" cy="53788"/>
                <a:chOff x="1819181" y="4089633"/>
                <a:chExt cx="72126" cy="53788"/>
              </a:xfrm>
            </p:grpSpPr>
            <p:sp>
              <p:nvSpPr>
                <p:cNvPr id="4670" name="Google Shape;4670;p58"/>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58"/>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2" name="Google Shape;4672;p58"/>
              <p:cNvGrpSpPr/>
              <p:nvPr/>
            </p:nvGrpSpPr>
            <p:grpSpPr>
              <a:xfrm>
                <a:off x="1455707" y="4084171"/>
                <a:ext cx="64321" cy="64544"/>
                <a:chOff x="1455707" y="4084171"/>
                <a:chExt cx="64321" cy="64544"/>
              </a:xfrm>
            </p:grpSpPr>
            <p:sp>
              <p:nvSpPr>
                <p:cNvPr id="4673" name="Google Shape;4673;p58"/>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8"/>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5" name="Google Shape;4675;p58"/>
              <p:cNvGrpSpPr/>
              <p:nvPr/>
            </p:nvGrpSpPr>
            <p:grpSpPr>
              <a:xfrm>
                <a:off x="1818610" y="3731058"/>
                <a:ext cx="64321" cy="64544"/>
                <a:chOff x="1818610" y="3731058"/>
                <a:chExt cx="64321" cy="64544"/>
              </a:xfrm>
            </p:grpSpPr>
            <p:sp>
              <p:nvSpPr>
                <p:cNvPr id="4676" name="Google Shape;4676;p58"/>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8"/>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8" name="Google Shape;4678;p58"/>
              <p:cNvGrpSpPr/>
              <p:nvPr/>
            </p:nvGrpSpPr>
            <p:grpSpPr>
              <a:xfrm>
                <a:off x="2172491" y="4089633"/>
                <a:ext cx="72126" cy="53788"/>
                <a:chOff x="2172491" y="4089633"/>
                <a:chExt cx="72126" cy="53788"/>
              </a:xfrm>
            </p:grpSpPr>
            <p:sp>
              <p:nvSpPr>
                <p:cNvPr id="4679" name="Google Shape;4679;p58"/>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8"/>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1" name="Google Shape;4681;p58"/>
              <p:cNvGrpSpPr/>
              <p:nvPr/>
            </p:nvGrpSpPr>
            <p:grpSpPr>
              <a:xfrm>
                <a:off x="2171920" y="3731058"/>
                <a:ext cx="64321" cy="64544"/>
                <a:chOff x="2171920" y="3731058"/>
                <a:chExt cx="64321" cy="64544"/>
              </a:xfrm>
            </p:grpSpPr>
            <p:sp>
              <p:nvSpPr>
                <p:cNvPr id="4682" name="Google Shape;4682;p58"/>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8"/>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4" name="Google Shape;4684;p58"/>
              <p:cNvGrpSpPr/>
              <p:nvPr/>
            </p:nvGrpSpPr>
            <p:grpSpPr>
              <a:xfrm>
                <a:off x="2874730" y="3745828"/>
                <a:ext cx="72126" cy="53788"/>
                <a:chOff x="2874730" y="3745828"/>
                <a:chExt cx="72126" cy="53788"/>
              </a:xfrm>
            </p:grpSpPr>
            <p:sp>
              <p:nvSpPr>
                <p:cNvPr id="4685" name="Google Shape;4685;p58"/>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8"/>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7" name="Google Shape;4687;p58"/>
              <p:cNvGrpSpPr/>
              <p:nvPr/>
            </p:nvGrpSpPr>
            <p:grpSpPr>
              <a:xfrm>
                <a:off x="2878589" y="4081481"/>
                <a:ext cx="64321" cy="64544"/>
                <a:chOff x="2878589" y="4081481"/>
                <a:chExt cx="64321" cy="64544"/>
              </a:xfrm>
            </p:grpSpPr>
            <p:sp>
              <p:nvSpPr>
                <p:cNvPr id="4688" name="Google Shape;4688;p58"/>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8"/>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0" name="Google Shape;4690;p58"/>
              <p:cNvGrpSpPr/>
              <p:nvPr/>
            </p:nvGrpSpPr>
            <p:grpSpPr>
              <a:xfrm>
                <a:off x="2525796" y="4089633"/>
                <a:ext cx="72126" cy="53788"/>
                <a:chOff x="2525796" y="4089633"/>
                <a:chExt cx="72126" cy="53788"/>
              </a:xfrm>
            </p:grpSpPr>
            <p:sp>
              <p:nvSpPr>
                <p:cNvPr id="4691" name="Google Shape;4691;p58"/>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8"/>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3" name="Google Shape;4693;p58"/>
              <p:cNvGrpSpPr/>
              <p:nvPr/>
            </p:nvGrpSpPr>
            <p:grpSpPr>
              <a:xfrm>
                <a:off x="2525225" y="3731058"/>
                <a:ext cx="64321" cy="64544"/>
                <a:chOff x="2525225" y="3731058"/>
                <a:chExt cx="64321" cy="64544"/>
              </a:xfrm>
            </p:grpSpPr>
            <p:sp>
              <p:nvSpPr>
                <p:cNvPr id="4694" name="Google Shape;4694;p58"/>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8"/>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4699"/>
        <p:cNvGrpSpPr/>
        <p:nvPr/>
      </p:nvGrpSpPr>
      <p:grpSpPr>
        <a:xfrm>
          <a:off x="0" y="0"/>
          <a:ext cx="0" cy="0"/>
          <a:chOff x="0" y="0"/>
          <a:chExt cx="0" cy="0"/>
        </a:xfrm>
      </p:grpSpPr>
      <p:grpSp>
        <p:nvGrpSpPr>
          <p:cNvPr id="4700" name="Google Shape;4700;p59"/>
          <p:cNvGrpSpPr/>
          <p:nvPr/>
        </p:nvGrpSpPr>
        <p:grpSpPr>
          <a:xfrm>
            <a:off x="5780153" y="1859606"/>
            <a:ext cx="671400" cy="674856"/>
            <a:chOff x="5780148" y="1859605"/>
            <a:chExt cx="671400" cy="674856"/>
          </a:xfrm>
        </p:grpSpPr>
        <p:sp>
          <p:nvSpPr>
            <p:cNvPr id="4701" name="Google Shape;4701;p59"/>
            <p:cNvSpPr/>
            <p:nvPr/>
          </p:nvSpPr>
          <p:spPr>
            <a:xfrm>
              <a:off x="5780148" y="1859605"/>
              <a:ext cx="671400" cy="6714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9"/>
            <p:cNvSpPr/>
            <p:nvPr/>
          </p:nvSpPr>
          <p:spPr>
            <a:xfrm>
              <a:off x="5851927" y="2006476"/>
              <a:ext cx="527700" cy="5277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9"/>
            <p:cNvSpPr/>
            <p:nvPr/>
          </p:nvSpPr>
          <p:spPr>
            <a:xfrm>
              <a:off x="5899320" y="2101262"/>
              <a:ext cx="433200" cy="4332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9"/>
            <p:cNvSpPr/>
            <p:nvPr/>
          </p:nvSpPr>
          <p:spPr>
            <a:xfrm>
              <a:off x="5944113" y="2190849"/>
              <a:ext cx="343500" cy="3435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5" name="Google Shape;4705;p59"/>
          <p:cNvGrpSpPr/>
          <p:nvPr/>
        </p:nvGrpSpPr>
        <p:grpSpPr>
          <a:xfrm>
            <a:off x="716996" y="971307"/>
            <a:ext cx="845921" cy="690752"/>
            <a:chOff x="732428" y="1198513"/>
            <a:chExt cx="845921" cy="690752"/>
          </a:xfrm>
        </p:grpSpPr>
        <p:grpSp>
          <p:nvGrpSpPr>
            <p:cNvPr id="4706" name="Google Shape;4706;p59"/>
            <p:cNvGrpSpPr/>
            <p:nvPr/>
          </p:nvGrpSpPr>
          <p:grpSpPr>
            <a:xfrm>
              <a:off x="823030" y="1198513"/>
              <a:ext cx="755319" cy="690752"/>
              <a:chOff x="823030" y="1198513"/>
              <a:chExt cx="755319" cy="690752"/>
            </a:xfrm>
          </p:grpSpPr>
          <p:sp>
            <p:nvSpPr>
              <p:cNvPr id="4707" name="Google Shape;4707;p59"/>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9"/>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9" name="Google Shape;4709;p59"/>
            <p:cNvGrpSpPr/>
            <p:nvPr/>
          </p:nvGrpSpPr>
          <p:grpSpPr>
            <a:xfrm>
              <a:off x="732428" y="1239937"/>
              <a:ext cx="739912" cy="607886"/>
              <a:chOff x="732428" y="1239937"/>
              <a:chExt cx="739912" cy="607886"/>
            </a:xfrm>
          </p:grpSpPr>
          <p:sp>
            <p:nvSpPr>
              <p:cNvPr id="4710" name="Google Shape;4710;p59"/>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9"/>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2" name="Google Shape;4712;p59"/>
            <p:cNvGrpSpPr/>
            <p:nvPr/>
          </p:nvGrpSpPr>
          <p:grpSpPr>
            <a:xfrm>
              <a:off x="732428" y="1277018"/>
              <a:ext cx="702832" cy="533758"/>
              <a:chOff x="732428" y="1277018"/>
              <a:chExt cx="702832" cy="533758"/>
            </a:xfrm>
          </p:grpSpPr>
          <p:sp>
            <p:nvSpPr>
              <p:cNvPr id="4713" name="Google Shape;4713;p59"/>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9"/>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5" name="Google Shape;4715;p59"/>
            <p:cNvGrpSpPr/>
            <p:nvPr/>
          </p:nvGrpSpPr>
          <p:grpSpPr>
            <a:xfrm>
              <a:off x="931170" y="1306653"/>
              <a:ext cx="647179" cy="474455"/>
              <a:chOff x="931170" y="1306653"/>
              <a:chExt cx="647179" cy="474455"/>
            </a:xfrm>
          </p:grpSpPr>
          <p:sp>
            <p:nvSpPr>
              <p:cNvPr id="4716" name="Google Shape;4716;p59"/>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9"/>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18" name="Google Shape;4718;p59"/>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9" name="Google Shape;4719;p59"/>
          <p:cNvGrpSpPr/>
          <p:nvPr/>
        </p:nvGrpSpPr>
        <p:grpSpPr>
          <a:xfrm>
            <a:off x="3948605" y="971313"/>
            <a:ext cx="634656" cy="699982"/>
            <a:chOff x="5985650" y="2860025"/>
            <a:chExt cx="1396075" cy="1539775"/>
          </a:xfrm>
        </p:grpSpPr>
        <p:sp>
          <p:nvSpPr>
            <p:cNvPr id="4720" name="Google Shape;4720;p59"/>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9"/>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9"/>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9"/>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9"/>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9"/>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9"/>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9"/>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9"/>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9"/>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9"/>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9"/>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9"/>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9"/>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9"/>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9"/>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9"/>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9"/>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9"/>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9"/>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9"/>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9"/>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9"/>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9"/>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9"/>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9"/>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9"/>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9"/>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9"/>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9"/>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9"/>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9"/>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2" name="Google Shape;4752;p59"/>
          <p:cNvGrpSpPr/>
          <p:nvPr/>
        </p:nvGrpSpPr>
        <p:grpSpPr>
          <a:xfrm>
            <a:off x="4704254" y="971307"/>
            <a:ext cx="725845" cy="699975"/>
            <a:chOff x="4249973" y="1201875"/>
            <a:chExt cx="1958568" cy="1888762"/>
          </a:xfrm>
        </p:grpSpPr>
        <p:sp>
          <p:nvSpPr>
            <p:cNvPr id="4753" name="Google Shape;4753;p59"/>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4" name="Google Shape;4754;p59"/>
            <p:cNvGrpSpPr/>
            <p:nvPr/>
          </p:nvGrpSpPr>
          <p:grpSpPr>
            <a:xfrm>
              <a:off x="5853086" y="1789142"/>
              <a:ext cx="355454" cy="1048099"/>
              <a:chOff x="5576108" y="2016725"/>
              <a:chExt cx="565200" cy="1666560"/>
            </a:xfrm>
          </p:grpSpPr>
          <p:sp>
            <p:nvSpPr>
              <p:cNvPr id="4755" name="Google Shape;4755;p59"/>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756" name="Google Shape;4756;p59"/>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7" name="Google Shape;4757;p59"/>
            <p:cNvGrpSpPr/>
            <p:nvPr/>
          </p:nvGrpSpPr>
          <p:grpSpPr>
            <a:xfrm>
              <a:off x="4869455" y="2691676"/>
              <a:ext cx="1013897" cy="398961"/>
              <a:chOff x="4012057" y="3451825"/>
              <a:chExt cx="1612175" cy="634379"/>
            </a:xfrm>
          </p:grpSpPr>
          <p:sp>
            <p:nvSpPr>
              <p:cNvPr id="4758" name="Google Shape;4758;p59"/>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759" name="Google Shape;4759;p59"/>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0" name="Google Shape;4760;p59"/>
            <p:cNvGrpSpPr/>
            <p:nvPr/>
          </p:nvGrpSpPr>
          <p:grpSpPr>
            <a:xfrm>
              <a:off x="4276937" y="2155961"/>
              <a:ext cx="651965" cy="891358"/>
              <a:chOff x="3069908" y="2599997"/>
              <a:chExt cx="1036675" cy="1417328"/>
            </a:xfrm>
          </p:grpSpPr>
          <p:sp>
            <p:nvSpPr>
              <p:cNvPr id="4761" name="Google Shape;4761;p59"/>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762" name="Google Shape;4762;p59"/>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3" name="Google Shape;4763;p59"/>
            <p:cNvGrpSpPr/>
            <p:nvPr/>
          </p:nvGrpSpPr>
          <p:grpSpPr>
            <a:xfrm>
              <a:off x="5054918" y="1201875"/>
              <a:ext cx="999548" cy="602711"/>
              <a:chOff x="4306958" y="1082925"/>
              <a:chExt cx="1589359" cy="958358"/>
            </a:xfrm>
          </p:grpSpPr>
          <p:sp>
            <p:nvSpPr>
              <p:cNvPr id="4764" name="Google Shape;4764;p59"/>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765" name="Google Shape;4765;p59"/>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6" name="Google Shape;4766;p59"/>
            <p:cNvGrpSpPr/>
            <p:nvPr/>
          </p:nvGrpSpPr>
          <p:grpSpPr>
            <a:xfrm>
              <a:off x="4249973" y="1303451"/>
              <a:ext cx="799317" cy="841334"/>
              <a:chOff x="3027033" y="1244439"/>
              <a:chExt cx="1270977" cy="1337786"/>
            </a:xfrm>
          </p:grpSpPr>
          <p:sp>
            <p:nvSpPr>
              <p:cNvPr id="4767" name="Google Shape;4767;p59"/>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768" name="Google Shape;4768;p59"/>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69" name="Google Shape;4769;p59"/>
          <p:cNvGrpSpPr/>
          <p:nvPr/>
        </p:nvGrpSpPr>
        <p:grpSpPr>
          <a:xfrm>
            <a:off x="4057119" y="1858087"/>
            <a:ext cx="750769" cy="683784"/>
            <a:chOff x="4204684" y="2104422"/>
            <a:chExt cx="699822" cy="637382"/>
          </a:xfrm>
        </p:grpSpPr>
        <p:grpSp>
          <p:nvGrpSpPr>
            <p:cNvPr id="4770" name="Google Shape;4770;p59"/>
            <p:cNvGrpSpPr/>
            <p:nvPr/>
          </p:nvGrpSpPr>
          <p:grpSpPr>
            <a:xfrm>
              <a:off x="4204684" y="2430067"/>
              <a:ext cx="342957" cy="311738"/>
              <a:chOff x="4204684" y="2430067"/>
              <a:chExt cx="342957" cy="311738"/>
            </a:xfrm>
          </p:grpSpPr>
          <p:sp>
            <p:nvSpPr>
              <p:cNvPr id="4771" name="Google Shape;4771;p59"/>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9"/>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3" name="Google Shape;4773;p59"/>
            <p:cNvGrpSpPr/>
            <p:nvPr/>
          </p:nvGrpSpPr>
          <p:grpSpPr>
            <a:xfrm>
              <a:off x="4561586" y="2430067"/>
              <a:ext cx="342920" cy="311738"/>
              <a:chOff x="4561586" y="2430067"/>
              <a:chExt cx="342920" cy="311738"/>
            </a:xfrm>
          </p:grpSpPr>
          <p:sp>
            <p:nvSpPr>
              <p:cNvPr id="4774" name="Google Shape;4774;p59"/>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9"/>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6" name="Google Shape;4776;p59"/>
            <p:cNvGrpSpPr/>
            <p:nvPr/>
          </p:nvGrpSpPr>
          <p:grpSpPr>
            <a:xfrm>
              <a:off x="4561586" y="2104422"/>
              <a:ext cx="342920" cy="311738"/>
              <a:chOff x="4561586" y="2104422"/>
              <a:chExt cx="342920" cy="311738"/>
            </a:xfrm>
          </p:grpSpPr>
          <p:sp>
            <p:nvSpPr>
              <p:cNvPr id="4777" name="Google Shape;4777;p59"/>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9"/>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9" name="Google Shape;4779;p59"/>
            <p:cNvGrpSpPr/>
            <p:nvPr/>
          </p:nvGrpSpPr>
          <p:grpSpPr>
            <a:xfrm>
              <a:off x="4204684" y="2104422"/>
              <a:ext cx="342957" cy="311664"/>
              <a:chOff x="4204684" y="2104422"/>
              <a:chExt cx="342957" cy="311664"/>
            </a:xfrm>
          </p:grpSpPr>
          <p:sp>
            <p:nvSpPr>
              <p:cNvPr id="4780" name="Google Shape;4780;p59"/>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9"/>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82" name="Google Shape;4782;p59"/>
          <p:cNvGrpSpPr/>
          <p:nvPr/>
        </p:nvGrpSpPr>
        <p:grpSpPr>
          <a:xfrm>
            <a:off x="5521552" y="971301"/>
            <a:ext cx="660591" cy="688867"/>
            <a:chOff x="5830645" y="1267368"/>
            <a:chExt cx="530340" cy="553040"/>
          </a:xfrm>
        </p:grpSpPr>
        <p:sp>
          <p:nvSpPr>
            <p:cNvPr id="4783" name="Google Shape;4783;p59"/>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84" name="Google Shape;4784;p59"/>
            <p:cNvGrpSpPr/>
            <p:nvPr/>
          </p:nvGrpSpPr>
          <p:grpSpPr>
            <a:xfrm>
              <a:off x="5830645" y="1267368"/>
              <a:ext cx="259743" cy="269909"/>
              <a:chOff x="5830645" y="1267368"/>
              <a:chExt cx="259743" cy="269909"/>
            </a:xfrm>
          </p:grpSpPr>
          <p:sp>
            <p:nvSpPr>
              <p:cNvPr id="4785" name="Google Shape;4785;p59"/>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9"/>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7" name="Google Shape;4787;p59"/>
            <p:cNvGrpSpPr/>
            <p:nvPr/>
          </p:nvGrpSpPr>
          <p:grpSpPr>
            <a:xfrm>
              <a:off x="6101293" y="1267368"/>
              <a:ext cx="259692" cy="269909"/>
              <a:chOff x="6101293" y="1267368"/>
              <a:chExt cx="259692" cy="269909"/>
            </a:xfrm>
          </p:grpSpPr>
          <p:sp>
            <p:nvSpPr>
              <p:cNvPr id="4788" name="Google Shape;4788;p59"/>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9"/>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0" name="Google Shape;4790;p59"/>
            <p:cNvGrpSpPr/>
            <p:nvPr/>
          </p:nvGrpSpPr>
          <p:grpSpPr>
            <a:xfrm>
              <a:off x="5830645" y="1550500"/>
              <a:ext cx="259692" cy="269909"/>
              <a:chOff x="5830645" y="1550500"/>
              <a:chExt cx="259692" cy="269909"/>
            </a:xfrm>
          </p:grpSpPr>
          <p:sp>
            <p:nvSpPr>
              <p:cNvPr id="4791" name="Google Shape;4791;p59"/>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9"/>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3" name="Google Shape;4793;p59"/>
            <p:cNvGrpSpPr/>
            <p:nvPr/>
          </p:nvGrpSpPr>
          <p:grpSpPr>
            <a:xfrm>
              <a:off x="6101293" y="1550500"/>
              <a:ext cx="259692" cy="269909"/>
              <a:chOff x="6101293" y="1550500"/>
              <a:chExt cx="259692" cy="269909"/>
            </a:xfrm>
          </p:grpSpPr>
          <p:sp>
            <p:nvSpPr>
              <p:cNvPr id="4794" name="Google Shape;4794;p59"/>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9"/>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96" name="Google Shape;4796;p59"/>
          <p:cNvGrpSpPr/>
          <p:nvPr/>
        </p:nvGrpSpPr>
        <p:grpSpPr>
          <a:xfrm>
            <a:off x="723705" y="1861761"/>
            <a:ext cx="697154" cy="679574"/>
            <a:chOff x="2679875" y="2361475"/>
            <a:chExt cx="780425" cy="760575"/>
          </a:xfrm>
        </p:grpSpPr>
        <p:sp>
          <p:nvSpPr>
            <p:cNvPr id="4797" name="Google Shape;4797;p59"/>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9"/>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9"/>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9"/>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9"/>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59"/>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3" name="Google Shape;4803;p59"/>
          <p:cNvGrpSpPr/>
          <p:nvPr/>
        </p:nvGrpSpPr>
        <p:grpSpPr>
          <a:xfrm>
            <a:off x="3122864" y="971353"/>
            <a:ext cx="735829" cy="684547"/>
            <a:chOff x="3351965" y="1148808"/>
            <a:chExt cx="750770" cy="698375"/>
          </a:xfrm>
        </p:grpSpPr>
        <p:grpSp>
          <p:nvGrpSpPr>
            <p:cNvPr id="4804" name="Google Shape;4804;p59"/>
            <p:cNvGrpSpPr/>
            <p:nvPr/>
          </p:nvGrpSpPr>
          <p:grpSpPr>
            <a:xfrm>
              <a:off x="3586796" y="1148808"/>
              <a:ext cx="294857" cy="286830"/>
              <a:chOff x="3750225" y="1774000"/>
              <a:chExt cx="149575" cy="145525"/>
            </a:xfrm>
          </p:grpSpPr>
          <p:sp>
            <p:nvSpPr>
              <p:cNvPr id="4805" name="Google Shape;4805;p5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7" name="Google Shape;4807;p59"/>
            <p:cNvGrpSpPr/>
            <p:nvPr/>
          </p:nvGrpSpPr>
          <p:grpSpPr>
            <a:xfrm>
              <a:off x="3779245" y="1375768"/>
              <a:ext cx="323490" cy="286978"/>
              <a:chOff x="3847850" y="1889150"/>
              <a:chExt cx="164100" cy="145600"/>
            </a:xfrm>
          </p:grpSpPr>
          <p:sp>
            <p:nvSpPr>
              <p:cNvPr id="4808" name="Google Shape;4808;p5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0" name="Google Shape;4810;p59"/>
            <p:cNvGrpSpPr/>
            <p:nvPr/>
          </p:nvGrpSpPr>
          <p:grpSpPr>
            <a:xfrm>
              <a:off x="3351965" y="1330435"/>
              <a:ext cx="295449" cy="285401"/>
              <a:chOff x="3631100" y="1866150"/>
              <a:chExt cx="149875" cy="144800"/>
            </a:xfrm>
          </p:grpSpPr>
          <p:sp>
            <p:nvSpPr>
              <p:cNvPr id="4811" name="Google Shape;4811;p59"/>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9"/>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3" name="Google Shape;4813;p59"/>
            <p:cNvGrpSpPr/>
            <p:nvPr/>
          </p:nvGrpSpPr>
          <p:grpSpPr>
            <a:xfrm>
              <a:off x="3548208" y="1560352"/>
              <a:ext cx="294808" cy="286830"/>
              <a:chOff x="3730650" y="1982800"/>
              <a:chExt cx="149550" cy="145525"/>
            </a:xfrm>
          </p:grpSpPr>
          <p:sp>
            <p:nvSpPr>
              <p:cNvPr id="4814" name="Google Shape;4814;p5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16" name="Google Shape;4816;p59"/>
          <p:cNvGrpSpPr/>
          <p:nvPr/>
        </p:nvGrpSpPr>
        <p:grpSpPr>
          <a:xfrm>
            <a:off x="7624517" y="971307"/>
            <a:ext cx="804565" cy="677795"/>
            <a:chOff x="7636443" y="1204988"/>
            <a:chExt cx="804565" cy="677795"/>
          </a:xfrm>
        </p:grpSpPr>
        <p:grpSp>
          <p:nvGrpSpPr>
            <p:cNvPr id="4817" name="Google Shape;4817;p59"/>
            <p:cNvGrpSpPr/>
            <p:nvPr/>
          </p:nvGrpSpPr>
          <p:grpSpPr>
            <a:xfrm>
              <a:off x="7636443" y="1509705"/>
              <a:ext cx="804565" cy="373078"/>
              <a:chOff x="7636443" y="1509705"/>
              <a:chExt cx="804565" cy="373078"/>
            </a:xfrm>
          </p:grpSpPr>
          <p:sp>
            <p:nvSpPr>
              <p:cNvPr id="4818" name="Google Shape;4818;p59"/>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9"/>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0" name="Google Shape;4820;p59"/>
            <p:cNvGrpSpPr/>
            <p:nvPr/>
          </p:nvGrpSpPr>
          <p:grpSpPr>
            <a:xfrm>
              <a:off x="7636443" y="1408133"/>
              <a:ext cx="804565" cy="373078"/>
              <a:chOff x="7636443" y="1408133"/>
              <a:chExt cx="804565" cy="373078"/>
            </a:xfrm>
          </p:grpSpPr>
          <p:sp>
            <p:nvSpPr>
              <p:cNvPr id="4821" name="Google Shape;4821;p59"/>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9"/>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3" name="Google Shape;4823;p59"/>
            <p:cNvGrpSpPr/>
            <p:nvPr/>
          </p:nvGrpSpPr>
          <p:grpSpPr>
            <a:xfrm>
              <a:off x="7636443" y="1306560"/>
              <a:ext cx="804565" cy="373078"/>
              <a:chOff x="7636443" y="1306560"/>
              <a:chExt cx="804565" cy="373078"/>
            </a:xfrm>
          </p:grpSpPr>
          <p:sp>
            <p:nvSpPr>
              <p:cNvPr id="4824" name="Google Shape;4824;p59"/>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9"/>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6" name="Google Shape;4826;p59"/>
            <p:cNvGrpSpPr/>
            <p:nvPr/>
          </p:nvGrpSpPr>
          <p:grpSpPr>
            <a:xfrm>
              <a:off x="7636443" y="1204988"/>
              <a:ext cx="804565" cy="373078"/>
              <a:chOff x="7636443" y="1204988"/>
              <a:chExt cx="804565" cy="373078"/>
            </a:xfrm>
          </p:grpSpPr>
          <p:sp>
            <p:nvSpPr>
              <p:cNvPr id="4827" name="Google Shape;4827;p59"/>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9"/>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29" name="Google Shape;4829;p59"/>
          <p:cNvGrpSpPr/>
          <p:nvPr/>
        </p:nvGrpSpPr>
        <p:grpSpPr>
          <a:xfrm>
            <a:off x="4963363" y="1878721"/>
            <a:ext cx="661339" cy="661188"/>
            <a:chOff x="3990000" y="975400"/>
            <a:chExt cx="3934200" cy="3933300"/>
          </a:xfrm>
        </p:grpSpPr>
        <p:sp>
          <p:nvSpPr>
            <p:cNvPr id="4830" name="Google Shape;4830;p59"/>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9"/>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9"/>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9"/>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4" name="Google Shape;4834;p59"/>
          <p:cNvGrpSpPr/>
          <p:nvPr/>
        </p:nvGrpSpPr>
        <p:grpSpPr>
          <a:xfrm>
            <a:off x="6607011" y="1857359"/>
            <a:ext cx="868881" cy="684241"/>
            <a:chOff x="6598259" y="2078634"/>
            <a:chExt cx="868881" cy="684241"/>
          </a:xfrm>
        </p:grpSpPr>
        <p:sp>
          <p:nvSpPr>
            <p:cNvPr id="4835" name="Google Shape;4835;p59"/>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9"/>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9"/>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9"/>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9"/>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9"/>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41" name="Google Shape;4841;p59"/>
            <p:cNvGrpSpPr/>
            <p:nvPr/>
          </p:nvGrpSpPr>
          <p:grpSpPr>
            <a:xfrm>
              <a:off x="6808175" y="2078634"/>
              <a:ext cx="452229" cy="684241"/>
              <a:chOff x="6808175" y="2078634"/>
              <a:chExt cx="452229" cy="684241"/>
            </a:xfrm>
          </p:grpSpPr>
          <p:sp>
            <p:nvSpPr>
              <p:cNvPr id="4842" name="Google Shape;4842;p59"/>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9"/>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9"/>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9"/>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9"/>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9"/>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48" name="Google Shape;4848;p59"/>
              <p:cNvGrpSpPr/>
              <p:nvPr/>
            </p:nvGrpSpPr>
            <p:grpSpPr>
              <a:xfrm>
                <a:off x="6821586" y="2078634"/>
                <a:ext cx="426871" cy="684241"/>
                <a:chOff x="6821586" y="2078634"/>
                <a:chExt cx="426871" cy="684241"/>
              </a:xfrm>
            </p:grpSpPr>
            <p:grpSp>
              <p:nvGrpSpPr>
                <p:cNvPr id="4849" name="Google Shape;4849;p59"/>
                <p:cNvGrpSpPr/>
                <p:nvPr/>
              </p:nvGrpSpPr>
              <p:grpSpPr>
                <a:xfrm>
                  <a:off x="6821586" y="2078634"/>
                  <a:ext cx="426871" cy="684241"/>
                  <a:chOff x="6821586" y="2078634"/>
                  <a:chExt cx="426871" cy="684241"/>
                </a:xfrm>
              </p:grpSpPr>
              <p:sp>
                <p:nvSpPr>
                  <p:cNvPr id="4850" name="Google Shape;4850;p59"/>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9"/>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9"/>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9"/>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9"/>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9"/>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9"/>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9"/>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9"/>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9"/>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9"/>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9"/>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9"/>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9"/>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9"/>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9"/>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9"/>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9"/>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9"/>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69" name="Google Shape;4869;p59"/>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9"/>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9"/>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9"/>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9"/>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9"/>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875" name="Google Shape;4875;p59"/>
          <p:cNvGrpSpPr/>
          <p:nvPr/>
        </p:nvGrpSpPr>
        <p:grpSpPr>
          <a:xfrm>
            <a:off x="716994" y="3531369"/>
            <a:ext cx="1340789" cy="640830"/>
            <a:chOff x="238125" y="1151100"/>
            <a:chExt cx="7139450" cy="3412300"/>
          </a:xfrm>
        </p:grpSpPr>
        <p:sp>
          <p:nvSpPr>
            <p:cNvPr id="4876" name="Google Shape;4876;p59"/>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9"/>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9"/>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9"/>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9"/>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9"/>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9"/>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9"/>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9"/>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9"/>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9"/>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9"/>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8" name="Google Shape;4888;p59"/>
          <p:cNvGrpSpPr/>
          <p:nvPr/>
        </p:nvGrpSpPr>
        <p:grpSpPr>
          <a:xfrm>
            <a:off x="5584217" y="2734650"/>
            <a:ext cx="985357" cy="585764"/>
            <a:chOff x="5145061" y="2881789"/>
            <a:chExt cx="1107641" cy="658458"/>
          </a:xfrm>
        </p:grpSpPr>
        <p:grpSp>
          <p:nvGrpSpPr>
            <p:cNvPr id="4889" name="Google Shape;4889;p59"/>
            <p:cNvGrpSpPr/>
            <p:nvPr/>
          </p:nvGrpSpPr>
          <p:grpSpPr>
            <a:xfrm>
              <a:off x="5722989" y="3244587"/>
              <a:ext cx="529713" cy="295659"/>
              <a:chOff x="5722989" y="3244587"/>
              <a:chExt cx="529713" cy="295659"/>
            </a:xfrm>
          </p:grpSpPr>
          <p:sp>
            <p:nvSpPr>
              <p:cNvPr id="4890" name="Google Shape;4890;p59"/>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891" name="Google Shape;4891;p59"/>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892" name="Google Shape;4892;p59"/>
            <p:cNvGrpSpPr/>
            <p:nvPr/>
          </p:nvGrpSpPr>
          <p:grpSpPr>
            <a:xfrm>
              <a:off x="5145061" y="3244587"/>
              <a:ext cx="536807" cy="295659"/>
              <a:chOff x="5145061" y="3244587"/>
              <a:chExt cx="536807" cy="295659"/>
            </a:xfrm>
          </p:grpSpPr>
          <p:sp>
            <p:nvSpPr>
              <p:cNvPr id="4893" name="Google Shape;4893;p59"/>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894" name="Google Shape;4894;p59"/>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895" name="Google Shape;4895;p59"/>
            <p:cNvGrpSpPr/>
            <p:nvPr/>
          </p:nvGrpSpPr>
          <p:grpSpPr>
            <a:xfrm>
              <a:off x="5341327" y="2898245"/>
              <a:ext cx="532309" cy="614891"/>
              <a:chOff x="5341327" y="2898245"/>
              <a:chExt cx="532309" cy="614891"/>
            </a:xfrm>
          </p:grpSpPr>
          <p:sp>
            <p:nvSpPr>
              <p:cNvPr id="4896" name="Google Shape;4896;p59"/>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897" name="Google Shape;4897;p59"/>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898" name="Google Shape;4898;p59"/>
            <p:cNvGrpSpPr/>
            <p:nvPr/>
          </p:nvGrpSpPr>
          <p:grpSpPr>
            <a:xfrm>
              <a:off x="5532290" y="2881789"/>
              <a:ext cx="620516" cy="305456"/>
              <a:chOff x="5532290" y="2881789"/>
              <a:chExt cx="620516" cy="305456"/>
            </a:xfrm>
          </p:grpSpPr>
          <p:sp>
            <p:nvSpPr>
              <p:cNvPr id="4899" name="Google Shape;4899;p59"/>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900" name="Google Shape;4900;p59"/>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4901" name="Google Shape;4901;p59"/>
          <p:cNvGrpSpPr/>
          <p:nvPr/>
        </p:nvGrpSpPr>
        <p:grpSpPr>
          <a:xfrm>
            <a:off x="8163140" y="3526708"/>
            <a:ext cx="269068" cy="645491"/>
            <a:chOff x="7026852" y="3311869"/>
            <a:chExt cx="434331" cy="1041954"/>
          </a:xfrm>
        </p:grpSpPr>
        <p:sp>
          <p:nvSpPr>
            <p:cNvPr id="4902" name="Google Shape;4902;p59"/>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9"/>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9"/>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5" name="Google Shape;4905;p59"/>
          <p:cNvGrpSpPr/>
          <p:nvPr/>
        </p:nvGrpSpPr>
        <p:grpSpPr>
          <a:xfrm>
            <a:off x="6179721" y="3565945"/>
            <a:ext cx="293882" cy="293836"/>
            <a:chOff x="4873519" y="3311869"/>
            <a:chExt cx="499374" cy="499296"/>
          </a:xfrm>
        </p:grpSpPr>
        <p:sp>
          <p:nvSpPr>
            <p:cNvPr id="4906" name="Google Shape;4906;p59"/>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9"/>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8" name="Google Shape;4908;p59"/>
          <p:cNvGrpSpPr/>
          <p:nvPr/>
        </p:nvGrpSpPr>
        <p:grpSpPr>
          <a:xfrm>
            <a:off x="6179721" y="3878317"/>
            <a:ext cx="293882" cy="293882"/>
            <a:chOff x="4873519" y="3875839"/>
            <a:chExt cx="499374" cy="499374"/>
          </a:xfrm>
        </p:grpSpPr>
        <p:sp>
          <p:nvSpPr>
            <p:cNvPr id="4909" name="Google Shape;4909;p59"/>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9"/>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1" name="Google Shape;4911;p59"/>
          <p:cNvGrpSpPr/>
          <p:nvPr/>
        </p:nvGrpSpPr>
        <p:grpSpPr>
          <a:xfrm>
            <a:off x="2410248" y="1850269"/>
            <a:ext cx="698104" cy="698208"/>
            <a:chOff x="2565073" y="2075876"/>
            <a:chExt cx="672482" cy="672518"/>
          </a:xfrm>
        </p:grpSpPr>
        <p:sp>
          <p:nvSpPr>
            <p:cNvPr id="4912" name="Google Shape;4912;p59"/>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9"/>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9"/>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9"/>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59"/>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59"/>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8" name="Google Shape;4918;p59"/>
          <p:cNvGrpSpPr/>
          <p:nvPr/>
        </p:nvGrpSpPr>
        <p:grpSpPr>
          <a:xfrm>
            <a:off x="5633660" y="3534870"/>
            <a:ext cx="438354" cy="637329"/>
            <a:chOff x="1697726" y="3244179"/>
            <a:chExt cx="788124" cy="1146069"/>
          </a:xfrm>
        </p:grpSpPr>
        <p:sp>
          <p:nvSpPr>
            <p:cNvPr id="4919" name="Google Shape;4919;p59"/>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59"/>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21" name="Google Shape;4921;p59"/>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2" name="Google Shape;4922;p59"/>
          <p:cNvGrpSpPr/>
          <p:nvPr/>
        </p:nvGrpSpPr>
        <p:grpSpPr>
          <a:xfrm>
            <a:off x="7634874" y="1863232"/>
            <a:ext cx="799565" cy="670282"/>
            <a:chOff x="7617850" y="2063282"/>
            <a:chExt cx="799565" cy="670282"/>
          </a:xfrm>
        </p:grpSpPr>
        <p:cxnSp>
          <p:nvCxnSpPr>
            <p:cNvPr id="4923" name="Google Shape;4923;p59"/>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924" name="Google Shape;4924;p59"/>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925" name="Google Shape;4925;p59"/>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926" name="Google Shape;4926;p59"/>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927" name="Google Shape;4927;p59"/>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4928" name="Google Shape;4928;p59"/>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4929" name="Google Shape;4929;p59"/>
            <p:cNvGrpSpPr/>
            <p:nvPr/>
          </p:nvGrpSpPr>
          <p:grpSpPr>
            <a:xfrm>
              <a:off x="7734309" y="2063282"/>
              <a:ext cx="570957" cy="620095"/>
              <a:chOff x="7734309" y="2063282"/>
              <a:chExt cx="570957" cy="620095"/>
            </a:xfrm>
          </p:grpSpPr>
          <p:grpSp>
            <p:nvGrpSpPr>
              <p:cNvPr id="4930" name="Google Shape;4930;p59"/>
              <p:cNvGrpSpPr/>
              <p:nvPr/>
            </p:nvGrpSpPr>
            <p:grpSpPr>
              <a:xfrm>
                <a:off x="8031573" y="2063282"/>
                <a:ext cx="273693" cy="620095"/>
                <a:chOff x="8031573" y="2063282"/>
                <a:chExt cx="273693" cy="620095"/>
              </a:xfrm>
            </p:grpSpPr>
            <p:sp>
              <p:nvSpPr>
                <p:cNvPr id="4931" name="Google Shape;4931;p59"/>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59"/>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9"/>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59"/>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5" name="Google Shape;4935;p59"/>
              <p:cNvGrpSpPr/>
              <p:nvPr/>
            </p:nvGrpSpPr>
            <p:grpSpPr>
              <a:xfrm flipH="1">
                <a:off x="7734309" y="2063282"/>
                <a:ext cx="273693" cy="620095"/>
                <a:chOff x="8031573" y="2063282"/>
                <a:chExt cx="273693" cy="620095"/>
              </a:xfrm>
            </p:grpSpPr>
            <p:sp>
              <p:nvSpPr>
                <p:cNvPr id="4936" name="Google Shape;4936;p59"/>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59"/>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59"/>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9"/>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4940" name="Google Shape;4940;p59"/>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59"/>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42" name="Google Shape;4942;p59"/>
          <p:cNvGrpSpPr/>
          <p:nvPr/>
        </p:nvGrpSpPr>
        <p:grpSpPr>
          <a:xfrm>
            <a:off x="7821480" y="2716716"/>
            <a:ext cx="602567" cy="601884"/>
            <a:chOff x="1186975" y="238125"/>
            <a:chExt cx="5244275" cy="5238325"/>
          </a:xfrm>
        </p:grpSpPr>
        <p:sp>
          <p:nvSpPr>
            <p:cNvPr id="4943" name="Google Shape;4943;p59"/>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59"/>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9"/>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9"/>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7" name="Google Shape;4947;p59"/>
          <p:cNvGrpSpPr/>
          <p:nvPr/>
        </p:nvGrpSpPr>
        <p:grpSpPr>
          <a:xfrm>
            <a:off x="3264218" y="1856199"/>
            <a:ext cx="651848" cy="687338"/>
            <a:chOff x="3400515" y="2056248"/>
            <a:chExt cx="698134" cy="735987"/>
          </a:xfrm>
        </p:grpSpPr>
        <p:grpSp>
          <p:nvGrpSpPr>
            <p:cNvPr id="4948" name="Google Shape;4948;p59"/>
            <p:cNvGrpSpPr/>
            <p:nvPr/>
          </p:nvGrpSpPr>
          <p:grpSpPr>
            <a:xfrm>
              <a:off x="3400515" y="2283913"/>
              <a:ext cx="312919" cy="219900"/>
              <a:chOff x="3400515" y="2283913"/>
              <a:chExt cx="312919" cy="219900"/>
            </a:xfrm>
          </p:grpSpPr>
          <p:sp>
            <p:nvSpPr>
              <p:cNvPr id="4949" name="Google Shape;4949;p59"/>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950" name="Google Shape;4950;p59"/>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4951" name="Google Shape;4951;p59"/>
            <p:cNvGrpSpPr/>
            <p:nvPr/>
          </p:nvGrpSpPr>
          <p:grpSpPr>
            <a:xfrm>
              <a:off x="3547823" y="2461089"/>
              <a:ext cx="219900" cy="331146"/>
              <a:chOff x="3547823" y="2461089"/>
              <a:chExt cx="219900" cy="331146"/>
            </a:xfrm>
          </p:grpSpPr>
          <p:sp>
            <p:nvSpPr>
              <p:cNvPr id="4952" name="Google Shape;4952;p59"/>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953" name="Google Shape;4953;p59"/>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4954" name="Google Shape;4954;p59"/>
            <p:cNvGrpSpPr/>
            <p:nvPr/>
          </p:nvGrpSpPr>
          <p:grpSpPr>
            <a:xfrm>
              <a:off x="3734138" y="2461089"/>
              <a:ext cx="219900" cy="331146"/>
              <a:chOff x="3734138" y="2461089"/>
              <a:chExt cx="219900" cy="331146"/>
            </a:xfrm>
          </p:grpSpPr>
          <p:sp>
            <p:nvSpPr>
              <p:cNvPr id="4955" name="Google Shape;4955;p59"/>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956" name="Google Shape;4956;p59"/>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4957" name="Google Shape;4957;p59"/>
            <p:cNvGrpSpPr/>
            <p:nvPr/>
          </p:nvGrpSpPr>
          <p:grpSpPr>
            <a:xfrm>
              <a:off x="3787560" y="2281742"/>
              <a:ext cx="311089" cy="219900"/>
              <a:chOff x="3787560" y="2281742"/>
              <a:chExt cx="311089" cy="219900"/>
            </a:xfrm>
          </p:grpSpPr>
          <p:sp>
            <p:nvSpPr>
              <p:cNvPr id="4958" name="Google Shape;4958;p59"/>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959" name="Google Shape;4959;p59"/>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4960" name="Google Shape;4960;p59"/>
            <p:cNvGrpSpPr/>
            <p:nvPr/>
          </p:nvGrpSpPr>
          <p:grpSpPr>
            <a:xfrm>
              <a:off x="3637290" y="2056248"/>
              <a:ext cx="219900" cy="330736"/>
              <a:chOff x="3637290" y="2056248"/>
              <a:chExt cx="219900" cy="330736"/>
            </a:xfrm>
          </p:grpSpPr>
          <p:sp>
            <p:nvSpPr>
              <p:cNvPr id="4961" name="Google Shape;4961;p59"/>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4962" name="Google Shape;4962;p59"/>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4963" name="Google Shape;4963;p59"/>
          <p:cNvGrpSpPr/>
          <p:nvPr/>
        </p:nvGrpSpPr>
        <p:grpSpPr>
          <a:xfrm>
            <a:off x="2555923" y="2726206"/>
            <a:ext cx="1268144" cy="592394"/>
            <a:chOff x="238125" y="1188750"/>
            <a:chExt cx="7140450" cy="3335550"/>
          </a:xfrm>
        </p:grpSpPr>
        <p:sp>
          <p:nvSpPr>
            <p:cNvPr id="4964" name="Google Shape;4964;p59"/>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59"/>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59"/>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9"/>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59"/>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9" name="Google Shape;4969;p59"/>
          <p:cNvGrpSpPr/>
          <p:nvPr/>
        </p:nvGrpSpPr>
        <p:grpSpPr>
          <a:xfrm>
            <a:off x="6663824" y="2728360"/>
            <a:ext cx="1053944" cy="590147"/>
            <a:chOff x="238125" y="1335475"/>
            <a:chExt cx="5418735" cy="3034175"/>
          </a:xfrm>
        </p:grpSpPr>
        <p:sp>
          <p:nvSpPr>
            <p:cNvPr id="4970" name="Google Shape;4970;p59"/>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59"/>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59"/>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3" name="Google Shape;4973;p59"/>
          <p:cNvGrpSpPr/>
          <p:nvPr/>
        </p:nvGrpSpPr>
        <p:grpSpPr>
          <a:xfrm>
            <a:off x="4094633" y="3533260"/>
            <a:ext cx="1268207" cy="638939"/>
            <a:chOff x="3967651" y="3645904"/>
            <a:chExt cx="1479304" cy="745292"/>
          </a:xfrm>
        </p:grpSpPr>
        <p:grpSp>
          <p:nvGrpSpPr>
            <p:cNvPr id="4974" name="Google Shape;4974;p59"/>
            <p:cNvGrpSpPr/>
            <p:nvPr/>
          </p:nvGrpSpPr>
          <p:grpSpPr>
            <a:xfrm>
              <a:off x="3967651" y="4009026"/>
              <a:ext cx="1479304" cy="382170"/>
              <a:chOff x="3967651" y="4009026"/>
              <a:chExt cx="1479304" cy="382170"/>
            </a:xfrm>
          </p:grpSpPr>
          <p:grpSp>
            <p:nvGrpSpPr>
              <p:cNvPr id="4975" name="Google Shape;4975;p59"/>
              <p:cNvGrpSpPr/>
              <p:nvPr/>
            </p:nvGrpSpPr>
            <p:grpSpPr>
              <a:xfrm>
                <a:off x="4892216" y="4195630"/>
                <a:ext cx="554739" cy="195566"/>
                <a:chOff x="3604375" y="4892160"/>
                <a:chExt cx="1651500" cy="582215"/>
              </a:xfrm>
            </p:grpSpPr>
            <p:sp>
              <p:nvSpPr>
                <p:cNvPr id="4976" name="Google Shape;4976;p59"/>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59"/>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8" name="Google Shape;4978;p59"/>
              <p:cNvGrpSpPr/>
              <p:nvPr/>
            </p:nvGrpSpPr>
            <p:grpSpPr>
              <a:xfrm>
                <a:off x="3967651" y="4146303"/>
                <a:ext cx="579402" cy="244893"/>
                <a:chOff x="851875" y="4745310"/>
                <a:chExt cx="1724925" cy="729065"/>
              </a:xfrm>
            </p:grpSpPr>
            <p:sp>
              <p:nvSpPr>
                <p:cNvPr id="4979" name="Google Shape;4979;p59"/>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59"/>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1" name="Google Shape;4981;p59"/>
              <p:cNvGrpSpPr/>
              <p:nvPr/>
            </p:nvGrpSpPr>
            <p:grpSpPr>
              <a:xfrm>
                <a:off x="4460753" y="4009026"/>
                <a:ext cx="493110" cy="382170"/>
                <a:chOff x="2319875" y="4336625"/>
                <a:chExt cx="1468025" cy="1137750"/>
              </a:xfrm>
            </p:grpSpPr>
            <p:sp>
              <p:nvSpPr>
                <p:cNvPr id="4982" name="Google Shape;4982;p59"/>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59"/>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84" name="Google Shape;4984;p59"/>
            <p:cNvGrpSpPr/>
            <p:nvPr/>
          </p:nvGrpSpPr>
          <p:grpSpPr>
            <a:xfrm>
              <a:off x="4479443" y="3645904"/>
              <a:ext cx="455965" cy="388789"/>
              <a:chOff x="2957425" y="238100"/>
              <a:chExt cx="1910200" cy="1628775"/>
            </a:xfrm>
          </p:grpSpPr>
          <p:sp>
            <p:nvSpPr>
              <p:cNvPr id="4985" name="Google Shape;4985;p59"/>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59"/>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59"/>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9"/>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59"/>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59"/>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9"/>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59"/>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59"/>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9"/>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95" name="Google Shape;4995;p59"/>
          <p:cNvGrpSpPr/>
          <p:nvPr/>
        </p:nvGrpSpPr>
        <p:grpSpPr>
          <a:xfrm>
            <a:off x="2480746" y="3534460"/>
            <a:ext cx="1243128" cy="637739"/>
            <a:chOff x="2496310" y="3693351"/>
            <a:chExt cx="1342906" cy="688926"/>
          </a:xfrm>
        </p:grpSpPr>
        <p:grpSp>
          <p:nvGrpSpPr>
            <p:cNvPr id="4996" name="Google Shape;4996;p59"/>
            <p:cNvGrpSpPr/>
            <p:nvPr/>
          </p:nvGrpSpPr>
          <p:grpSpPr>
            <a:xfrm>
              <a:off x="2496310" y="3693351"/>
              <a:ext cx="1342906" cy="688875"/>
              <a:chOff x="2496310" y="3693351"/>
              <a:chExt cx="1342906" cy="688875"/>
            </a:xfrm>
          </p:grpSpPr>
          <p:sp>
            <p:nvSpPr>
              <p:cNvPr id="4997" name="Google Shape;4997;p59"/>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9"/>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9"/>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59"/>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59"/>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9"/>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03" name="Google Shape;5003;p59"/>
              <p:cNvCxnSpPr>
                <a:stCxn id="5001"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004" name="Google Shape;5004;p59"/>
              <p:cNvCxnSpPr>
                <a:stCxn id="4998"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005" name="Google Shape;5005;p59"/>
              <p:cNvCxnSpPr>
                <a:stCxn id="4999"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006" name="Google Shape;5006;p59"/>
              <p:cNvCxnSpPr>
                <a:stCxn id="5002"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007" name="Google Shape;5007;p59"/>
              <p:cNvCxnSpPr>
                <a:stCxn id="5000"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008" name="Google Shape;5008;p59"/>
            <p:cNvGrpSpPr/>
            <p:nvPr/>
          </p:nvGrpSpPr>
          <p:grpSpPr>
            <a:xfrm>
              <a:off x="2675275" y="3930557"/>
              <a:ext cx="1003306" cy="451719"/>
              <a:chOff x="2675275" y="4174282"/>
              <a:chExt cx="1003306" cy="451719"/>
            </a:xfrm>
          </p:grpSpPr>
          <p:sp>
            <p:nvSpPr>
              <p:cNvPr id="5009" name="Google Shape;5009;p59"/>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59"/>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9"/>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12" name="Google Shape;5012;p59"/>
          <p:cNvGrpSpPr/>
          <p:nvPr/>
        </p:nvGrpSpPr>
        <p:grpSpPr>
          <a:xfrm>
            <a:off x="1654417" y="971307"/>
            <a:ext cx="574511" cy="874709"/>
            <a:chOff x="1715404" y="1112080"/>
            <a:chExt cx="642270" cy="977984"/>
          </a:xfrm>
        </p:grpSpPr>
        <p:grpSp>
          <p:nvGrpSpPr>
            <p:cNvPr id="5013" name="Google Shape;5013;p59"/>
            <p:cNvGrpSpPr/>
            <p:nvPr/>
          </p:nvGrpSpPr>
          <p:grpSpPr>
            <a:xfrm>
              <a:off x="1715404" y="1112080"/>
              <a:ext cx="642270" cy="977984"/>
              <a:chOff x="1715404" y="1112080"/>
              <a:chExt cx="642270" cy="977984"/>
            </a:xfrm>
          </p:grpSpPr>
          <p:sp>
            <p:nvSpPr>
              <p:cNvPr id="5014" name="Google Shape;5014;p59"/>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9"/>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6" name="Google Shape;5016;p59"/>
            <p:cNvGrpSpPr/>
            <p:nvPr/>
          </p:nvGrpSpPr>
          <p:grpSpPr>
            <a:xfrm>
              <a:off x="1768927" y="1165603"/>
              <a:ext cx="535225" cy="851367"/>
              <a:chOff x="1768927" y="1165603"/>
              <a:chExt cx="535225" cy="851367"/>
            </a:xfrm>
          </p:grpSpPr>
          <p:sp>
            <p:nvSpPr>
              <p:cNvPr id="5017" name="Google Shape;5017;p59"/>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9"/>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9" name="Google Shape;5019;p59"/>
            <p:cNvGrpSpPr/>
            <p:nvPr/>
          </p:nvGrpSpPr>
          <p:grpSpPr>
            <a:xfrm>
              <a:off x="1822449" y="1219125"/>
              <a:ext cx="428180" cy="718859"/>
              <a:chOff x="1822449" y="1219125"/>
              <a:chExt cx="428180" cy="718859"/>
            </a:xfrm>
          </p:grpSpPr>
          <p:sp>
            <p:nvSpPr>
              <p:cNvPr id="5020" name="Google Shape;5020;p59"/>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59"/>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2" name="Google Shape;5022;p59"/>
            <p:cNvGrpSpPr/>
            <p:nvPr/>
          </p:nvGrpSpPr>
          <p:grpSpPr>
            <a:xfrm>
              <a:off x="1875972" y="1272648"/>
              <a:ext cx="321135" cy="586939"/>
              <a:chOff x="1875972" y="1272648"/>
              <a:chExt cx="321135" cy="586939"/>
            </a:xfrm>
          </p:grpSpPr>
          <p:sp>
            <p:nvSpPr>
              <p:cNvPr id="5023" name="Google Shape;5023;p59"/>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59"/>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25" name="Google Shape;5025;p59"/>
          <p:cNvGrpSpPr/>
          <p:nvPr/>
        </p:nvGrpSpPr>
        <p:grpSpPr>
          <a:xfrm>
            <a:off x="7761578" y="3528028"/>
            <a:ext cx="293855" cy="644170"/>
            <a:chOff x="241025" y="3151575"/>
            <a:chExt cx="293855" cy="644170"/>
          </a:xfrm>
        </p:grpSpPr>
        <p:sp>
          <p:nvSpPr>
            <p:cNvPr id="5026" name="Google Shape;5026;p59"/>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9"/>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8" name="Google Shape;5028;p59"/>
          <p:cNvGrpSpPr/>
          <p:nvPr/>
        </p:nvGrpSpPr>
        <p:grpSpPr>
          <a:xfrm>
            <a:off x="709562" y="2728028"/>
            <a:ext cx="1779649" cy="591620"/>
            <a:chOff x="246070" y="1983375"/>
            <a:chExt cx="1855347" cy="616849"/>
          </a:xfrm>
        </p:grpSpPr>
        <p:sp>
          <p:nvSpPr>
            <p:cNvPr id="5029" name="Google Shape;5029;p59"/>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9"/>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9"/>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9"/>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59"/>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9"/>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9"/>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59"/>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59"/>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8" name="Google Shape;5038;p59"/>
          <p:cNvGrpSpPr/>
          <p:nvPr/>
        </p:nvGrpSpPr>
        <p:grpSpPr>
          <a:xfrm>
            <a:off x="2320428" y="971307"/>
            <a:ext cx="711055" cy="745993"/>
            <a:chOff x="2496269" y="1171698"/>
            <a:chExt cx="761953" cy="799392"/>
          </a:xfrm>
        </p:grpSpPr>
        <p:grpSp>
          <p:nvGrpSpPr>
            <p:cNvPr id="5039" name="Google Shape;5039;p59"/>
            <p:cNvGrpSpPr/>
            <p:nvPr/>
          </p:nvGrpSpPr>
          <p:grpSpPr>
            <a:xfrm>
              <a:off x="2496269" y="1171698"/>
              <a:ext cx="761953" cy="723022"/>
              <a:chOff x="2496269" y="1171698"/>
              <a:chExt cx="761953" cy="723022"/>
            </a:xfrm>
          </p:grpSpPr>
          <p:sp>
            <p:nvSpPr>
              <p:cNvPr id="5040" name="Google Shape;5040;p59"/>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9"/>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42" name="Google Shape;5042;p59"/>
              <p:cNvGrpSpPr/>
              <p:nvPr/>
            </p:nvGrpSpPr>
            <p:grpSpPr>
              <a:xfrm>
                <a:off x="2496269" y="1171698"/>
                <a:ext cx="761953" cy="723022"/>
                <a:chOff x="2496269" y="1120652"/>
                <a:chExt cx="761953" cy="723022"/>
              </a:xfrm>
            </p:grpSpPr>
            <p:grpSp>
              <p:nvGrpSpPr>
                <p:cNvPr id="5043" name="Google Shape;5043;p59"/>
                <p:cNvGrpSpPr/>
                <p:nvPr/>
              </p:nvGrpSpPr>
              <p:grpSpPr>
                <a:xfrm>
                  <a:off x="2496269" y="1120652"/>
                  <a:ext cx="761953" cy="723022"/>
                  <a:chOff x="2496269" y="1120652"/>
                  <a:chExt cx="761953" cy="723022"/>
                </a:xfrm>
              </p:grpSpPr>
              <p:grpSp>
                <p:nvGrpSpPr>
                  <p:cNvPr id="5044" name="Google Shape;5044;p59"/>
                  <p:cNvGrpSpPr/>
                  <p:nvPr/>
                </p:nvGrpSpPr>
                <p:grpSpPr>
                  <a:xfrm>
                    <a:off x="2496269" y="1304589"/>
                    <a:ext cx="407089" cy="305057"/>
                    <a:chOff x="2496269" y="1304589"/>
                    <a:chExt cx="407089" cy="305057"/>
                  </a:xfrm>
                </p:grpSpPr>
                <p:sp>
                  <p:nvSpPr>
                    <p:cNvPr id="5045" name="Google Shape;5045;p59"/>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9"/>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7" name="Google Shape;5047;p59"/>
                  <p:cNvGrpSpPr/>
                  <p:nvPr/>
                </p:nvGrpSpPr>
                <p:grpSpPr>
                  <a:xfrm>
                    <a:off x="2586468" y="1493376"/>
                    <a:ext cx="358850" cy="349656"/>
                    <a:chOff x="2586468" y="1493376"/>
                    <a:chExt cx="358850" cy="349656"/>
                  </a:xfrm>
                </p:grpSpPr>
                <p:sp>
                  <p:nvSpPr>
                    <p:cNvPr id="5048" name="Google Shape;5048;p59"/>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59"/>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0" name="Google Shape;5050;p59"/>
                  <p:cNvGrpSpPr/>
                  <p:nvPr/>
                </p:nvGrpSpPr>
                <p:grpSpPr>
                  <a:xfrm>
                    <a:off x="2807939" y="1494024"/>
                    <a:ext cx="358857" cy="349650"/>
                    <a:chOff x="2807939" y="1494024"/>
                    <a:chExt cx="358857" cy="349650"/>
                  </a:xfrm>
                </p:grpSpPr>
                <p:sp>
                  <p:nvSpPr>
                    <p:cNvPr id="5051" name="Google Shape;5051;p59"/>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9"/>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3" name="Google Shape;5053;p59"/>
                  <p:cNvGrpSpPr/>
                  <p:nvPr/>
                </p:nvGrpSpPr>
                <p:grpSpPr>
                  <a:xfrm>
                    <a:off x="2851133" y="1305635"/>
                    <a:ext cx="407089" cy="305057"/>
                    <a:chOff x="2851133" y="1305635"/>
                    <a:chExt cx="407089" cy="305057"/>
                  </a:xfrm>
                </p:grpSpPr>
                <p:sp>
                  <p:nvSpPr>
                    <p:cNvPr id="5054" name="Google Shape;5054;p59"/>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9"/>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6" name="Google Shape;5056;p59"/>
                  <p:cNvGrpSpPr/>
                  <p:nvPr/>
                </p:nvGrpSpPr>
                <p:grpSpPr>
                  <a:xfrm>
                    <a:off x="2727495" y="1120652"/>
                    <a:ext cx="300271" cy="396358"/>
                    <a:chOff x="2727495" y="1120652"/>
                    <a:chExt cx="300271" cy="396358"/>
                  </a:xfrm>
                </p:grpSpPr>
                <p:sp>
                  <p:nvSpPr>
                    <p:cNvPr id="5057" name="Google Shape;5057;p59"/>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9"/>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59" name="Google Shape;5059;p59"/>
                <p:cNvGrpSpPr/>
                <p:nvPr/>
              </p:nvGrpSpPr>
              <p:grpSpPr>
                <a:xfrm>
                  <a:off x="2722305" y="1350460"/>
                  <a:ext cx="308357" cy="308344"/>
                  <a:chOff x="2722305" y="1350460"/>
                  <a:chExt cx="308357" cy="308344"/>
                </a:xfrm>
              </p:grpSpPr>
              <p:sp>
                <p:nvSpPr>
                  <p:cNvPr id="5060" name="Google Shape;5060;p59"/>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61" name="Google Shape;5061;p59"/>
                  <p:cNvGrpSpPr/>
                  <p:nvPr/>
                </p:nvGrpSpPr>
                <p:grpSpPr>
                  <a:xfrm>
                    <a:off x="2725064" y="1364529"/>
                    <a:ext cx="297954" cy="280182"/>
                    <a:chOff x="2725064" y="1364529"/>
                    <a:chExt cx="297954" cy="280182"/>
                  </a:xfrm>
                </p:grpSpPr>
                <p:sp>
                  <p:nvSpPr>
                    <p:cNvPr id="5062" name="Google Shape;5062;p59"/>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9"/>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9"/>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9"/>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9"/>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067" name="Google Shape;5067;p59"/>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9"/>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9"/>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9"/>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9"/>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2" name="Google Shape;5072;p59"/>
          <p:cNvGrpSpPr/>
          <p:nvPr/>
        </p:nvGrpSpPr>
        <p:grpSpPr>
          <a:xfrm>
            <a:off x="3909129" y="2727412"/>
            <a:ext cx="1569144" cy="591015"/>
            <a:chOff x="3820100" y="3023049"/>
            <a:chExt cx="1303926" cy="491162"/>
          </a:xfrm>
        </p:grpSpPr>
        <p:grpSp>
          <p:nvGrpSpPr>
            <p:cNvPr id="5073" name="Google Shape;5073;p59"/>
            <p:cNvGrpSpPr/>
            <p:nvPr/>
          </p:nvGrpSpPr>
          <p:grpSpPr>
            <a:xfrm>
              <a:off x="3820100" y="3023072"/>
              <a:ext cx="1303926" cy="491139"/>
              <a:chOff x="3820100" y="3023072"/>
              <a:chExt cx="1303926" cy="491139"/>
            </a:xfrm>
          </p:grpSpPr>
          <p:sp>
            <p:nvSpPr>
              <p:cNvPr id="5074" name="Google Shape;5074;p59"/>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9"/>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6" name="Google Shape;5076;p59"/>
            <p:cNvGrpSpPr/>
            <p:nvPr/>
          </p:nvGrpSpPr>
          <p:grpSpPr>
            <a:xfrm>
              <a:off x="4132439" y="3023645"/>
              <a:ext cx="393633" cy="177096"/>
              <a:chOff x="4132439" y="3023645"/>
              <a:chExt cx="393633" cy="177096"/>
            </a:xfrm>
          </p:grpSpPr>
          <p:sp>
            <p:nvSpPr>
              <p:cNvPr id="5077" name="Google Shape;5077;p59"/>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9"/>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9" name="Google Shape;5079;p59"/>
            <p:cNvGrpSpPr/>
            <p:nvPr/>
          </p:nvGrpSpPr>
          <p:grpSpPr>
            <a:xfrm>
              <a:off x="3921811" y="3023049"/>
              <a:ext cx="1002397" cy="388943"/>
              <a:chOff x="3921811" y="3023049"/>
              <a:chExt cx="1002397" cy="388943"/>
            </a:xfrm>
          </p:grpSpPr>
          <p:sp>
            <p:nvSpPr>
              <p:cNvPr id="5080" name="Google Shape;5080;p59"/>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9"/>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2" name="Google Shape;5082;p59"/>
            <p:cNvGrpSpPr/>
            <p:nvPr/>
          </p:nvGrpSpPr>
          <p:grpSpPr>
            <a:xfrm>
              <a:off x="4023645" y="3023049"/>
              <a:ext cx="683032" cy="286722"/>
              <a:chOff x="4023645" y="3023049"/>
              <a:chExt cx="683032" cy="286722"/>
            </a:xfrm>
          </p:grpSpPr>
          <p:sp>
            <p:nvSpPr>
              <p:cNvPr id="5083" name="Google Shape;5083;p59"/>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59"/>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85" name="Google Shape;5085;p59"/>
          <p:cNvGrpSpPr/>
          <p:nvPr/>
        </p:nvGrpSpPr>
        <p:grpSpPr>
          <a:xfrm>
            <a:off x="1541251" y="1854258"/>
            <a:ext cx="713522" cy="688025"/>
            <a:chOff x="1706078" y="2092648"/>
            <a:chExt cx="660913" cy="637296"/>
          </a:xfrm>
        </p:grpSpPr>
        <p:sp>
          <p:nvSpPr>
            <p:cNvPr id="5086" name="Google Shape;5086;p59"/>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87" name="Google Shape;5087;p59"/>
            <p:cNvGrpSpPr/>
            <p:nvPr/>
          </p:nvGrpSpPr>
          <p:grpSpPr>
            <a:xfrm>
              <a:off x="1706078" y="2092648"/>
              <a:ext cx="660913" cy="575241"/>
              <a:chOff x="1706078" y="2092648"/>
              <a:chExt cx="660913" cy="575241"/>
            </a:xfrm>
          </p:grpSpPr>
          <p:sp>
            <p:nvSpPr>
              <p:cNvPr id="5088" name="Google Shape;5088;p59"/>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9"/>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9"/>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91" name="Google Shape;5091;p59"/>
          <p:cNvGrpSpPr/>
          <p:nvPr/>
        </p:nvGrpSpPr>
        <p:grpSpPr>
          <a:xfrm>
            <a:off x="6303109" y="971806"/>
            <a:ext cx="1317459" cy="684168"/>
            <a:chOff x="238125" y="999450"/>
            <a:chExt cx="7140700" cy="3708225"/>
          </a:xfrm>
        </p:grpSpPr>
        <p:sp>
          <p:nvSpPr>
            <p:cNvPr id="5092" name="Google Shape;5092;p59"/>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9"/>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9"/>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9"/>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9"/>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9"/>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9"/>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9"/>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9"/>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5104"/>
        <p:cNvGrpSpPr/>
        <p:nvPr/>
      </p:nvGrpSpPr>
      <p:grpSpPr>
        <a:xfrm>
          <a:off x="0" y="0"/>
          <a:ext cx="0" cy="0"/>
          <a:chOff x="0" y="0"/>
          <a:chExt cx="0" cy="0"/>
        </a:xfrm>
      </p:grpSpPr>
      <p:grpSp>
        <p:nvGrpSpPr>
          <p:cNvPr id="5105" name="Google Shape;5105;p60"/>
          <p:cNvGrpSpPr/>
          <p:nvPr/>
        </p:nvGrpSpPr>
        <p:grpSpPr>
          <a:xfrm>
            <a:off x="717027" y="967622"/>
            <a:ext cx="1636117" cy="1526144"/>
            <a:chOff x="729238" y="1179665"/>
            <a:chExt cx="1636117" cy="1526144"/>
          </a:xfrm>
        </p:grpSpPr>
        <p:grpSp>
          <p:nvGrpSpPr>
            <p:cNvPr id="5106" name="Google Shape;5106;p60"/>
            <p:cNvGrpSpPr/>
            <p:nvPr/>
          </p:nvGrpSpPr>
          <p:grpSpPr>
            <a:xfrm>
              <a:off x="729238" y="1179665"/>
              <a:ext cx="80700" cy="1526144"/>
              <a:chOff x="729238" y="1179665"/>
              <a:chExt cx="80700" cy="1526144"/>
            </a:xfrm>
          </p:grpSpPr>
          <p:sp>
            <p:nvSpPr>
              <p:cNvPr id="5107" name="Google Shape;5107;p60"/>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60"/>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60"/>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60"/>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60"/>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60"/>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60"/>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60"/>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60"/>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60"/>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7" name="Google Shape;5117;p60"/>
            <p:cNvGrpSpPr/>
            <p:nvPr/>
          </p:nvGrpSpPr>
          <p:grpSpPr>
            <a:xfrm>
              <a:off x="903098" y="1179665"/>
              <a:ext cx="80700" cy="1526144"/>
              <a:chOff x="903098" y="1179665"/>
              <a:chExt cx="80700" cy="1526144"/>
            </a:xfrm>
          </p:grpSpPr>
          <p:sp>
            <p:nvSpPr>
              <p:cNvPr id="5118" name="Google Shape;5118;p60"/>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60"/>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60"/>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60"/>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60"/>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60"/>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60"/>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60"/>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60"/>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60"/>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28" name="Google Shape;5128;p60"/>
            <p:cNvGrpSpPr/>
            <p:nvPr/>
          </p:nvGrpSpPr>
          <p:grpSpPr>
            <a:xfrm>
              <a:off x="1076958" y="1179665"/>
              <a:ext cx="80700" cy="1526144"/>
              <a:chOff x="1076958" y="1179665"/>
              <a:chExt cx="80700" cy="1526144"/>
            </a:xfrm>
          </p:grpSpPr>
          <p:sp>
            <p:nvSpPr>
              <p:cNvPr id="5129" name="Google Shape;5129;p60"/>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60"/>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60"/>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60"/>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60"/>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60"/>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60"/>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60"/>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60"/>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60"/>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39" name="Google Shape;5139;p60"/>
            <p:cNvGrpSpPr/>
            <p:nvPr/>
          </p:nvGrpSpPr>
          <p:grpSpPr>
            <a:xfrm>
              <a:off x="1247707" y="1179665"/>
              <a:ext cx="80700" cy="1526144"/>
              <a:chOff x="1247707" y="1179665"/>
              <a:chExt cx="80700" cy="1526144"/>
            </a:xfrm>
          </p:grpSpPr>
          <p:sp>
            <p:nvSpPr>
              <p:cNvPr id="5140" name="Google Shape;5140;p60"/>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60"/>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60"/>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60"/>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60"/>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60"/>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60"/>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60"/>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60"/>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60"/>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0" name="Google Shape;5150;p60"/>
            <p:cNvGrpSpPr/>
            <p:nvPr/>
          </p:nvGrpSpPr>
          <p:grpSpPr>
            <a:xfrm>
              <a:off x="1421567" y="1179665"/>
              <a:ext cx="80700" cy="1526144"/>
              <a:chOff x="1421567" y="1179665"/>
              <a:chExt cx="80700" cy="1526144"/>
            </a:xfrm>
          </p:grpSpPr>
          <p:sp>
            <p:nvSpPr>
              <p:cNvPr id="5151" name="Google Shape;5151;p60"/>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60"/>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60"/>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60"/>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60"/>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60"/>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60"/>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60"/>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60"/>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60"/>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1" name="Google Shape;5161;p60"/>
            <p:cNvGrpSpPr/>
            <p:nvPr/>
          </p:nvGrpSpPr>
          <p:grpSpPr>
            <a:xfrm>
              <a:off x="1592327" y="1179665"/>
              <a:ext cx="80700" cy="1526144"/>
              <a:chOff x="1592327" y="1179665"/>
              <a:chExt cx="80700" cy="1526144"/>
            </a:xfrm>
          </p:grpSpPr>
          <p:sp>
            <p:nvSpPr>
              <p:cNvPr id="5162" name="Google Shape;5162;p60"/>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60"/>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60"/>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60"/>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60"/>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60"/>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60"/>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60"/>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60"/>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60"/>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2" name="Google Shape;5172;p60"/>
            <p:cNvGrpSpPr/>
            <p:nvPr/>
          </p:nvGrpSpPr>
          <p:grpSpPr>
            <a:xfrm>
              <a:off x="1766187" y="1179665"/>
              <a:ext cx="80700" cy="1526144"/>
              <a:chOff x="1766187" y="1179665"/>
              <a:chExt cx="80700" cy="1526144"/>
            </a:xfrm>
          </p:grpSpPr>
          <p:sp>
            <p:nvSpPr>
              <p:cNvPr id="5173" name="Google Shape;5173;p60"/>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60"/>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60"/>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60"/>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60"/>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60"/>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60"/>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60"/>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60"/>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60"/>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3" name="Google Shape;5183;p60"/>
            <p:cNvGrpSpPr/>
            <p:nvPr/>
          </p:nvGrpSpPr>
          <p:grpSpPr>
            <a:xfrm>
              <a:off x="1936935" y="1179665"/>
              <a:ext cx="80700" cy="1526144"/>
              <a:chOff x="1936935" y="1179665"/>
              <a:chExt cx="80700" cy="1526144"/>
            </a:xfrm>
          </p:grpSpPr>
          <p:sp>
            <p:nvSpPr>
              <p:cNvPr id="5184" name="Google Shape;5184;p60"/>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60"/>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60"/>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60"/>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60"/>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60"/>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60"/>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60"/>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60"/>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60"/>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4" name="Google Shape;5194;p60"/>
            <p:cNvGrpSpPr/>
            <p:nvPr/>
          </p:nvGrpSpPr>
          <p:grpSpPr>
            <a:xfrm>
              <a:off x="2110795" y="1179665"/>
              <a:ext cx="80700" cy="1526144"/>
              <a:chOff x="2110795" y="1179665"/>
              <a:chExt cx="80700" cy="1526144"/>
            </a:xfrm>
          </p:grpSpPr>
          <p:sp>
            <p:nvSpPr>
              <p:cNvPr id="5195" name="Google Shape;5195;p60"/>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60"/>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60"/>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60"/>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60"/>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60"/>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60"/>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60"/>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60"/>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60"/>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5" name="Google Shape;5205;p60"/>
            <p:cNvGrpSpPr/>
            <p:nvPr/>
          </p:nvGrpSpPr>
          <p:grpSpPr>
            <a:xfrm>
              <a:off x="2284655" y="1179665"/>
              <a:ext cx="80700" cy="1526144"/>
              <a:chOff x="2284655" y="1179665"/>
              <a:chExt cx="80700" cy="1526144"/>
            </a:xfrm>
          </p:grpSpPr>
          <p:sp>
            <p:nvSpPr>
              <p:cNvPr id="5206" name="Google Shape;5206;p60"/>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60"/>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60"/>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60"/>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60"/>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60"/>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60"/>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60"/>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60"/>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60"/>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16" name="Google Shape;5216;p60"/>
          <p:cNvGrpSpPr/>
          <p:nvPr/>
        </p:nvGrpSpPr>
        <p:grpSpPr>
          <a:xfrm>
            <a:off x="2611693" y="986760"/>
            <a:ext cx="1364248" cy="1102133"/>
            <a:chOff x="2623904" y="1198803"/>
            <a:chExt cx="1364248" cy="1102133"/>
          </a:xfrm>
        </p:grpSpPr>
        <p:grpSp>
          <p:nvGrpSpPr>
            <p:cNvPr id="5217" name="Google Shape;5217;p60"/>
            <p:cNvGrpSpPr/>
            <p:nvPr/>
          </p:nvGrpSpPr>
          <p:grpSpPr>
            <a:xfrm>
              <a:off x="2623907" y="1198803"/>
              <a:ext cx="1364245" cy="273000"/>
              <a:chOff x="2623907" y="1198803"/>
              <a:chExt cx="1364245" cy="273000"/>
            </a:xfrm>
          </p:grpSpPr>
          <p:sp>
            <p:nvSpPr>
              <p:cNvPr id="5218" name="Google Shape;5218;p60"/>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60"/>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60"/>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60"/>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60"/>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3" name="Google Shape;5223;p60"/>
            <p:cNvGrpSpPr/>
            <p:nvPr/>
          </p:nvGrpSpPr>
          <p:grpSpPr>
            <a:xfrm>
              <a:off x="2623904" y="1476964"/>
              <a:ext cx="1364245" cy="273000"/>
              <a:chOff x="2623904" y="1476964"/>
              <a:chExt cx="1364245" cy="273000"/>
            </a:xfrm>
          </p:grpSpPr>
          <p:sp>
            <p:nvSpPr>
              <p:cNvPr id="5224" name="Google Shape;5224;p60"/>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60"/>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60"/>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60"/>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60"/>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9" name="Google Shape;5229;p60"/>
            <p:cNvGrpSpPr/>
            <p:nvPr/>
          </p:nvGrpSpPr>
          <p:grpSpPr>
            <a:xfrm>
              <a:off x="2623907" y="1749775"/>
              <a:ext cx="1364245" cy="273000"/>
              <a:chOff x="2623907" y="1749775"/>
              <a:chExt cx="1364245" cy="273000"/>
            </a:xfrm>
          </p:grpSpPr>
          <p:sp>
            <p:nvSpPr>
              <p:cNvPr id="5230" name="Google Shape;5230;p60"/>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60"/>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60"/>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60"/>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60"/>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5" name="Google Shape;5235;p60"/>
            <p:cNvGrpSpPr/>
            <p:nvPr/>
          </p:nvGrpSpPr>
          <p:grpSpPr>
            <a:xfrm>
              <a:off x="2623904" y="2027936"/>
              <a:ext cx="1364245" cy="273000"/>
              <a:chOff x="2623904" y="2027936"/>
              <a:chExt cx="1364245" cy="273000"/>
            </a:xfrm>
          </p:grpSpPr>
          <p:sp>
            <p:nvSpPr>
              <p:cNvPr id="5236" name="Google Shape;5236;p60"/>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60"/>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60"/>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60"/>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60"/>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41" name="Google Shape;5241;p60"/>
          <p:cNvGrpSpPr/>
          <p:nvPr/>
        </p:nvGrpSpPr>
        <p:grpSpPr>
          <a:xfrm>
            <a:off x="2601154" y="2445833"/>
            <a:ext cx="1387541" cy="159124"/>
            <a:chOff x="3200660" y="2180272"/>
            <a:chExt cx="2563824" cy="378237"/>
          </a:xfrm>
        </p:grpSpPr>
        <p:sp>
          <p:nvSpPr>
            <p:cNvPr id="5242" name="Google Shape;5242;p60"/>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60"/>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60"/>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60"/>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60"/>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60"/>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60"/>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60"/>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60"/>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60"/>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60"/>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60"/>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60"/>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60"/>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60"/>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60"/>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60"/>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60"/>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0" name="Google Shape;5260;p60"/>
          <p:cNvGrpSpPr/>
          <p:nvPr/>
        </p:nvGrpSpPr>
        <p:grpSpPr>
          <a:xfrm>
            <a:off x="2597679" y="2723597"/>
            <a:ext cx="1390502" cy="159625"/>
            <a:chOff x="3530150" y="2790075"/>
            <a:chExt cx="1962600" cy="225300"/>
          </a:xfrm>
        </p:grpSpPr>
        <p:sp>
          <p:nvSpPr>
            <p:cNvPr id="5261" name="Google Shape;5261;p60"/>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60"/>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3" name="Google Shape;5263;p60"/>
          <p:cNvGrpSpPr/>
          <p:nvPr/>
        </p:nvGrpSpPr>
        <p:grpSpPr>
          <a:xfrm>
            <a:off x="2597736" y="3001862"/>
            <a:ext cx="1411629" cy="154175"/>
            <a:chOff x="3558802" y="4011244"/>
            <a:chExt cx="1866000" cy="111600"/>
          </a:xfrm>
        </p:grpSpPr>
        <p:sp>
          <p:nvSpPr>
            <p:cNvPr id="5264" name="Google Shape;5264;p60"/>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60"/>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6" name="Google Shape;5266;p60"/>
          <p:cNvGrpSpPr/>
          <p:nvPr/>
        </p:nvGrpSpPr>
        <p:grpSpPr>
          <a:xfrm>
            <a:off x="2598024" y="2207432"/>
            <a:ext cx="1383503" cy="119761"/>
            <a:chOff x="3465975" y="2270258"/>
            <a:chExt cx="1986364" cy="171947"/>
          </a:xfrm>
        </p:grpSpPr>
        <p:sp>
          <p:nvSpPr>
            <p:cNvPr id="5267" name="Google Shape;5267;p60"/>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60"/>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60"/>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60"/>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60"/>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60"/>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60"/>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60"/>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5" name="Google Shape;5275;p60"/>
          <p:cNvGrpSpPr/>
          <p:nvPr/>
        </p:nvGrpSpPr>
        <p:grpSpPr>
          <a:xfrm>
            <a:off x="2609031" y="3571205"/>
            <a:ext cx="1369531" cy="195460"/>
            <a:chOff x="723300" y="4253549"/>
            <a:chExt cx="2276482" cy="324900"/>
          </a:xfrm>
        </p:grpSpPr>
        <p:sp>
          <p:nvSpPr>
            <p:cNvPr id="5276" name="Google Shape;5276;p60"/>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60"/>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60"/>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60"/>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60"/>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1" name="Google Shape;5281;p60"/>
          <p:cNvGrpSpPr/>
          <p:nvPr/>
        </p:nvGrpSpPr>
        <p:grpSpPr>
          <a:xfrm>
            <a:off x="2598592" y="3272446"/>
            <a:ext cx="1389066" cy="180119"/>
            <a:chOff x="705948" y="3788465"/>
            <a:chExt cx="2308953" cy="299400"/>
          </a:xfrm>
        </p:grpSpPr>
        <p:sp>
          <p:nvSpPr>
            <p:cNvPr id="5282" name="Google Shape;5282;p60"/>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60"/>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60"/>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60"/>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60"/>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7" name="Google Shape;5287;p60"/>
          <p:cNvGrpSpPr/>
          <p:nvPr/>
        </p:nvGrpSpPr>
        <p:grpSpPr>
          <a:xfrm>
            <a:off x="4195583" y="1876400"/>
            <a:ext cx="1433821" cy="191501"/>
            <a:chOff x="4273350" y="2088443"/>
            <a:chExt cx="1433821" cy="191501"/>
          </a:xfrm>
        </p:grpSpPr>
        <p:grpSp>
          <p:nvGrpSpPr>
            <p:cNvPr id="5288" name="Google Shape;5288;p60"/>
            <p:cNvGrpSpPr/>
            <p:nvPr/>
          </p:nvGrpSpPr>
          <p:grpSpPr>
            <a:xfrm>
              <a:off x="4273350" y="2088443"/>
              <a:ext cx="1433821" cy="0"/>
              <a:chOff x="5224975" y="2962250"/>
              <a:chExt cx="1544400" cy="0"/>
            </a:xfrm>
          </p:grpSpPr>
          <p:cxnSp>
            <p:nvCxnSpPr>
              <p:cNvPr id="5289" name="Google Shape;5289;p60"/>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290" name="Google Shape;5290;p60"/>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5291" name="Google Shape;5291;p60"/>
            <p:cNvGrpSpPr/>
            <p:nvPr/>
          </p:nvGrpSpPr>
          <p:grpSpPr>
            <a:xfrm>
              <a:off x="4273350" y="2279944"/>
              <a:ext cx="1433821" cy="0"/>
              <a:chOff x="5224975" y="2962250"/>
              <a:chExt cx="1544400" cy="0"/>
            </a:xfrm>
          </p:grpSpPr>
          <p:cxnSp>
            <p:nvCxnSpPr>
              <p:cNvPr id="5292" name="Google Shape;5292;p60"/>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293" name="Google Shape;5293;p60"/>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5294" name="Google Shape;5294;p60"/>
          <p:cNvGrpSpPr/>
          <p:nvPr/>
        </p:nvGrpSpPr>
        <p:grpSpPr>
          <a:xfrm>
            <a:off x="2646529" y="3885304"/>
            <a:ext cx="1304609" cy="294074"/>
            <a:chOff x="2658741" y="4097347"/>
            <a:chExt cx="1304609" cy="294074"/>
          </a:xfrm>
        </p:grpSpPr>
        <p:grpSp>
          <p:nvGrpSpPr>
            <p:cNvPr id="5295" name="Google Shape;5295;p60"/>
            <p:cNvGrpSpPr/>
            <p:nvPr/>
          </p:nvGrpSpPr>
          <p:grpSpPr>
            <a:xfrm>
              <a:off x="2658741" y="4097347"/>
              <a:ext cx="118572" cy="294074"/>
              <a:chOff x="3343310" y="4475555"/>
              <a:chExt cx="127717" cy="316753"/>
            </a:xfrm>
          </p:grpSpPr>
          <p:sp>
            <p:nvSpPr>
              <p:cNvPr id="5296" name="Google Shape;5296;p6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6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8" name="Google Shape;5298;p60"/>
            <p:cNvGrpSpPr/>
            <p:nvPr/>
          </p:nvGrpSpPr>
          <p:grpSpPr>
            <a:xfrm>
              <a:off x="3815519" y="4098388"/>
              <a:ext cx="147831" cy="291991"/>
              <a:chOff x="3527539" y="4476677"/>
              <a:chExt cx="159232" cy="314510"/>
            </a:xfrm>
          </p:grpSpPr>
          <p:sp>
            <p:nvSpPr>
              <p:cNvPr id="5299" name="Google Shape;5299;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1" name="Google Shape;5301;p60"/>
            <p:cNvGrpSpPr/>
            <p:nvPr/>
          </p:nvGrpSpPr>
          <p:grpSpPr>
            <a:xfrm>
              <a:off x="3511696" y="4098388"/>
              <a:ext cx="147831" cy="291991"/>
              <a:chOff x="3527539" y="4476677"/>
              <a:chExt cx="159232" cy="314510"/>
            </a:xfrm>
          </p:grpSpPr>
          <p:sp>
            <p:nvSpPr>
              <p:cNvPr id="5302" name="Google Shape;5302;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4" name="Google Shape;5304;p60"/>
            <p:cNvGrpSpPr/>
            <p:nvPr/>
          </p:nvGrpSpPr>
          <p:grpSpPr>
            <a:xfrm>
              <a:off x="3207874" y="4098388"/>
              <a:ext cx="147831" cy="291991"/>
              <a:chOff x="3527539" y="4476677"/>
              <a:chExt cx="159232" cy="314510"/>
            </a:xfrm>
          </p:grpSpPr>
          <p:sp>
            <p:nvSpPr>
              <p:cNvPr id="5305" name="Google Shape;5305;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7" name="Google Shape;5307;p60"/>
            <p:cNvGrpSpPr/>
            <p:nvPr/>
          </p:nvGrpSpPr>
          <p:grpSpPr>
            <a:xfrm>
              <a:off x="2933305" y="4097347"/>
              <a:ext cx="118572" cy="294074"/>
              <a:chOff x="3343310" y="4475555"/>
              <a:chExt cx="127717" cy="316753"/>
            </a:xfrm>
          </p:grpSpPr>
          <p:sp>
            <p:nvSpPr>
              <p:cNvPr id="5308" name="Google Shape;5308;p6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6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10" name="Google Shape;5310;p60"/>
          <p:cNvGrpSpPr/>
          <p:nvPr/>
        </p:nvGrpSpPr>
        <p:grpSpPr>
          <a:xfrm>
            <a:off x="4197138" y="963998"/>
            <a:ext cx="1430711" cy="751237"/>
            <a:chOff x="5159450" y="1919950"/>
            <a:chExt cx="1541050" cy="862500"/>
          </a:xfrm>
        </p:grpSpPr>
        <p:sp>
          <p:nvSpPr>
            <p:cNvPr id="5311" name="Google Shape;5311;p60"/>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zh-TW" altLang="en-US"/>
            </a:p>
          </p:txBody>
        </p:sp>
        <p:grpSp>
          <p:nvGrpSpPr>
            <p:cNvPr id="5312" name="Google Shape;5312;p60"/>
            <p:cNvGrpSpPr/>
            <p:nvPr/>
          </p:nvGrpSpPr>
          <p:grpSpPr>
            <a:xfrm>
              <a:off x="5159450" y="1919950"/>
              <a:ext cx="1541050" cy="862500"/>
              <a:chOff x="5159450" y="1919950"/>
              <a:chExt cx="1541050" cy="862500"/>
            </a:xfrm>
          </p:grpSpPr>
          <p:cxnSp>
            <p:nvCxnSpPr>
              <p:cNvPr id="5313" name="Google Shape;5313;p60"/>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5314" name="Google Shape;5314;p60"/>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5315" name="Google Shape;5315;p60"/>
          <p:cNvGrpSpPr/>
          <p:nvPr/>
        </p:nvGrpSpPr>
        <p:grpSpPr>
          <a:xfrm>
            <a:off x="4245275" y="2227768"/>
            <a:ext cx="1334436" cy="967914"/>
            <a:chOff x="4294923" y="2439811"/>
            <a:chExt cx="1334436" cy="967914"/>
          </a:xfrm>
        </p:grpSpPr>
        <p:grpSp>
          <p:nvGrpSpPr>
            <p:cNvPr id="5316" name="Google Shape;5316;p60"/>
            <p:cNvGrpSpPr/>
            <p:nvPr/>
          </p:nvGrpSpPr>
          <p:grpSpPr>
            <a:xfrm>
              <a:off x="4960455" y="2469658"/>
              <a:ext cx="668904" cy="885524"/>
              <a:chOff x="4960455" y="2469658"/>
              <a:chExt cx="668904" cy="885524"/>
            </a:xfrm>
          </p:grpSpPr>
          <p:sp>
            <p:nvSpPr>
              <p:cNvPr id="5317" name="Google Shape;5317;p60"/>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60"/>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60"/>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60"/>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60"/>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60"/>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3" name="Google Shape;5323;p60"/>
            <p:cNvGrpSpPr/>
            <p:nvPr/>
          </p:nvGrpSpPr>
          <p:grpSpPr>
            <a:xfrm>
              <a:off x="4294923" y="2469658"/>
              <a:ext cx="668951" cy="885524"/>
              <a:chOff x="4294923" y="2469658"/>
              <a:chExt cx="668951" cy="885524"/>
            </a:xfrm>
          </p:grpSpPr>
          <p:sp>
            <p:nvSpPr>
              <p:cNvPr id="5324" name="Google Shape;5324;p60"/>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60"/>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60"/>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60"/>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60"/>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60"/>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30" name="Google Shape;5330;p60"/>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1" name="Google Shape;5331;p60"/>
          <p:cNvGrpSpPr/>
          <p:nvPr/>
        </p:nvGrpSpPr>
        <p:grpSpPr>
          <a:xfrm>
            <a:off x="4231478" y="3282213"/>
            <a:ext cx="1430949" cy="897289"/>
            <a:chOff x="4351371" y="3547942"/>
            <a:chExt cx="1345130" cy="843475"/>
          </a:xfrm>
        </p:grpSpPr>
        <p:grpSp>
          <p:nvGrpSpPr>
            <p:cNvPr id="5332" name="Google Shape;5332;p60"/>
            <p:cNvGrpSpPr/>
            <p:nvPr/>
          </p:nvGrpSpPr>
          <p:grpSpPr>
            <a:xfrm>
              <a:off x="4351371" y="4209917"/>
              <a:ext cx="1345130" cy="181500"/>
              <a:chOff x="4351371" y="4209917"/>
              <a:chExt cx="1345130" cy="181500"/>
            </a:xfrm>
          </p:grpSpPr>
          <p:sp>
            <p:nvSpPr>
              <p:cNvPr id="5333" name="Google Shape;5333;p60"/>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34" name="Google Shape;5334;p60"/>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5335" name="Google Shape;5335;p60"/>
            <p:cNvGrpSpPr/>
            <p:nvPr/>
          </p:nvGrpSpPr>
          <p:grpSpPr>
            <a:xfrm>
              <a:off x="4403010" y="3985221"/>
              <a:ext cx="1109518" cy="181500"/>
              <a:chOff x="4403010" y="3985221"/>
              <a:chExt cx="1109518" cy="181500"/>
            </a:xfrm>
          </p:grpSpPr>
          <p:sp>
            <p:nvSpPr>
              <p:cNvPr id="5336" name="Google Shape;5336;p60"/>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37" name="Google Shape;5337;p60"/>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5338" name="Google Shape;5338;p60"/>
            <p:cNvGrpSpPr/>
            <p:nvPr/>
          </p:nvGrpSpPr>
          <p:grpSpPr>
            <a:xfrm>
              <a:off x="4618704" y="3766582"/>
              <a:ext cx="807858" cy="181500"/>
              <a:chOff x="4618704" y="3766582"/>
              <a:chExt cx="807858" cy="181500"/>
            </a:xfrm>
          </p:grpSpPr>
          <p:sp>
            <p:nvSpPr>
              <p:cNvPr id="5339" name="Google Shape;5339;p60"/>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40" name="Google Shape;5340;p60"/>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5341" name="Google Shape;5341;p60"/>
            <p:cNvGrpSpPr/>
            <p:nvPr/>
          </p:nvGrpSpPr>
          <p:grpSpPr>
            <a:xfrm>
              <a:off x="4735238" y="3547942"/>
              <a:ext cx="462839" cy="181500"/>
              <a:chOff x="4735238" y="3547942"/>
              <a:chExt cx="462839" cy="181500"/>
            </a:xfrm>
          </p:grpSpPr>
          <p:sp>
            <p:nvSpPr>
              <p:cNvPr id="5342" name="Google Shape;5342;p60"/>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43" name="Google Shape;5343;p60"/>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5344" name="Google Shape;5344;p60"/>
          <p:cNvGrpSpPr/>
          <p:nvPr/>
        </p:nvGrpSpPr>
        <p:grpSpPr>
          <a:xfrm>
            <a:off x="7407836" y="2217537"/>
            <a:ext cx="1020955" cy="928853"/>
            <a:chOff x="926675" y="238125"/>
            <a:chExt cx="5755100" cy="5232975"/>
          </a:xfrm>
        </p:grpSpPr>
        <p:sp>
          <p:nvSpPr>
            <p:cNvPr id="5345" name="Google Shape;5345;p60"/>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60"/>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60"/>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60"/>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9" name="Google Shape;5349;p60"/>
          <p:cNvGrpSpPr/>
          <p:nvPr/>
        </p:nvGrpSpPr>
        <p:grpSpPr>
          <a:xfrm>
            <a:off x="715210" y="2616272"/>
            <a:ext cx="1695374" cy="1560837"/>
            <a:chOff x="727421" y="2828315"/>
            <a:chExt cx="1695374" cy="1560837"/>
          </a:xfrm>
        </p:grpSpPr>
        <p:grpSp>
          <p:nvGrpSpPr>
            <p:cNvPr id="5350" name="Google Shape;5350;p60"/>
            <p:cNvGrpSpPr/>
            <p:nvPr/>
          </p:nvGrpSpPr>
          <p:grpSpPr>
            <a:xfrm>
              <a:off x="727421" y="2828315"/>
              <a:ext cx="1695374" cy="1560837"/>
              <a:chOff x="734799" y="2782450"/>
              <a:chExt cx="1571100" cy="1577400"/>
            </a:xfrm>
          </p:grpSpPr>
          <p:cxnSp>
            <p:nvCxnSpPr>
              <p:cNvPr id="5351" name="Google Shape;5351;p60"/>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5352" name="Google Shape;5352;p60"/>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5353" name="Google Shape;5353;p60"/>
            <p:cNvGrpSpPr/>
            <p:nvPr/>
          </p:nvGrpSpPr>
          <p:grpSpPr>
            <a:xfrm>
              <a:off x="819108" y="2882501"/>
              <a:ext cx="1556791" cy="1426186"/>
              <a:chOff x="819108" y="2882501"/>
              <a:chExt cx="1556791" cy="1426186"/>
            </a:xfrm>
          </p:grpSpPr>
          <p:grpSp>
            <p:nvGrpSpPr>
              <p:cNvPr id="5354" name="Google Shape;5354;p60"/>
              <p:cNvGrpSpPr/>
              <p:nvPr/>
            </p:nvGrpSpPr>
            <p:grpSpPr>
              <a:xfrm>
                <a:off x="819108" y="2882501"/>
                <a:ext cx="103104" cy="1426186"/>
                <a:chOff x="4674013" y="3100904"/>
                <a:chExt cx="122758" cy="1698043"/>
              </a:xfrm>
            </p:grpSpPr>
            <p:sp>
              <p:nvSpPr>
                <p:cNvPr id="5355" name="Google Shape;5355;p60"/>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60"/>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60"/>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60"/>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60"/>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60"/>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60"/>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2" name="Google Shape;5362;p60"/>
              <p:cNvGrpSpPr/>
              <p:nvPr/>
            </p:nvGrpSpPr>
            <p:grpSpPr>
              <a:xfrm>
                <a:off x="1062475" y="2882501"/>
                <a:ext cx="103104" cy="1426186"/>
                <a:chOff x="4940438" y="3100904"/>
                <a:chExt cx="122758" cy="1698043"/>
              </a:xfrm>
            </p:grpSpPr>
            <p:sp>
              <p:nvSpPr>
                <p:cNvPr id="5363" name="Google Shape;5363;p60"/>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60"/>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60"/>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60"/>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60"/>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60"/>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60"/>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0" name="Google Shape;5370;p60"/>
              <p:cNvGrpSpPr/>
              <p:nvPr/>
            </p:nvGrpSpPr>
            <p:grpSpPr>
              <a:xfrm>
                <a:off x="1299324" y="2882501"/>
                <a:ext cx="103104" cy="1426186"/>
                <a:chOff x="5206863" y="3100904"/>
                <a:chExt cx="122758" cy="1698043"/>
              </a:xfrm>
            </p:grpSpPr>
            <p:sp>
              <p:nvSpPr>
                <p:cNvPr id="5371" name="Google Shape;5371;p6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6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6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6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6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6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6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8" name="Google Shape;5378;p60"/>
              <p:cNvGrpSpPr/>
              <p:nvPr/>
            </p:nvGrpSpPr>
            <p:grpSpPr>
              <a:xfrm>
                <a:off x="1786057" y="2882501"/>
                <a:ext cx="103104" cy="1426186"/>
                <a:chOff x="6006138" y="3143629"/>
                <a:chExt cx="122758" cy="1698043"/>
              </a:xfrm>
            </p:grpSpPr>
            <p:sp>
              <p:nvSpPr>
                <p:cNvPr id="5379" name="Google Shape;5379;p6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6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6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6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6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6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6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6" name="Google Shape;5386;p60"/>
              <p:cNvGrpSpPr/>
              <p:nvPr/>
            </p:nvGrpSpPr>
            <p:grpSpPr>
              <a:xfrm>
                <a:off x="2029422" y="2882501"/>
                <a:ext cx="103104" cy="1426186"/>
                <a:chOff x="6805413" y="3100904"/>
                <a:chExt cx="122758" cy="1698043"/>
              </a:xfrm>
            </p:grpSpPr>
            <p:sp>
              <p:nvSpPr>
                <p:cNvPr id="5387" name="Google Shape;5387;p60"/>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60"/>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60"/>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60"/>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60"/>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60"/>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60"/>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4" name="Google Shape;5394;p60"/>
              <p:cNvGrpSpPr/>
              <p:nvPr/>
            </p:nvGrpSpPr>
            <p:grpSpPr>
              <a:xfrm>
                <a:off x="2272795" y="2882501"/>
                <a:ext cx="103104" cy="1426186"/>
                <a:chOff x="5206863" y="3100904"/>
                <a:chExt cx="122758" cy="1698043"/>
              </a:xfrm>
            </p:grpSpPr>
            <p:sp>
              <p:nvSpPr>
                <p:cNvPr id="5395" name="Google Shape;5395;p6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6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6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6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6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6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6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2" name="Google Shape;5402;p60"/>
              <p:cNvGrpSpPr/>
              <p:nvPr/>
            </p:nvGrpSpPr>
            <p:grpSpPr>
              <a:xfrm>
                <a:off x="1542694" y="2882501"/>
                <a:ext cx="103104" cy="1426186"/>
                <a:chOff x="6006138" y="3143629"/>
                <a:chExt cx="122758" cy="1698043"/>
              </a:xfrm>
            </p:grpSpPr>
            <p:sp>
              <p:nvSpPr>
                <p:cNvPr id="5403" name="Google Shape;5403;p6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6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6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6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6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6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6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410" name="Google Shape;5410;p60"/>
          <p:cNvGrpSpPr/>
          <p:nvPr/>
        </p:nvGrpSpPr>
        <p:grpSpPr>
          <a:xfrm>
            <a:off x="5671260" y="3305994"/>
            <a:ext cx="2749952" cy="870677"/>
            <a:chOff x="238125" y="1725700"/>
            <a:chExt cx="7139025" cy="2260325"/>
          </a:xfrm>
        </p:grpSpPr>
        <p:sp>
          <p:nvSpPr>
            <p:cNvPr id="5411" name="Google Shape;5411;p60"/>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60"/>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60"/>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60"/>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60"/>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60"/>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60"/>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60"/>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60"/>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60"/>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1" name="Google Shape;5421;p60"/>
          <p:cNvGrpSpPr/>
          <p:nvPr/>
        </p:nvGrpSpPr>
        <p:grpSpPr>
          <a:xfrm>
            <a:off x="5941424" y="2247740"/>
            <a:ext cx="1105452" cy="916747"/>
            <a:chOff x="5249100" y="1210600"/>
            <a:chExt cx="3502700" cy="2904775"/>
          </a:xfrm>
        </p:grpSpPr>
        <p:sp>
          <p:nvSpPr>
            <p:cNvPr id="5422" name="Google Shape;5422;p60"/>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60"/>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60"/>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60"/>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26" name="Google Shape;5426;p60"/>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5427" name="Google Shape;5427;p60"/>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5428" name="Google Shape;5428;p60"/>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5429" name="Google Shape;5429;p60"/>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5430" name="Google Shape;5430;p60"/>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1" name="Google Shape;5431;p60"/>
          <p:cNvGrpSpPr/>
          <p:nvPr/>
        </p:nvGrpSpPr>
        <p:grpSpPr>
          <a:xfrm>
            <a:off x="7123972" y="967158"/>
            <a:ext cx="1304650" cy="1124856"/>
            <a:chOff x="7287122" y="1165658"/>
            <a:chExt cx="1219413" cy="1051365"/>
          </a:xfrm>
        </p:grpSpPr>
        <p:grpSp>
          <p:nvGrpSpPr>
            <p:cNvPr id="5432" name="Google Shape;5432;p60"/>
            <p:cNvGrpSpPr/>
            <p:nvPr/>
          </p:nvGrpSpPr>
          <p:grpSpPr>
            <a:xfrm>
              <a:off x="7287122" y="1969723"/>
              <a:ext cx="1219413" cy="247300"/>
              <a:chOff x="7287122" y="1969723"/>
              <a:chExt cx="1219413" cy="247300"/>
            </a:xfrm>
          </p:grpSpPr>
          <p:sp>
            <p:nvSpPr>
              <p:cNvPr id="5433" name="Google Shape;5433;p60"/>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34" name="Google Shape;5434;p60"/>
              <p:cNvGrpSpPr/>
              <p:nvPr/>
            </p:nvGrpSpPr>
            <p:grpSpPr>
              <a:xfrm>
                <a:off x="7287122" y="2063892"/>
                <a:ext cx="1151753" cy="73428"/>
                <a:chOff x="7287122" y="2063892"/>
                <a:chExt cx="1151753" cy="73428"/>
              </a:xfrm>
            </p:grpSpPr>
            <p:sp>
              <p:nvSpPr>
                <p:cNvPr id="5435" name="Google Shape;5435;p60"/>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36" name="Google Shape;5436;p60"/>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5437" name="Google Shape;5437;p60"/>
            <p:cNvGrpSpPr/>
            <p:nvPr/>
          </p:nvGrpSpPr>
          <p:grpSpPr>
            <a:xfrm>
              <a:off x="7287122" y="1712201"/>
              <a:ext cx="1219403" cy="246767"/>
              <a:chOff x="7287122" y="1712201"/>
              <a:chExt cx="1219403" cy="246767"/>
            </a:xfrm>
          </p:grpSpPr>
          <p:sp>
            <p:nvSpPr>
              <p:cNvPr id="5438" name="Google Shape;5438;p60"/>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39" name="Google Shape;5439;p60"/>
              <p:cNvGrpSpPr/>
              <p:nvPr/>
            </p:nvGrpSpPr>
            <p:grpSpPr>
              <a:xfrm>
                <a:off x="7287122" y="1842861"/>
                <a:ext cx="1005303" cy="73419"/>
                <a:chOff x="7287122" y="1842861"/>
                <a:chExt cx="1005303" cy="73419"/>
              </a:xfrm>
            </p:grpSpPr>
            <p:sp>
              <p:nvSpPr>
                <p:cNvPr id="5440" name="Google Shape;5440;p60"/>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41" name="Google Shape;5441;p60"/>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5442" name="Google Shape;5442;p60"/>
            <p:cNvGrpSpPr/>
            <p:nvPr/>
          </p:nvGrpSpPr>
          <p:grpSpPr>
            <a:xfrm>
              <a:off x="7287122" y="1447520"/>
              <a:ext cx="1219403" cy="286667"/>
              <a:chOff x="7287122" y="1447520"/>
              <a:chExt cx="1219403" cy="286667"/>
            </a:xfrm>
          </p:grpSpPr>
          <p:sp>
            <p:nvSpPr>
              <p:cNvPr id="5443" name="Google Shape;5443;p60"/>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44" name="Google Shape;5444;p60"/>
              <p:cNvGrpSpPr/>
              <p:nvPr/>
            </p:nvGrpSpPr>
            <p:grpSpPr>
              <a:xfrm>
                <a:off x="7287122" y="1581977"/>
                <a:ext cx="852803" cy="73428"/>
                <a:chOff x="7287122" y="1581977"/>
                <a:chExt cx="852803" cy="73428"/>
              </a:xfrm>
            </p:grpSpPr>
            <p:sp>
              <p:nvSpPr>
                <p:cNvPr id="5445" name="Google Shape;5445;p60"/>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46" name="Google Shape;5446;p60"/>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5447" name="Google Shape;5447;p60"/>
            <p:cNvGrpSpPr/>
            <p:nvPr/>
          </p:nvGrpSpPr>
          <p:grpSpPr>
            <a:xfrm>
              <a:off x="7287122" y="1165658"/>
              <a:ext cx="1219403" cy="344253"/>
              <a:chOff x="7287122" y="1165658"/>
              <a:chExt cx="1219403" cy="344253"/>
            </a:xfrm>
          </p:grpSpPr>
          <p:sp>
            <p:nvSpPr>
              <p:cNvPr id="5448" name="Google Shape;5448;p60"/>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49" name="Google Shape;5449;p60"/>
              <p:cNvGrpSpPr/>
              <p:nvPr/>
            </p:nvGrpSpPr>
            <p:grpSpPr>
              <a:xfrm>
                <a:off x="7287122" y="1341025"/>
                <a:ext cx="695703" cy="73419"/>
                <a:chOff x="7287122" y="1341025"/>
                <a:chExt cx="695703" cy="73419"/>
              </a:xfrm>
            </p:grpSpPr>
            <p:sp>
              <p:nvSpPr>
                <p:cNvPr id="5450" name="Google Shape;5450;p60"/>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51" name="Google Shape;5451;p60"/>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5452" name="Google Shape;5452;p60"/>
          <p:cNvGrpSpPr/>
          <p:nvPr/>
        </p:nvGrpSpPr>
        <p:grpSpPr>
          <a:xfrm>
            <a:off x="5790464" y="973181"/>
            <a:ext cx="1397729" cy="1098540"/>
            <a:chOff x="5900602" y="1193063"/>
            <a:chExt cx="1299851" cy="1021707"/>
          </a:xfrm>
        </p:grpSpPr>
        <p:grpSp>
          <p:nvGrpSpPr>
            <p:cNvPr id="5453" name="Google Shape;5453;p60"/>
            <p:cNvGrpSpPr/>
            <p:nvPr/>
          </p:nvGrpSpPr>
          <p:grpSpPr>
            <a:xfrm>
              <a:off x="6520337" y="1193063"/>
              <a:ext cx="341815" cy="799959"/>
              <a:chOff x="6520337" y="1193063"/>
              <a:chExt cx="341815" cy="799959"/>
            </a:xfrm>
          </p:grpSpPr>
          <p:grpSp>
            <p:nvGrpSpPr>
              <p:cNvPr id="5454" name="Google Shape;5454;p60"/>
              <p:cNvGrpSpPr/>
              <p:nvPr/>
            </p:nvGrpSpPr>
            <p:grpSpPr>
              <a:xfrm>
                <a:off x="6520337" y="1589527"/>
                <a:ext cx="213950" cy="403494"/>
                <a:chOff x="6520337" y="1589527"/>
                <a:chExt cx="213950" cy="403494"/>
              </a:xfrm>
            </p:grpSpPr>
            <p:sp>
              <p:nvSpPr>
                <p:cNvPr id="5455" name="Google Shape;5455;p60"/>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60"/>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7" name="Google Shape;5457;p60"/>
              <p:cNvGrpSpPr/>
              <p:nvPr/>
            </p:nvGrpSpPr>
            <p:grpSpPr>
              <a:xfrm>
                <a:off x="6577204" y="1193063"/>
                <a:ext cx="284947" cy="464512"/>
                <a:chOff x="6577204" y="1193063"/>
                <a:chExt cx="284947" cy="464512"/>
              </a:xfrm>
            </p:grpSpPr>
            <p:sp>
              <p:nvSpPr>
                <p:cNvPr id="5458" name="Google Shape;5458;p60"/>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59" name="Google Shape;5459;p60"/>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5460" name="Google Shape;5460;p60"/>
            <p:cNvGrpSpPr/>
            <p:nvPr/>
          </p:nvGrpSpPr>
          <p:grpSpPr>
            <a:xfrm>
              <a:off x="6238903" y="1193063"/>
              <a:ext cx="300475" cy="900152"/>
              <a:chOff x="6238903" y="1193063"/>
              <a:chExt cx="300475" cy="900152"/>
            </a:xfrm>
          </p:grpSpPr>
          <p:grpSp>
            <p:nvGrpSpPr>
              <p:cNvPr id="5461" name="Google Shape;5461;p60"/>
              <p:cNvGrpSpPr/>
              <p:nvPr/>
            </p:nvGrpSpPr>
            <p:grpSpPr>
              <a:xfrm>
                <a:off x="6290865" y="1489315"/>
                <a:ext cx="248514" cy="603900"/>
                <a:chOff x="6290865" y="1489315"/>
                <a:chExt cx="248514" cy="603900"/>
              </a:xfrm>
            </p:grpSpPr>
            <p:sp>
              <p:nvSpPr>
                <p:cNvPr id="5462" name="Google Shape;5462;p60"/>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60"/>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4" name="Google Shape;5464;p60"/>
              <p:cNvGrpSpPr/>
              <p:nvPr/>
            </p:nvGrpSpPr>
            <p:grpSpPr>
              <a:xfrm>
                <a:off x="6238903" y="1193063"/>
                <a:ext cx="284947" cy="333087"/>
                <a:chOff x="6238903" y="1193063"/>
                <a:chExt cx="284947" cy="333087"/>
              </a:xfrm>
            </p:grpSpPr>
            <p:sp>
              <p:nvSpPr>
                <p:cNvPr id="5465" name="Google Shape;5465;p60"/>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66" name="Google Shape;5466;p60"/>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5467" name="Google Shape;5467;p60"/>
            <p:cNvGrpSpPr/>
            <p:nvPr/>
          </p:nvGrpSpPr>
          <p:grpSpPr>
            <a:xfrm>
              <a:off x="5900602" y="1193063"/>
              <a:ext cx="444345" cy="1021707"/>
              <a:chOff x="5900602" y="1193063"/>
              <a:chExt cx="444345" cy="1021707"/>
            </a:xfrm>
          </p:grpSpPr>
          <p:grpSp>
            <p:nvGrpSpPr>
              <p:cNvPr id="5468" name="Google Shape;5468;p60"/>
              <p:cNvGrpSpPr/>
              <p:nvPr/>
            </p:nvGrpSpPr>
            <p:grpSpPr>
              <a:xfrm>
                <a:off x="6046501" y="1367785"/>
                <a:ext cx="298446" cy="846986"/>
                <a:chOff x="6046501" y="1367785"/>
                <a:chExt cx="298446" cy="846986"/>
              </a:xfrm>
            </p:grpSpPr>
            <p:sp>
              <p:nvSpPr>
                <p:cNvPr id="5469" name="Google Shape;5469;p60"/>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60"/>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1" name="Google Shape;5471;p60"/>
              <p:cNvGrpSpPr/>
              <p:nvPr/>
            </p:nvGrpSpPr>
            <p:grpSpPr>
              <a:xfrm>
                <a:off x="5900602" y="1193063"/>
                <a:ext cx="284947" cy="182312"/>
                <a:chOff x="5900602" y="1193063"/>
                <a:chExt cx="284947" cy="182312"/>
              </a:xfrm>
            </p:grpSpPr>
            <p:sp>
              <p:nvSpPr>
                <p:cNvPr id="5472" name="Google Shape;5472;p60"/>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73" name="Google Shape;5473;p60"/>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5474" name="Google Shape;5474;p60"/>
            <p:cNvGrpSpPr/>
            <p:nvPr/>
          </p:nvGrpSpPr>
          <p:grpSpPr>
            <a:xfrm>
              <a:off x="6738300" y="1193063"/>
              <a:ext cx="462153" cy="707634"/>
              <a:chOff x="6738300" y="1193063"/>
              <a:chExt cx="462153" cy="707634"/>
            </a:xfrm>
          </p:grpSpPr>
          <p:grpSp>
            <p:nvGrpSpPr>
              <p:cNvPr id="5475" name="Google Shape;5475;p60"/>
              <p:cNvGrpSpPr/>
              <p:nvPr/>
            </p:nvGrpSpPr>
            <p:grpSpPr>
              <a:xfrm>
                <a:off x="6915505" y="1193063"/>
                <a:ext cx="284947" cy="597387"/>
                <a:chOff x="6915505" y="1193063"/>
                <a:chExt cx="284947" cy="597387"/>
              </a:xfrm>
            </p:grpSpPr>
            <p:sp>
              <p:nvSpPr>
                <p:cNvPr id="5476" name="Google Shape;5476;p60"/>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77" name="Google Shape;5477;p60"/>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5478" name="Google Shape;5478;p60"/>
              <p:cNvGrpSpPr/>
              <p:nvPr/>
            </p:nvGrpSpPr>
            <p:grpSpPr>
              <a:xfrm>
                <a:off x="6738300" y="1684725"/>
                <a:ext cx="230066" cy="215971"/>
                <a:chOff x="6738300" y="1684725"/>
                <a:chExt cx="230066" cy="215971"/>
              </a:xfrm>
            </p:grpSpPr>
            <p:sp>
              <p:nvSpPr>
                <p:cNvPr id="5479" name="Google Shape;5479;p60"/>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60"/>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5484"/>
        <p:cNvGrpSpPr/>
        <p:nvPr/>
      </p:nvGrpSpPr>
      <p:grpSpPr>
        <a:xfrm>
          <a:off x="0" y="0"/>
          <a:ext cx="0" cy="0"/>
          <a:chOff x="0" y="0"/>
          <a:chExt cx="0" cy="0"/>
        </a:xfrm>
      </p:grpSpPr>
      <p:grpSp>
        <p:nvGrpSpPr>
          <p:cNvPr id="5485" name="Google Shape;5485;p61"/>
          <p:cNvGrpSpPr/>
          <p:nvPr/>
        </p:nvGrpSpPr>
        <p:grpSpPr>
          <a:xfrm>
            <a:off x="821785" y="2307635"/>
            <a:ext cx="339235" cy="298186"/>
            <a:chOff x="898875" y="244725"/>
            <a:chExt cx="481800" cy="423500"/>
          </a:xfrm>
        </p:grpSpPr>
        <p:sp>
          <p:nvSpPr>
            <p:cNvPr id="5486" name="Google Shape;5486;p61"/>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87" name="Google Shape;5487;p61"/>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88" name="Google Shape;5488;p61"/>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89" name="Google Shape;5489;p61"/>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90" name="Google Shape;5490;p61"/>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91" name="Google Shape;5491;p61"/>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492" name="Google Shape;5492;p61"/>
          <p:cNvGrpSpPr/>
          <p:nvPr/>
        </p:nvGrpSpPr>
        <p:grpSpPr>
          <a:xfrm>
            <a:off x="1260167" y="2287103"/>
            <a:ext cx="298169" cy="339253"/>
            <a:chOff x="1529350" y="258825"/>
            <a:chExt cx="423475" cy="481825"/>
          </a:xfrm>
        </p:grpSpPr>
        <p:sp>
          <p:nvSpPr>
            <p:cNvPr id="5493" name="Google Shape;5493;p61"/>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94" name="Google Shape;5494;p61"/>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495" name="Google Shape;5495;p61"/>
          <p:cNvGrpSpPr/>
          <p:nvPr/>
        </p:nvGrpSpPr>
        <p:grpSpPr>
          <a:xfrm>
            <a:off x="2102437" y="2287102"/>
            <a:ext cx="298169" cy="339253"/>
            <a:chOff x="2707500" y="249400"/>
            <a:chExt cx="423475" cy="481825"/>
          </a:xfrm>
        </p:grpSpPr>
        <p:sp>
          <p:nvSpPr>
            <p:cNvPr id="5496" name="Google Shape;5496;p61"/>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497" name="Google Shape;5497;p61"/>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498" name="Google Shape;5498;p61"/>
          <p:cNvGrpSpPr/>
          <p:nvPr/>
        </p:nvGrpSpPr>
        <p:grpSpPr>
          <a:xfrm>
            <a:off x="2516052" y="2287428"/>
            <a:ext cx="305386" cy="338602"/>
            <a:chOff x="3300325" y="249875"/>
            <a:chExt cx="433725" cy="480900"/>
          </a:xfrm>
        </p:grpSpPr>
        <p:sp>
          <p:nvSpPr>
            <p:cNvPr id="5499" name="Google Shape;5499;p61"/>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0" name="Google Shape;5500;p61"/>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1" name="Google Shape;5501;p61"/>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2" name="Google Shape;5502;p61"/>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3" name="Google Shape;5503;p61"/>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4" name="Google Shape;5504;p61"/>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05" name="Google Shape;5505;p61"/>
          <p:cNvGrpSpPr/>
          <p:nvPr/>
        </p:nvGrpSpPr>
        <p:grpSpPr>
          <a:xfrm>
            <a:off x="1653142" y="2367273"/>
            <a:ext cx="340890" cy="178912"/>
            <a:chOff x="2084325" y="363300"/>
            <a:chExt cx="484150" cy="254100"/>
          </a:xfrm>
        </p:grpSpPr>
        <p:sp>
          <p:nvSpPr>
            <p:cNvPr id="5506" name="Google Shape;5506;p61"/>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07" name="Google Shape;5507;p61"/>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08" name="Google Shape;5508;p61"/>
          <p:cNvGrpSpPr/>
          <p:nvPr/>
        </p:nvGrpSpPr>
        <p:grpSpPr>
          <a:xfrm>
            <a:off x="2905137" y="2287349"/>
            <a:ext cx="352349" cy="338760"/>
            <a:chOff x="3854700" y="249750"/>
            <a:chExt cx="500425" cy="481125"/>
          </a:xfrm>
        </p:grpSpPr>
        <p:sp>
          <p:nvSpPr>
            <p:cNvPr id="5509" name="Google Shape;5509;p61"/>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0" name="Google Shape;5510;p61"/>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1" name="Google Shape;5511;p61"/>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2" name="Google Shape;5512;p61"/>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3" name="Google Shape;5513;p61"/>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4" name="Google Shape;5514;p61"/>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5" name="Google Shape;5515;p61"/>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6" name="Google Shape;5516;p61"/>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17" name="Google Shape;5517;p61"/>
          <p:cNvGrpSpPr/>
          <p:nvPr/>
        </p:nvGrpSpPr>
        <p:grpSpPr>
          <a:xfrm>
            <a:off x="3323126" y="2287349"/>
            <a:ext cx="352349" cy="338760"/>
            <a:chOff x="4447550" y="249750"/>
            <a:chExt cx="500425" cy="481125"/>
          </a:xfrm>
        </p:grpSpPr>
        <p:sp>
          <p:nvSpPr>
            <p:cNvPr id="5518" name="Google Shape;5518;p61"/>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19" name="Google Shape;5519;p61"/>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20" name="Google Shape;5520;p61"/>
          <p:cNvGrpSpPr/>
          <p:nvPr/>
        </p:nvGrpSpPr>
        <p:grpSpPr>
          <a:xfrm>
            <a:off x="3752328" y="2287102"/>
            <a:ext cx="339253" cy="339253"/>
            <a:chOff x="5049725" y="249400"/>
            <a:chExt cx="481825" cy="481825"/>
          </a:xfrm>
        </p:grpSpPr>
        <p:sp>
          <p:nvSpPr>
            <p:cNvPr id="5521" name="Google Shape;5521;p61"/>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22" name="Google Shape;5522;p61"/>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23" name="Google Shape;5523;p61"/>
          <p:cNvGrpSpPr/>
          <p:nvPr/>
        </p:nvGrpSpPr>
        <p:grpSpPr>
          <a:xfrm>
            <a:off x="4166269" y="2287102"/>
            <a:ext cx="339253" cy="339253"/>
            <a:chOff x="5660400" y="238125"/>
            <a:chExt cx="481825" cy="481825"/>
          </a:xfrm>
        </p:grpSpPr>
        <p:sp>
          <p:nvSpPr>
            <p:cNvPr id="5524" name="Google Shape;5524;p61"/>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25" name="Google Shape;5525;p61"/>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26" name="Google Shape;5526;p61"/>
          <p:cNvGrpSpPr/>
          <p:nvPr/>
        </p:nvGrpSpPr>
        <p:grpSpPr>
          <a:xfrm>
            <a:off x="4582955" y="2287102"/>
            <a:ext cx="339253" cy="339253"/>
            <a:chOff x="6235400" y="249400"/>
            <a:chExt cx="481825" cy="481825"/>
          </a:xfrm>
        </p:grpSpPr>
        <p:sp>
          <p:nvSpPr>
            <p:cNvPr id="5527" name="Google Shape;5527;p61"/>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28" name="Google Shape;5528;p61"/>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29" name="Google Shape;5529;p61"/>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30" name="Google Shape;5530;p61"/>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31" name="Google Shape;5531;p61"/>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32" name="Google Shape;5532;p61"/>
          <p:cNvGrpSpPr/>
          <p:nvPr/>
        </p:nvGrpSpPr>
        <p:grpSpPr>
          <a:xfrm>
            <a:off x="821301" y="2731810"/>
            <a:ext cx="340204" cy="298116"/>
            <a:chOff x="899850" y="871450"/>
            <a:chExt cx="483175" cy="423400"/>
          </a:xfrm>
        </p:grpSpPr>
        <p:sp>
          <p:nvSpPr>
            <p:cNvPr id="5533" name="Google Shape;5533;p61"/>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34" name="Google Shape;5534;p61"/>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35" name="Google Shape;5535;p61"/>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36" name="Google Shape;5536;p61"/>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537" name="Google Shape;5537;p61"/>
          <p:cNvSpPr/>
          <p:nvPr/>
        </p:nvSpPr>
        <p:spPr>
          <a:xfrm>
            <a:off x="1258100"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538" name="Google Shape;5538;p61"/>
          <p:cNvGrpSpPr/>
          <p:nvPr/>
        </p:nvGrpSpPr>
        <p:grpSpPr>
          <a:xfrm>
            <a:off x="1653301" y="2711232"/>
            <a:ext cx="340573" cy="339271"/>
            <a:chOff x="2085450" y="842250"/>
            <a:chExt cx="483700" cy="481850"/>
          </a:xfrm>
        </p:grpSpPr>
        <p:sp>
          <p:nvSpPr>
            <p:cNvPr id="5539" name="Google Shape;5539;p61"/>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40" name="Google Shape;5540;p61"/>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41" name="Google Shape;5541;p61"/>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42" name="Google Shape;5542;p61"/>
          <p:cNvGrpSpPr/>
          <p:nvPr/>
        </p:nvGrpSpPr>
        <p:grpSpPr>
          <a:xfrm>
            <a:off x="2081868" y="2711241"/>
            <a:ext cx="339306" cy="339253"/>
            <a:chOff x="2685825" y="840375"/>
            <a:chExt cx="481900" cy="481825"/>
          </a:xfrm>
        </p:grpSpPr>
        <p:sp>
          <p:nvSpPr>
            <p:cNvPr id="5543" name="Google Shape;5543;p61"/>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44" name="Google Shape;5544;p61"/>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45" name="Google Shape;5545;p61"/>
          <p:cNvGrpSpPr/>
          <p:nvPr/>
        </p:nvGrpSpPr>
        <p:grpSpPr>
          <a:xfrm>
            <a:off x="2493529" y="2710924"/>
            <a:ext cx="350431" cy="339887"/>
            <a:chOff x="3270675" y="841800"/>
            <a:chExt cx="497700" cy="482725"/>
          </a:xfrm>
        </p:grpSpPr>
        <p:sp>
          <p:nvSpPr>
            <p:cNvPr id="5546" name="Google Shape;5546;p61"/>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47" name="Google Shape;5547;p61"/>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48" name="Google Shape;5548;p61"/>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549" name="Google Shape;5549;p61"/>
          <p:cNvSpPr/>
          <p:nvPr/>
        </p:nvSpPr>
        <p:spPr>
          <a:xfrm>
            <a:off x="2911555"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550" name="Google Shape;5550;p61"/>
          <p:cNvGrpSpPr/>
          <p:nvPr/>
        </p:nvGrpSpPr>
        <p:grpSpPr>
          <a:xfrm>
            <a:off x="3329675" y="2731783"/>
            <a:ext cx="339253" cy="298169"/>
            <a:chOff x="4467200" y="877100"/>
            <a:chExt cx="481825" cy="423475"/>
          </a:xfrm>
        </p:grpSpPr>
        <p:sp>
          <p:nvSpPr>
            <p:cNvPr id="5551" name="Google Shape;5551;p61"/>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52" name="Google Shape;5552;p61"/>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53" name="Google Shape;5553;p61"/>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54" name="Google Shape;5554;p61"/>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55" name="Google Shape;5555;p61"/>
          <p:cNvGrpSpPr/>
          <p:nvPr/>
        </p:nvGrpSpPr>
        <p:grpSpPr>
          <a:xfrm>
            <a:off x="3744565" y="2711232"/>
            <a:ext cx="354778" cy="339271"/>
            <a:chOff x="5045500" y="842250"/>
            <a:chExt cx="503875" cy="481850"/>
          </a:xfrm>
        </p:grpSpPr>
        <p:sp>
          <p:nvSpPr>
            <p:cNvPr id="5556" name="Google Shape;5556;p61"/>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57" name="Google Shape;5557;p61"/>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58" name="Google Shape;5558;p61"/>
          <p:cNvGrpSpPr/>
          <p:nvPr/>
        </p:nvGrpSpPr>
        <p:grpSpPr>
          <a:xfrm>
            <a:off x="4167413" y="2737451"/>
            <a:ext cx="336965" cy="286833"/>
            <a:chOff x="5645200" y="879425"/>
            <a:chExt cx="478575" cy="407375"/>
          </a:xfrm>
        </p:grpSpPr>
        <p:sp>
          <p:nvSpPr>
            <p:cNvPr id="5559" name="Google Shape;5559;p61"/>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0" name="Google Shape;5560;p61"/>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1" name="Google Shape;5561;p61"/>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2" name="Google Shape;5562;p61"/>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3" name="Google Shape;5563;p61"/>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4" name="Google Shape;5564;p61"/>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65" name="Google Shape;5565;p61"/>
          <p:cNvGrpSpPr/>
          <p:nvPr/>
        </p:nvGrpSpPr>
        <p:grpSpPr>
          <a:xfrm>
            <a:off x="4603488" y="2711241"/>
            <a:ext cx="298186" cy="339253"/>
            <a:chOff x="6264525" y="842250"/>
            <a:chExt cx="423500" cy="481825"/>
          </a:xfrm>
        </p:grpSpPr>
        <p:sp>
          <p:nvSpPr>
            <p:cNvPr id="5566" name="Google Shape;5566;p61"/>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7" name="Google Shape;5567;p61"/>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8" name="Google Shape;5568;p61"/>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69" name="Google Shape;5569;p61"/>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0" name="Google Shape;5570;p61"/>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1" name="Google Shape;5571;p61"/>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2" name="Google Shape;5572;p61"/>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73" name="Google Shape;5573;p61"/>
          <p:cNvGrpSpPr/>
          <p:nvPr/>
        </p:nvGrpSpPr>
        <p:grpSpPr>
          <a:xfrm>
            <a:off x="821776" y="3125895"/>
            <a:ext cx="339253" cy="339253"/>
            <a:chOff x="900750" y="1436075"/>
            <a:chExt cx="481825" cy="481825"/>
          </a:xfrm>
        </p:grpSpPr>
        <p:sp>
          <p:nvSpPr>
            <p:cNvPr id="5574" name="Google Shape;5574;p61"/>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5" name="Google Shape;5575;p61"/>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6" name="Google Shape;5576;p61"/>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77" name="Google Shape;5577;p61"/>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78" name="Google Shape;5578;p61"/>
          <p:cNvGrpSpPr/>
          <p:nvPr/>
        </p:nvGrpSpPr>
        <p:grpSpPr>
          <a:xfrm>
            <a:off x="1239624" y="3186183"/>
            <a:ext cx="339253" cy="218676"/>
            <a:chOff x="1492675" y="1520750"/>
            <a:chExt cx="481825" cy="310575"/>
          </a:xfrm>
        </p:grpSpPr>
        <p:sp>
          <p:nvSpPr>
            <p:cNvPr id="5579" name="Google Shape;5579;p61"/>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80" name="Google Shape;5580;p61"/>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81" name="Google Shape;5581;p61"/>
          <p:cNvGrpSpPr/>
          <p:nvPr/>
        </p:nvGrpSpPr>
        <p:grpSpPr>
          <a:xfrm>
            <a:off x="1647421" y="3125877"/>
            <a:ext cx="352332" cy="339288"/>
            <a:chOff x="2071000" y="1435025"/>
            <a:chExt cx="500400" cy="481875"/>
          </a:xfrm>
        </p:grpSpPr>
        <p:sp>
          <p:nvSpPr>
            <p:cNvPr id="5582" name="Google Shape;5582;p61"/>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83" name="Google Shape;5583;p61"/>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84" name="Google Shape;5584;p61"/>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85" name="Google Shape;5585;p61"/>
          <p:cNvGrpSpPr/>
          <p:nvPr/>
        </p:nvGrpSpPr>
        <p:grpSpPr>
          <a:xfrm>
            <a:off x="2075584" y="3146709"/>
            <a:ext cx="351874" cy="297623"/>
            <a:chOff x="2678350" y="1464650"/>
            <a:chExt cx="499750" cy="422700"/>
          </a:xfrm>
        </p:grpSpPr>
        <p:sp>
          <p:nvSpPr>
            <p:cNvPr id="5586" name="Google Shape;5586;p61"/>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87" name="Google Shape;5587;p61"/>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88" name="Google Shape;5588;p61"/>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89" name="Google Shape;5589;p61"/>
          <p:cNvGrpSpPr/>
          <p:nvPr/>
        </p:nvGrpSpPr>
        <p:grpSpPr>
          <a:xfrm>
            <a:off x="2499118" y="3125895"/>
            <a:ext cx="339253" cy="339253"/>
            <a:chOff x="3271200" y="1435075"/>
            <a:chExt cx="481825" cy="481825"/>
          </a:xfrm>
        </p:grpSpPr>
        <p:sp>
          <p:nvSpPr>
            <p:cNvPr id="5590" name="Google Shape;5590;p61"/>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91" name="Google Shape;5591;p61"/>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92" name="Google Shape;5592;p61"/>
          <p:cNvGrpSpPr/>
          <p:nvPr/>
        </p:nvGrpSpPr>
        <p:grpSpPr>
          <a:xfrm>
            <a:off x="2909591" y="3125877"/>
            <a:ext cx="343442" cy="339288"/>
            <a:chOff x="3858100" y="1435075"/>
            <a:chExt cx="487775" cy="481875"/>
          </a:xfrm>
        </p:grpSpPr>
        <p:sp>
          <p:nvSpPr>
            <p:cNvPr id="5593" name="Google Shape;5593;p61"/>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94" name="Google Shape;5594;p61"/>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95" name="Google Shape;5595;p61"/>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96" name="Google Shape;5596;p61"/>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597" name="Google Shape;5597;p61"/>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598" name="Google Shape;5598;p61"/>
          <p:cNvGrpSpPr/>
          <p:nvPr/>
        </p:nvGrpSpPr>
        <p:grpSpPr>
          <a:xfrm>
            <a:off x="3329674" y="3125895"/>
            <a:ext cx="339253" cy="339253"/>
            <a:chOff x="4456875" y="1435075"/>
            <a:chExt cx="481825" cy="481825"/>
          </a:xfrm>
        </p:grpSpPr>
        <p:sp>
          <p:nvSpPr>
            <p:cNvPr id="5599" name="Google Shape;5599;p61"/>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0" name="Google Shape;5600;p61"/>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1" name="Google Shape;5601;p61"/>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2" name="Google Shape;5602;p61"/>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3" name="Google Shape;5603;p61"/>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4" name="Google Shape;5604;p61"/>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5" name="Google Shape;5605;p61"/>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6" name="Google Shape;5606;p61"/>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7" name="Google Shape;5607;p61"/>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8" name="Google Shape;5608;p61"/>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09" name="Google Shape;5609;p61"/>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0" name="Google Shape;5610;p61"/>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1" name="Google Shape;5611;p61"/>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2" name="Google Shape;5612;p61"/>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3" name="Google Shape;5613;p61"/>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4" name="Google Shape;5614;p61"/>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5" name="Google Shape;5615;p61"/>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6" name="Google Shape;5616;p61"/>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17" name="Google Shape;5617;p61"/>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18" name="Google Shape;5618;p61"/>
          <p:cNvGrpSpPr/>
          <p:nvPr/>
        </p:nvGrpSpPr>
        <p:grpSpPr>
          <a:xfrm>
            <a:off x="3750665" y="3125886"/>
            <a:ext cx="342580" cy="339271"/>
            <a:chOff x="5049725" y="1435050"/>
            <a:chExt cx="486550" cy="481850"/>
          </a:xfrm>
        </p:grpSpPr>
        <p:sp>
          <p:nvSpPr>
            <p:cNvPr id="5619" name="Google Shape;5619;p61"/>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0" name="Google Shape;5620;p61"/>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1" name="Google Shape;5621;p61"/>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2" name="Google Shape;5622;p61"/>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23" name="Google Shape;5623;p61"/>
          <p:cNvGrpSpPr/>
          <p:nvPr/>
        </p:nvGrpSpPr>
        <p:grpSpPr>
          <a:xfrm>
            <a:off x="4166216" y="3125895"/>
            <a:ext cx="339359" cy="339253"/>
            <a:chOff x="5642475" y="1435075"/>
            <a:chExt cx="481975" cy="481825"/>
          </a:xfrm>
        </p:grpSpPr>
        <p:sp>
          <p:nvSpPr>
            <p:cNvPr id="5624" name="Google Shape;5624;p61"/>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5" name="Google Shape;5625;p61"/>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6" name="Google Shape;5626;p61"/>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27" name="Google Shape;5627;p61"/>
          <p:cNvGrpSpPr/>
          <p:nvPr/>
        </p:nvGrpSpPr>
        <p:grpSpPr>
          <a:xfrm>
            <a:off x="4580702" y="3125886"/>
            <a:ext cx="343759" cy="339271"/>
            <a:chOff x="6232000" y="1435050"/>
            <a:chExt cx="488225" cy="481850"/>
          </a:xfrm>
        </p:grpSpPr>
        <p:sp>
          <p:nvSpPr>
            <p:cNvPr id="5628" name="Google Shape;5628;p61"/>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29" name="Google Shape;5629;p61"/>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0" name="Google Shape;5630;p61"/>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1" name="Google Shape;5631;p61"/>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2" name="Google Shape;5632;p61"/>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33" name="Google Shape;5633;p61"/>
          <p:cNvGrpSpPr/>
          <p:nvPr/>
        </p:nvGrpSpPr>
        <p:grpSpPr>
          <a:xfrm>
            <a:off x="841438" y="3539545"/>
            <a:ext cx="299929" cy="337792"/>
            <a:chOff x="924450" y="2028975"/>
            <a:chExt cx="425975" cy="479750"/>
          </a:xfrm>
        </p:grpSpPr>
        <p:sp>
          <p:nvSpPr>
            <p:cNvPr id="5634" name="Google Shape;5634;p61"/>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5" name="Google Shape;5635;p61"/>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6" name="Google Shape;5636;p61"/>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37" name="Google Shape;5637;p61"/>
          <p:cNvGrpSpPr/>
          <p:nvPr/>
        </p:nvGrpSpPr>
        <p:grpSpPr>
          <a:xfrm>
            <a:off x="1653934" y="3559347"/>
            <a:ext cx="339306" cy="298186"/>
            <a:chOff x="2085450" y="2057100"/>
            <a:chExt cx="481900" cy="423500"/>
          </a:xfrm>
        </p:grpSpPr>
        <p:sp>
          <p:nvSpPr>
            <p:cNvPr id="5638" name="Google Shape;5638;p61"/>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39" name="Google Shape;5639;p61"/>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0" name="Google Shape;5640;p61"/>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41" name="Google Shape;5641;p61"/>
          <p:cNvGrpSpPr/>
          <p:nvPr/>
        </p:nvGrpSpPr>
        <p:grpSpPr>
          <a:xfrm>
            <a:off x="2081868" y="3582592"/>
            <a:ext cx="339306" cy="251698"/>
            <a:chOff x="2678275" y="2090100"/>
            <a:chExt cx="481900" cy="357475"/>
          </a:xfrm>
        </p:grpSpPr>
        <p:sp>
          <p:nvSpPr>
            <p:cNvPr id="5642" name="Google Shape;5642;p61"/>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3" name="Google Shape;5643;p61"/>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4" name="Google Shape;5644;p61"/>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5" name="Google Shape;5645;p61"/>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6" name="Google Shape;5646;p61"/>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47" name="Google Shape;5647;p61"/>
          <p:cNvGrpSpPr/>
          <p:nvPr/>
        </p:nvGrpSpPr>
        <p:grpSpPr>
          <a:xfrm>
            <a:off x="2559072" y="3594790"/>
            <a:ext cx="219345" cy="227301"/>
            <a:chOff x="3357325" y="2093500"/>
            <a:chExt cx="311525" cy="322825"/>
          </a:xfrm>
        </p:grpSpPr>
        <p:sp>
          <p:nvSpPr>
            <p:cNvPr id="5648" name="Google Shape;5648;p61"/>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49" name="Google Shape;5649;p61"/>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50" name="Google Shape;5650;p61"/>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651" name="Google Shape;5651;p61"/>
          <p:cNvSpPr/>
          <p:nvPr/>
        </p:nvSpPr>
        <p:spPr>
          <a:xfrm>
            <a:off x="2914345"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652" name="Google Shape;5652;p61"/>
          <p:cNvGrpSpPr/>
          <p:nvPr/>
        </p:nvGrpSpPr>
        <p:grpSpPr>
          <a:xfrm>
            <a:off x="3353262" y="3538814"/>
            <a:ext cx="292078" cy="339253"/>
            <a:chOff x="4492800" y="2027925"/>
            <a:chExt cx="414825" cy="481825"/>
          </a:xfrm>
        </p:grpSpPr>
        <p:sp>
          <p:nvSpPr>
            <p:cNvPr id="5653" name="Google Shape;5653;p61"/>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54" name="Google Shape;5654;p61"/>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55" name="Google Shape;5655;p61"/>
          <p:cNvGrpSpPr/>
          <p:nvPr/>
        </p:nvGrpSpPr>
        <p:grpSpPr>
          <a:xfrm>
            <a:off x="3752354" y="3538805"/>
            <a:ext cx="339200" cy="339271"/>
            <a:chOff x="5049725" y="2027900"/>
            <a:chExt cx="481750" cy="481850"/>
          </a:xfrm>
        </p:grpSpPr>
        <p:sp>
          <p:nvSpPr>
            <p:cNvPr id="5656" name="Google Shape;5656;p61"/>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57" name="Google Shape;5657;p61"/>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58" name="Google Shape;5658;p61"/>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59" name="Google Shape;5659;p61"/>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0" name="Google Shape;5660;p61"/>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1" name="Google Shape;5661;p61"/>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2" name="Google Shape;5662;p61"/>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3" name="Google Shape;5663;p61"/>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64" name="Google Shape;5664;p61"/>
          <p:cNvGrpSpPr/>
          <p:nvPr/>
        </p:nvGrpSpPr>
        <p:grpSpPr>
          <a:xfrm>
            <a:off x="4225950" y="3538893"/>
            <a:ext cx="219890" cy="339095"/>
            <a:chOff x="5726350" y="2028150"/>
            <a:chExt cx="312300" cy="481600"/>
          </a:xfrm>
        </p:grpSpPr>
        <p:sp>
          <p:nvSpPr>
            <p:cNvPr id="5665" name="Google Shape;5665;p61"/>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6" name="Google Shape;5666;p61"/>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67" name="Google Shape;5667;p61"/>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68" name="Google Shape;5668;p61"/>
          <p:cNvGrpSpPr/>
          <p:nvPr/>
        </p:nvGrpSpPr>
        <p:grpSpPr>
          <a:xfrm>
            <a:off x="4586141" y="3542000"/>
            <a:ext cx="332881" cy="332881"/>
            <a:chOff x="6239925" y="2032450"/>
            <a:chExt cx="472775" cy="472775"/>
          </a:xfrm>
        </p:grpSpPr>
        <p:sp>
          <p:nvSpPr>
            <p:cNvPr id="5669" name="Google Shape;5669;p61"/>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0" name="Google Shape;5670;p61"/>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71" name="Google Shape;5671;p61"/>
          <p:cNvGrpSpPr/>
          <p:nvPr/>
        </p:nvGrpSpPr>
        <p:grpSpPr>
          <a:xfrm>
            <a:off x="5035233" y="2364092"/>
            <a:ext cx="334641" cy="185425"/>
            <a:chOff x="903075" y="2730000"/>
            <a:chExt cx="475275" cy="263350"/>
          </a:xfrm>
        </p:grpSpPr>
        <p:sp>
          <p:nvSpPr>
            <p:cNvPr id="5672" name="Google Shape;5672;p61"/>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3" name="Google Shape;5673;p61"/>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4" name="Google Shape;5674;p61"/>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75" name="Google Shape;5675;p61"/>
          <p:cNvGrpSpPr/>
          <p:nvPr/>
        </p:nvGrpSpPr>
        <p:grpSpPr>
          <a:xfrm>
            <a:off x="1239624" y="3538814"/>
            <a:ext cx="339253" cy="339253"/>
            <a:chOff x="1492675" y="2027925"/>
            <a:chExt cx="481825" cy="481825"/>
          </a:xfrm>
        </p:grpSpPr>
        <p:sp>
          <p:nvSpPr>
            <p:cNvPr id="5676" name="Google Shape;5676;p61"/>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7" name="Google Shape;5677;p61"/>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8" name="Google Shape;5678;p61"/>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79" name="Google Shape;5679;p61"/>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80" name="Google Shape;5680;p61"/>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81" name="Google Shape;5681;p61"/>
          <p:cNvGrpSpPr/>
          <p:nvPr/>
        </p:nvGrpSpPr>
        <p:grpSpPr>
          <a:xfrm>
            <a:off x="5466000" y="2287178"/>
            <a:ext cx="339253" cy="339253"/>
            <a:chOff x="1492675" y="2620775"/>
            <a:chExt cx="481825" cy="481825"/>
          </a:xfrm>
        </p:grpSpPr>
        <p:sp>
          <p:nvSpPr>
            <p:cNvPr id="5682" name="Google Shape;5682;p61"/>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83" name="Google Shape;5683;p61"/>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684" name="Google Shape;5684;p61"/>
          <p:cNvSpPr/>
          <p:nvPr/>
        </p:nvSpPr>
        <p:spPr>
          <a:xfrm>
            <a:off x="5865948"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685" name="Google Shape;5685;p61"/>
          <p:cNvGrpSpPr/>
          <p:nvPr/>
        </p:nvGrpSpPr>
        <p:grpSpPr>
          <a:xfrm>
            <a:off x="6289754" y="2303161"/>
            <a:ext cx="333585" cy="307287"/>
            <a:chOff x="2682350" y="2643425"/>
            <a:chExt cx="473775" cy="436425"/>
          </a:xfrm>
        </p:grpSpPr>
        <p:sp>
          <p:nvSpPr>
            <p:cNvPr id="5686" name="Google Shape;5686;p61"/>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87" name="Google Shape;5687;p61"/>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88" name="Google Shape;5688;p61"/>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89" name="Google Shape;5689;p61"/>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0" name="Google Shape;5690;p61"/>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1" name="Google Shape;5691;p61"/>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2" name="Google Shape;5692;p61"/>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93" name="Google Shape;5693;p61"/>
          <p:cNvGrpSpPr/>
          <p:nvPr/>
        </p:nvGrpSpPr>
        <p:grpSpPr>
          <a:xfrm>
            <a:off x="6755243" y="2287178"/>
            <a:ext cx="238531" cy="339253"/>
            <a:chOff x="3342725" y="2620775"/>
            <a:chExt cx="338775" cy="481825"/>
          </a:xfrm>
        </p:grpSpPr>
        <p:sp>
          <p:nvSpPr>
            <p:cNvPr id="5694" name="Google Shape;5694;p61"/>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5" name="Google Shape;5695;p61"/>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6" name="Google Shape;5696;p61"/>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697" name="Google Shape;5697;p61"/>
          <p:cNvGrpSpPr/>
          <p:nvPr/>
        </p:nvGrpSpPr>
        <p:grpSpPr>
          <a:xfrm>
            <a:off x="7148994" y="2287178"/>
            <a:ext cx="278296" cy="339253"/>
            <a:chOff x="3907325" y="2620775"/>
            <a:chExt cx="395250" cy="481825"/>
          </a:xfrm>
        </p:grpSpPr>
        <p:sp>
          <p:nvSpPr>
            <p:cNvPr id="5698" name="Google Shape;5698;p61"/>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699" name="Google Shape;5699;p61"/>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0" name="Google Shape;5700;p61"/>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1" name="Google Shape;5701;p61"/>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02" name="Google Shape;5702;p61"/>
          <p:cNvGrpSpPr/>
          <p:nvPr/>
        </p:nvGrpSpPr>
        <p:grpSpPr>
          <a:xfrm>
            <a:off x="7542181" y="2297783"/>
            <a:ext cx="339253" cy="318042"/>
            <a:chOff x="4456875" y="2635825"/>
            <a:chExt cx="481825" cy="451700"/>
          </a:xfrm>
        </p:grpSpPr>
        <p:sp>
          <p:nvSpPr>
            <p:cNvPr id="5703" name="Google Shape;5703;p61"/>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4" name="Google Shape;5704;p61"/>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5" name="Google Shape;5705;p61"/>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6" name="Google Shape;5706;p61"/>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7" name="Google Shape;5707;p61"/>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08" name="Google Shape;5708;p61"/>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09" name="Google Shape;5709;p61"/>
          <p:cNvGrpSpPr/>
          <p:nvPr/>
        </p:nvGrpSpPr>
        <p:grpSpPr>
          <a:xfrm>
            <a:off x="7967105" y="2297783"/>
            <a:ext cx="339253" cy="318042"/>
            <a:chOff x="5049725" y="2635825"/>
            <a:chExt cx="481825" cy="451700"/>
          </a:xfrm>
        </p:grpSpPr>
        <p:sp>
          <p:nvSpPr>
            <p:cNvPr id="5710" name="Google Shape;5710;p61"/>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1" name="Google Shape;5711;p61"/>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2" name="Google Shape;5712;p61"/>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13" name="Google Shape;5713;p61"/>
          <p:cNvGrpSpPr/>
          <p:nvPr/>
        </p:nvGrpSpPr>
        <p:grpSpPr>
          <a:xfrm>
            <a:off x="2211475" y="3952243"/>
            <a:ext cx="338566" cy="338373"/>
            <a:chOff x="5643000" y="2621375"/>
            <a:chExt cx="480850" cy="480575"/>
          </a:xfrm>
        </p:grpSpPr>
        <p:sp>
          <p:nvSpPr>
            <p:cNvPr id="5714" name="Google Shape;5714;p61"/>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5" name="Google Shape;5715;p61"/>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6" name="Google Shape;5716;p61"/>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7" name="Google Shape;5717;p61"/>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8" name="Google Shape;5718;p61"/>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19" name="Google Shape;5719;p61"/>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20" name="Google Shape;5720;p61"/>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21" name="Google Shape;5721;p61"/>
          <p:cNvGrpSpPr/>
          <p:nvPr/>
        </p:nvGrpSpPr>
        <p:grpSpPr>
          <a:xfrm>
            <a:off x="4032695" y="3951803"/>
            <a:ext cx="339359" cy="339253"/>
            <a:chOff x="6235250" y="2620775"/>
            <a:chExt cx="481975" cy="481825"/>
          </a:xfrm>
        </p:grpSpPr>
        <p:sp>
          <p:nvSpPr>
            <p:cNvPr id="5722" name="Google Shape;5722;p61"/>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23" name="Google Shape;5723;p61"/>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24" name="Google Shape;5724;p61"/>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25" name="Google Shape;5725;p61"/>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26" name="Google Shape;5726;p61"/>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727" name="Google Shape;5727;p61"/>
          <p:cNvSpPr/>
          <p:nvPr/>
        </p:nvSpPr>
        <p:spPr>
          <a:xfrm>
            <a:off x="5030010"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728" name="Google Shape;5728;p61"/>
          <p:cNvGrpSpPr/>
          <p:nvPr/>
        </p:nvGrpSpPr>
        <p:grpSpPr>
          <a:xfrm>
            <a:off x="5465078" y="2711317"/>
            <a:ext cx="341101" cy="339253"/>
            <a:chOff x="1535000" y="3223325"/>
            <a:chExt cx="484450" cy="481825"/>
          </a:xfrm>
        </p:grpSpPr>
        <p:sp>
          <p:nvSpPr>
            <p:cNvPr id="5729" name="Google Shape;5729;p61"/>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30" name="Google Shape;5730;p61"/>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31" name="Google Shape;5731;p61"/>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32" name="Google Shape;5732;p61"/>
          <p:cNvGrpSpPr/>
          <p:nvPr/>
        </p:nvGrpSpPr>
        <p:grpSpPr>
          <a:xfrm>
            <a:off x="5872645" y="2746618"/>
            <a:ext cx="339253" cy="268649"/>
            <a:chOff x="2085525" y="3263750"/>
            <a:chExt cx="481825" cy="381550"/>
          </a:xfrm>
        </p:grpSpPr>
        <p:sp>
          <p:nvSpPr>
            <p:cNvPr id="5733" name="Google Shape;5733;p61"/>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34" name="Google Shape;5734;p61"/>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735" name="Google Shape;5735;p61"/>
          <p:cNvSpPr/>
          <p:nvPr/>
        </p:nvSpPr>
        <p:spPr>
          <a:xfrm>
            <a:off x="6286830"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736" name="Google Shape;5736;p61"/>
          <p:cNvGrpSpPr/>
          <p:nvPr/>
        </p:nvGrpSpPr>
        <p:grpSpPr>
          <a:xfrm>
            <a:off x="6704407" y="2711308"/>
            <a:ext cx="340204" cy="339271"/>
            <a:chOff x="3270450" y="3213625"/>
            <a:chExt cx="483175" cy="481850"/>
          </a:xfrm>
        </p:grpSpPr>
        <p:sp>
          <p:nvSpPr>
            <p:cNvPr id="5737" name="Google Shape;5737;p61"/>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38" name="Google Shape;5738;p61"/>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39" name="Google Shape;5739;p61"/>
          <p:cNvGrpSpPr/>
          <p:nvPr/>
        </p:nvGrpSpPr>
        <p:grpSpPr>
          <a:xfrm>
            <a:off x="7203676" y="2711317"/>
            <a:ext cx="168931" cy="339253"/>
            <a:chOff x="3984950" y="3213600"/>
            <a:chExt cx="239925" cy="481825"/>
          </a:xfrm>
        </p:grpSpPr>
        <p:sp>
          <p:nvSpPr>
            <p:cNvPr id="5740" name="Google Shape;5740;p61"/>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1" name="Google Shape;5741;p61"/>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742" name="Google Shape;5742;p61"/>
          <p:cNvSpPr/>
          <p:nvPr/>
        </p:nvSpPr>
        <p:spPr>
          <a:xfrm>
            <a:off x="7542004"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3" name="Google Shape;5743;p61"/>
          <p:cNvSpPr/>
          <p:nvPr/>
        </p:nvSpPr>
        <p:spPr>
          <a:xfrm>
            <a:off x="7966934"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744" name="Google Shape;5744;p61"/>
          <p:cNvGrpSpPr/>
          <p:nvPr/>
        </p:nvGrpSpPr>
        <p:grpSpPr>
          <a:xfrm>
            <a:off x="1736111" y="3981487"/>
            <a:ext cx="355218" cy="279880"/>
            <a:chOff x="5629975" y="3255775"/>
            <a:chExt cx="504500" cy="397500"/>
          </a:xfrm>
        </p:grpSpPr>
        <p:sp>
          <p:nvSpPr>
            <p:cNvPr id="5745" name="Google Shape;5745;p61"/>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6" name="Google Shape;5746;p61"/>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7" name="Google Shape;5747;p61"/>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8" name="Google Shape;5748;p61"/>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49" name="Google Shape;5749;p61"/>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50" name="Google Shape;5750;p61"/>
          <p:cNvGrpSpPr/>
          <p:nvPr/>
        </p:nvGrpSpPr>
        <p:grpSpPr>
          <a:xfrm>
            <a:off x="3572294" y="3981593"/>
            <a:ext cx="340256" cy="279669"/>
            <a:chOff x="6234950" y="3255925"/>
            <a:chExt cx="483250" cy="397200"/>
          </a:xfrm>
        </p:grpSpPr>
        <p:sp>
          <p:nvSpPr>
            <p:cNvPr id="5751" name="Google Shape;5751;p61"/>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2" name="Google Shape;5752;p61"/>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3" name="Google Shape;5753;p61"/>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4" name="Google Shape;5754;p61"/>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5" name="Google Shape;5755;p61"/>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6" name="Google Shape;5756;p61"/>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57" name="Google Shape;5757;p61"/>
          <p:cNvGrpSpPr/>
          <p:nvPr/>
        </p:nvGrpSpPr>
        <p:grpSpPr>
          <a:xfrm>
            <a:off x="5043532" y="3125970"/>
            <a:ext cx="318042" cy="339253"/>
            <a:chOff x="914900" y="3806450"/>
            <a:chExt cx="451700" cy="481825"/>
          </a:xfrm>
        </p:grpSpPr>
        <p:sp>
          <p:nvSpPr>
            <p:cNvPr id="5758" name="Google Shape;5758;p61"/>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59" name="Google Shape;5759;p61"/>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0" name="Google Shape;5760;p61"/>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1" name="Google Shape;5761;p61"/>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2" name="Google Shape;5762;p61"/>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63" name="Google Shape;5763;p61"/>
          <p:cNvGrpSpPr/>
          <p:nvPr/>
        </p:nvGrpSpPr>
        <p:grpSpPr>
          <a:xfrm>
            <a:off x="5462454" y="3125785"/>
            <a:ext cx="346347" cy="339623"/>
            <a:chOff x="1490050" y="3805975"/>
            <a:chExt cx="491900" cy="482350"/>
          </a:xfrm>
        </p:grpSpPr>
        <p:sp>
          <p:nvSpPr>
            <p:cNvPr id="5764" name="Google Shape;5764;p61"/>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5" name="Google Shape;5765;p61"/>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6" name="Google Shape;5766;p61"/>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67" name="Google Shape;5767;p61"/>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68" name="Google Shape;5768;p61"/>
          <p:cNvGrpSpPr/>
          <p:nvPr/>
        </p:nvGrpSpPr>
        <p:grpSpPr>
          <a:xfrm>
            <a:off x="5886322" y="3125970"/>
            <a:ext cx="311899" cy="339253"/>
            <a:chOff x="2104275" y="3806450"/>
            <a:chExt cx="442975" cy="481825"/>
          </a:xfrm>
        </p:grpSpPr>
        <p:sp>
          <p:nvSpPr>
            <p:cNvPr id="5769" name="Google Shape;5769;p61"/>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70" name="Google Shape;5770;p61"/>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71" name="Google Shape;5771;p61"/>
          <p:cNvGrpSpPr/>
          <p:nvPr/>
        </p:nvGrpSpPr>
        <p:grpSpPr>
          <a:xfrm>
            <a:off x="6309839" y="3125970"/>
            <a:ext cx="293416" cy="339253"/>
            <a:chOff x="2710875" y="3806450"/>
            <a:chExt cx="416725" cy="481825"/>
          </a:xfrm>
        </p:grpSpPr>
        <p:sp>
          <p:nvSpPr>
            <p:cNvPr id="5772" name="Google Shape;5772;p61"/>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73" name="Google Shape;5773;p61"/>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74" name="Google Shape;5774;p61"/>
          <p:cNvGrpSpPr/>
          <p:nvPr/>
        </p:nvGrpSpPr>
        <p:grpSpPr>
          <a:xfrm>
            <a:off x="6704883" y="3166412"/>
            <a:ext cx="339253" cy="258369"/>
            <a:chOff x="3271200" y="3863875"/>
            <a:chExt cx="481825" cy="366950"/>
          </a:xfrm>
        </p:grpSpPr>
        <p:sp>
          <p:nvSpPr>
            <p:cNvPr id="5775" name="Google Shape;5775;p61"/>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76" name="Google Shape;5776;p61"/>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77" name="Google Shape;5777;p61"/>
          <p:cNvGrpSpPr/>
          <p:nvPr/>
        </p:nvGrpSpPr>
        <p:grpSpPr>
          <a:xfrm>
            <a:off x="7140377" y="3126199"/>
            <a:ext cx="295528" cy="338795"/>
            <a:chOff x="3895050" y="3806775"/>
            <a:chExt cx="419725" cy="481175"/>
          </a:xfrm>
        </p:grpSpPr>
        <p:sp>
          <p:nvSpPr>
            <p:cNvPr id="5778" name="Google Shape;5778;p61"/>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79" name="Google Shape;5779;p61"/>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80" name="Google Shape;5780;p61"/>
          <p:cNvGrpSpPr/>
          <p:nvPr/>
        </p:nvGrpSpPr>
        <p:grpSpPr>
          <a:xfrm>
            <a:off x="7543659" y="3125979"/>
            <a:ext cx="336296" cy="339235"/>
            <a:chOff x="4464775" y="3806475"/>
            <a:chExt cx="477625" cy="481800"/>
          </a:xfrm>
        </p:grpSpPr>
        <p:sp>
          <p:nvSpPr>
            <p:cNvPr id="5781" name="Google Shape;5781;p61"/>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2" name="Google Shape;5782;p61"/>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3" name="Google Shape;5783;p61"/>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4" name="Google Shape;5784;p61"/>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5" name="Google Shape;5785;p61"/>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6" name="Google Shape;5786;p61"/>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87" name="Google Shape;5787;p61"/>
          <p:cNvGrpSpPr/>
          <p:nvPr/>
        </p:nvGrpSpPr>
        <p:grpSpPr>
          <a:xfrm>
            <a:off x="7967105" y="3125970"/>
            <a:ext cx="339253" cy="339253"/>
            <a:chOff x="5049725" y="3806450"/>
            <a:chExt cx="481825" cy="481825"/>
          </a:xfrm>
        </p:grpSpPr>
        <p:sp>
          <p:nvSpPr>
            <p:cNvPr id="5788" name="Google Shape;5788;p61"/>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89" name="Google Shape;5789;p61"/>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0" name="Google Shape;5790;p61"/>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91" name="Google Shape;5791;p61"/>
          <p:cNvGrpSpPr/>
          <p:nvPr/>
        </p:nvGrpSpPr>
        <p:grpSpPr>
          <a:xfrm>
            <a:off x="1276714" y="3951798"/>
            <a:ext cx="339253" cy="339253"/>
            <a:chOff x="5651375" y="3806450"/>
            <a:chExt cx="481825" cy="481825"/>
          </a:xfrm>
        </p:grpSpPr>
        <p:sp>
          <p:nvSpPr>
            <p:cNvPr id="5792" name="Google Shape;5792;p61"/>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3" name="Google Shape;5793;p61"/>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4" name="Google Shape;5794;p61"/>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5" name="Google Shape;5795;p61"/>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796" name="Google Shape;5796;p61"/>
          <p:cNvGrpSpPr/>
          <p:nvPr/>
        </p:nvGrpSpPr>
        <p:grpSpPr>
          <a:xfrm>
            <a:off x="3153646" y="3953787"/>
            <a:ext cx="298503" cy="335275"/>
            <a:chOff x="6264300" y="3809300"/>
            <a:chExt cx="423950" cy="476175"/>
          </a:xfrm>
        </p:grpSpPr>
        <p:sp>
          <p:nvSpPr>
            <p:cNvPr id="5797" name="Google Shape;5797;p61"/>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8" name="Google Shape;5798;p61"/>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799" name="Google Shape;5799;p61"/>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00" name="Google Shape;5800;p61"/>
          <p:cNvGrpSpPr/>
          <p:nvPr/>
        </p:nvGrpSpPr>
        <p:grpSpPr>
          <a:xfrm>
            <a:off x="5032267" y="3538881"/>
            <a:ext cx="340573" cy="339271"/>
            <a:chOff x="898875" y="4399275"/>
            <a:chExt cx="483700" cy="481850"/>
          </a:xfrm>
        </p:grpSpPr>
        <p:sp>
          <p:nvSpPr>
            <p:cNvPr id="5801" name="Google Shape;5801;p61"/>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2" name="Google Shape;5802;p61"/>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3" name="Google Shape;5803;p61"/>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4" name="Google Shape;5804;p61"/>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5" name="Google Shape;5805;p61"/>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6" name="Google Shape;5806;p61"/>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7" name="Google Shape;5807;p61"/>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08" name="Google Shape;5808;p61"/>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09" name="Google Shape;5809;p61"/>
          <p:cNvGrpSpPr/>
          <p:nvPr/>
        </p:nvGrpSpPr>
        <p:grpSpPr>
          <a:xfrm>
            <a:off x="5466000" y="3554133"/>
            <a:ext cx="339253" cy="308765"/>
            <a:chOff x="1492675" y="4420975"/>
            <a:chExt cx="481825" cy="438525"/>
          </a:xfrm>
        </p:grpSpPr>
        <p:sp>
          <p:nvSpPr>
            <p:cNvPr id="5810" name="Google Shape;5810;p61"/>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1" name="Google Shape;5811;p61"/>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2" name="Google Shape;5812;p61"/>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3" name="Google Shape;5813;p61"/>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4" name="Google Shape;5814;p61"/>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15" name="Google Shape;5815;p61"/>
          <p:cNvGrpSpPr/>
          <p:nvPr/>
        </p:nvGrpSpPr>
        <p:grpSpPr>
          <a:xfrm>
            <a:off x="5870982" y="3539558"/>
            <a:ext cx="342580" cy="337915"/>
            <a:chOff x="2084100" y="4400250"/>
            <a:chExt cx="486550" cy="479925"/>
          </a:xfrm>
        </p:grpSpPr>
        <p:sp>
          <p:nvSpPr>
            <p:cNvPr id="5816" name="Google Shape;5816;p61"/>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7" name="Google Shape;5817;p61"/>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8" name="Google Shape;5818;p61"/>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19" name="Google Shape;5819;p61"/>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0" name="Google Shape;5820;p61"/>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1" name="Google Shape;5821;p61"/>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22" name="Google Shape;5822;p61"/>
          <p:cNvGrpSpPr/>
          <p:nvPr/>
        </p:nvGrpSpPr>
        <p:grpSpPr>
          <a:xfrm>
            <a:off x="6307462" y="3538907"/>
            <a:ext cx="298169" cy="339218"/>
            <a:chOff x="2707950" y="4399325"/>
            <a:chExt cx="423475" cy="481775"/>
          </a:xfrm>
        </p:grpSpPr>
        <p:sp>
          <p:nvSpPr>
            <p:cNvPr id="5823" name="Google Shape;5823;p61"/>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4" name="Google Shape;5824;p61"/>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5" name="Google Shape;5825;p61"/>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6" name="Google Shape;5826;p61"/>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7" name="Google Shape;5827;p61"/>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8" name="Google Shape;5828;p61"/>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29" name="Google Shape;5829;p61"/>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0" name="Google Shape;5830;p61"/>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1" name="Google Shape;5831;p61"/>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2" name="Google Shape;5832;p61"/>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3" name="Google Shape;5833;p61"/>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4" name="Google Shape;5834;p61"/>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35" name="Google Shape;5835;p61"/>
          <p:cNvGrpSpPr/>
          <p:nvPr/>
        </p:nvGrpSpPr>
        <p:grpSpPr>
          <a:xfrm>
            <a:off x="6736981" y="3538881"/>
            <a:ext cx="275057" cy="339271"/>
            <a:chOff x="3330525" y="4399275"/>
            <a:chExt cx="390650" cy="481850"/>
          </a:xfrm>
        </p:grpSpPr>
        <p:sp>
          <p:nvSpPr>
            <p:cNvPr id="5836" name="Google Shape;5836;p61"/>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7" name="Google Shape;5837;p61"/>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8" name="Google Shape;5838;p61"/>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39" name="Google Shape;5839;p61"/>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0" name="Google Shape;5840;p61"/>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1" name="Google Shape;5841;p61"/>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2" name="Google Shape;5842;p61"/>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43" name="Google Shape;5843;p61"/>
          <p:cNvGrpSpPr/>
          <p:nvPr/>
        </p:nvGrpSpPr>
        <p:grpSpPr>
          <a:xfrm>
            <a:off x="7161510" y="3538890"/>
            <a:ext cx="253265" cy="339253"/>
            <a:chOff x="3938800" y="4399275"/>
            <a:chExt cx="359700" cy="481825"/>
          </a:xfrm>
        </p:grpSpPr>
        <p:sp>
          <p:nvSpPr>
            <p:cNvPr id="5844" name="Google Shape;5844;p61"/>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5" name="Google Shape;5845;p61"/>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6" name="Google Shape;5846;p61"/>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7" name="Google Shape;5847;p61"/>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48" name="Google Shape;5848;p61"/>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49" name="Google Shape;5849;p61"/>
          <p:cNvGrpSpPr/>
          <p:nvPr/>
        </p:nvGrpSpPr>
        <p:grpSpPr>
          <a:xfrm>
            <a:off x="7632288" y="3538890"/>
            <a:ext cx="159039" cy="339253"/>
            <a:chOff x="4584850" y="4399275"/>
            <a:chExt cx="225875" cy="481825"/>
          </a:xfrm>
        </p:grpSpPr>
        <p:sp>
          <p:nvSpPr>
            <p:cNvPr id="5850" name="Google Shape;5850;p61"/>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51" name="Google Shape;5851;p61"/>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852" name="Google Shape;5852;p61"/>
          <p:cNvSpPr/>
          <p:nvPr/>
        </p:nvSpPr>
        <p:spPr>
          <a:xfrm>
            <a:off x="7950424"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853" name="Google Shape;5853;p61"/>
          <p:cNvGrpSpPr/>
          <p:nvPr/>
        </p:nvGrpSpPr>
        <p:grpSpPr>
          <a:xfrm>
            <a:off x="817316" y="3951795"/>
            <a:ext cx="339253" cy="339253"/>
            <a:chOff x="5642550" y="4399275"/>
            <a:chExt cx="481825" cy="481825"/>
          </a:xfrm>
        </p:grpSpPr>
        <p:sp>
          <p:nvSpPr>
            <p:cNvPr id="5854" name="Google Shape;5854;p61"/>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55" name="Google Shape;5855;p61"/>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56" name="Google Shape;5856;p61"/>
          <p:cNvGrpSpPr/>
          <p:nvPr/>
        </p:nvGrpSpPr>
        <p:grpSpPr>
          <a:xfrm>
            <a:off x="2670186" y="3963703"/>
            <a:ext cx="363316" cy="315437"/>
            <a:chOff x="6218300" y="4416175"/>
            <a:chExt cx="516000" cy="448000"/>
          </a:xfrm>
        </p:grpSpPr>
        <p:sp>
          <p:nvSpPr>
            <p:cNvPr id="5857" name="Google Shape;5857;p61"/>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58" name="Google Shape;5858;p61"/>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59" name="Google Shape;5859;p61"/>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60" name="Google Shape;5860;p61"/>
          <p:cNvGrpSpPr/>
          <p:nvPr/>
        </p:nvGrpSpPr>
        <p:grpSpPr>
          <a:xfrm>
            <a:off x="5870391" y="3951792"/>
            <a:ext cx="339253" cy="339253"/>
            <a:chOff x="899850" y="4992125"/>
            <a:chExt cx="481825" cy="481825"/>
          </a:xfrm>
        </p:grpSpPr>
        <p:sp>
          <p:nvSpPr>
            <p:cNvPr id="5861" name="Google Shape;5861;p61"/>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62" name="Google Shape;5862;p61"/>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63" name="Google Shape;5863;p61"/>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64" name="Google Shape;5864;p61"/>
          <p:cNvGrpSpPr/>
          <p:nvPr/>
        </p:nvGrpSpPr>
        <p:grpSpPr>
          <a:xfrm>
            <a:off x="5410993" y="3951792"/>
            <a:ext cx="339253" cy="339253"/>
            <a:chOff x="1492675" y="4992125"/>
            <a:chExt cx="481825" cy="481825"/>
          </a:xfrm>
        </p:grpSpPr>
        <p:sp>
          <p:nvSpPr>
            <p:cNvPr id="5865" name="Google Shape;5865;p61"/>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66" name="Google Shape;5866;p61"/>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67" name="Google Shape;5867;p61"/>
          <p:cNvGrpSpPr/>
          <p:nvPr/>
        </p:nvGrpSpPr>
        <p:grpSpPr>
          <a:xfrm>
            <a:off x="4951595" y="3951792"/>
            <a:ext cx="339253" cy="339253"/>
            <a:chOff x="2085525" y="4992125"/>
            <a:chExt cx="481825" cy="481825"/>
          </a:xfrm>
        </p:grpSpPr>
        <p:sp>
          <p:nvSpPr>
            <p:cNvPr id="5868" name="Google Shape;5868;p61"/>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69" name="Google Shape;5869;p61"/>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70" name="Google Shape;5870;p61"/>
          <p:cNvGrpSpPr/>
          <p:nvPr/>
        </p:nvGrpSpPr>
        <p:grpSpPr>
          <a:xfrm>
            <a:off x="6789344" y="3951792"/>
            <a:ext cx="339253" cy="339253"/>
            <a:chOff x="2678350" y="4992125"/>
            <a:chExt cx="481825" cy="481825"/>
          </a:xfrm>
        </p:grpSpPr>
        <p:sp>
          <p:nvSpPr>
            <p:cNvPr id="5871" name="Google Shape;5871;p61"/>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72" name="Google Shape;5872;p61"/>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73" name="Google Shape;5873;p61"/>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74" name="Google Shape;5874;p61"/>
          <p:cNvGrpSpPr/>
          <p:nvPr/>
        </p:nvGrpSpPr>
        <p:grpSpPr>
          <a:xfrm>
            <a:off x="4492198" y="3951792"/>
            <a:ext cx="339253" cy="339253"/>
            <a:chOff x="3271200" y="4992125"/>
            <a:chExt cx="481825" cy="481825"/>
          </a:xfrm>
        </p:grpSpPr>
        <p:sp>
          <p:nvSpPr>
            <p:cNvPr id="5875" name="Google Shape;5875;p61"/>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76" name="Google Shape;5876;p61"/>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77" name="Google Shape;5877;p61"/>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878" name="Google Shape;5878;p61"/>
          <p:cNvGrpSpPr/>
          <p:nvPr/>
        </p:nvGrpSpPr>
        <p:grpSpPr>
          <a:xfrm>
            <a:off x="6329788" y="3952813"/>
            <a:ext cx="339411" cy="337211"/>
            <a:chOff x="5049575" y="4993600"/>
            <a:chExt cx="482050" cy="478925"/>
          </a:xfrm>
        </p:grpSpPr>
        <p:sp>
          <p:nvSpPr>
            <p:cNvPr id="5879" name="Google Shape;5879;p61"/>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80" name="Google Shape;5880;p61"/>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81" name="Google Shape;5881;p61"/>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882" name="Google Shape;5882;p61"/>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883" name="Google Shape;5883;p61"/>
          <p:cNvSpPr txBox="1"/>
          <p:nvPr/>
        </p:nvSpPr>
        <p:spPr>
          <a:xfrm>
            <a:off x="723400" y="1187975"/>
            <a:ext cx="76971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00">
                <a:solidFill>
                  <a:schemeClr val="lt1"/>
                </a:solidFill>
              </a:rPr>
              <a:t>You can </a:t>
            </a:r>
            <a:r>
              <a:rPr lang="en" sz="1100" b="1">
                <a:solidFill>
                  <a:schemeClr val="dk2"/>
                </a:solidFill>
              </a:rPr>
              <a:t>resize </a:t>
            </a:r>
            <a:r>
              <a:rPr lang="en" sz="1100">
                <a:solidFill>
                  <a:schemeClr val="lt1"/>
                </a:solidFill>
              </a:rPr>
              <a:t>these icons without losing quality.</a:t>
            </a: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You can </a:t>
            </a:r>
            <a:r>
              <a:rPr lang="en" sz="1100" b="1">
                <a:solidFill>
                  <a:schemeClr val="dk2"/>
                </a:solidFill>
              </a:rPr>
              <a:t>change the stroke and fill color</a:t>
            </a:r>
            <a:r>
              <a:rPr lang="en" sz="1100">
                <a:solidFill>
                  <a:schemeClr val="lt1"/>
                </a:solidFill>
              </a:rPr>
              <a:t>; just select the icon and click on the </a:t>
            </a:r>
            <a:r>
              <a:rPr lang="en" sz="1100" b="1">
                <a:solidFill>
                  <a:schemeClr val="dk2"/>
                </a:solidFill>
              </a:rPr>
              <a:t>paint bucket/pen</a:t>
            </a:r>
            <a:r>
              <a:rPr lang="en" sz="1100">
                <a:solidFill>
                  <a:schemeClr val="lt1"/>
                </a:solidFill>
              </a:rPr>
              <a:t>.</a:t>
            </a: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In Google Slides, you can also use </a:t>
            </a:r>
            <a:r>
              <a:rPr lang="en" sz="1100" b="1">
                <a:solidFill>
                  <a:schemeClr val="dk2"/>
                </a:solidFill>
                <a:uFill>
                  <a:noFill/>
                </a:uFill>
                <a:hlinkClick r:id="rId3">
                  <a:extLst>
                    <a:ext uri="{A12FA001-AC4F-418D-AE19-62706E023703}">
                      <ahyp:hlinkClr xmlns:ahyp="http://schemas.microsoft.com/office/drawing/2018/hyperlinkcolor" val="tx"/>
                    </a:ext>
                  </a:extLst>
                </a:hlinkClick>
              </a:rPr>
              <a:t>Flaticon’s extension</a:t>
            </a:r>
            <a:r>
              <a:rPr lang="en" sz="1100">
                <a:solidFill>
                  <a:schemeClr val="lt1"/>
                </a:solidFill>
              </a:rPr>
              <a:t>, allowing you to customize and add even more icons.</a:t>
            </a:r>
            <a:endParaRPr sz="1100">
              <a:solidFill>
                <a:schemeClr val="lt1"/>
              </a:solidFill>
            </a:endParaRPr>
          </a:p>
        </p:txBody>
      </p:sp>
      <p:sp>
        <p:nvSpPr>
          <p:cNvPr id="5884" name="Google Shape;5884;p61"/>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...and our sets of editable icons</a:t>
            </a:r>
            <a:endParaRPr/>
          </a:p>
        </p:txBody>
      </p:sp>
      <p:grpSp>
        <p:nvGrpSpPr>
          <p:cNvPr id="5885" name="Google Shape;5885;p61"/>
          <p:cNvGrpSpPr/>
          <p:nvPr/>
        </p:nvGrpSpPr>
        <p:grpSpPr>
          <a:xfrm>
            <a:off x="7248742" y="3975375"/>
            <a:ext cx="195300" cy="343772"/>
            <a:chOff x="3999225" y="4364775"/>
            <a:chExt cx="195300" cy="343772"/>
          </a:xfrm>
        </p:grpSpPr>
        <p:grpSp>
          <p:nvGrpSpPr>
            <p:cNvPr id="5886" name="Google Shape;5886;p61"/>
            <p:cNvGrpSpPr/>
            <p:nvPr/>
          </p:nvGrpSpPr>
          <p:grpSpPr>
            <a:xfrm>
              <a:off x="4048568" y="4562577"/>
              <a:ext cx="97317" cy="145970"/>
              <a:chOff x="1529575" y="2222650"/>
              <a:chExt cx="203125" cy="304675"/>
            </a:xfrm>
          </p:grpSpPr>
          <p:sp>
            <p:nvSpPr>
              <p:cNvPr id="5887" name="Google Shape;5887;p61"/>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61"/>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9" name="Google Shape;5889;p61"/>
            <p:cNvGrpSpPr/>
            <p:nvPr/>
          </p:nvGrpSpPr>
          <p:grpSpPr>
            <a:xfrm>
              <a:off x="3999225" y="4364775"/>
              <a:ext cx="195300" cy="195300"/>
              <a:chOff x="3999225" y="4364775"/>
              <a:chExt cx="195300" cy="195300"/>
            </a:xfrm>
          </p:grpSpPr>
          <p:sp>
            <p:nvSpPr>
              <p:cNvPr id="5890" name="Google Shape;5890;p61"/>
              <p:cNvSpPr/>
              <p:nvPr/>
            </p:nvSpPr>
            <p:spPr>
              <a:xfrm>
                <a:off x="3999225" y="436477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61"/>
              <p:cNvSpPr/>
              <p:nvPr/>
            </p:nvSpPr>
            <p:spPr>
              <a:xfrm>
                <a:off x="4029725" y="439525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92" name="Google Shape;5892;p61"/>
          <p:cNvGrpSpPr/>
          <p:nvPr/>
        </p:nvGrpSpPr>
        <p:grpSpPr>
          <a:xfrm>
            <a:off x="7564186" y="3991627"/>
            <a:ext cx="277088" cy="259611"/>
            <a:chOff x="4335888" y="4398114"/>
            <a:chExt cx="277088" cy="259611"/>
          </a:xfrm>
        </p:grpSpPr>
        <p:grpSp>
          <p:nvGrpSpPr>
            <p:cNvPr id="5893" name="Google Shape;5893;p61"/>
            <p:cNvGrpSpPr/>
            <p:nvPr/>
          </p:nvGrpSpPr>
          <p:grpSpPr>
            <a:xfrm>
              <a:off x="4335888" y="4462425"/>
              <a:ext cx="195300" cy="195300"/>
              <a:chOff x="4335888" y="4462425"/>
              <a:chExt cx="195300" cy="195300"/>
            </a:xfrm>
          </p:grpSpPr>
          <p:sp>
            <p:nvSpPr>
              <p:cNvPr id="5894" name="Google Shape;5894;p61"/>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61"/>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6" name="Google Shape;5896;p61"/>
            <p:cNvGrpSpPr/>
            <p:nvPr/>
          </p:nvGrpSpPr>
          <p:grpSpPr>
            <a:xfrm>
              <a:off x="4509813" y="4398114"/>
              <a:ext cx="103162" cy="103198"/>
              <a:chOff x="2277975" y="2021700"/>
              <a:chExt cx="215325" cy="215400"/>
            </a:xfrm>
          </p:grpSpPr>
          <p:sp>
            <p:nvSpPr>
              <p:cNvPr id="5897" name="Google Shape;5897;p61"/>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61"/>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99" name="Google Shape;5899;p61"/>
          <p:cNvGrpSpPr/>
          <p:nvPr/>
        </p:nvGrpSpPr>
        <p:grpSpPr>
          <a:xfrm>
            <a:off x="7961419" y="4049613"/>
            <a:ext cx="392275" cy="195300"/>
            <a:chOff x="4752588" y="4440200"/>
            <a:chExt cx="392275" cy="195300"/>
          </a:xfrm>
        </p:grpSpPr>
        <p:grpSp>
          <p:nvGrpSpPr>
            <p:cNvPr id="5900" name="Google Shape;5900;p61"/>
            <p:cNvGrpSpPr/>
            <p:nvPr/>
          </p:nvGrpSpPr>
          <p:grpSpPr>
            <a:xfrm>
              <a:off x="4950384" y="4469728"/>
              <a:ext cx="194479" cy="136244"/>
              <a:chOff x="3163375" y="2175125"/>
              <a:chExt cx="405925" cy="284375"/>
            </a:xfrm>
          </p:grpSpPr>
          <p:sp>
            <p:nvSpPr>
              <p:cNvPr id="5901" name="Google Shape;5901;p61"/>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869FB2"/>
              </a:solidFill>
              <a:ln w="19050" cap="sq"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61"/>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869FB2"/>
              </a:solidFill>
              <a:ln w="19050" cap="rnd"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61"/>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4" name="Google Shape;5904;p61"/>
            <p:cNvGrpSpPr/>
            <p:nvPr/>
          </p:nvGrpSpPr>
          <p:grpSpPr>
            <a:xfrm>
              <a:off x="4752588" y="4440200"/>
              <a:ext cx="195300" cy="195300"/>
              <a:chOff x="4335888" y="4462425"/>
              <a:chExt cx="195300" cy="195300"/>
            </a:xfrm>
          </p:grpSpPr>
          <p:sp>
            <p:nvSpPr>
              <p:cNvPr id="5905" name="Google Shape;5905;p61"/>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61"/>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5910"/>
        <p:cNvGrpSpPr/>
        <p:nvPr/>
      </p:nvGrpSpPr>
      <p:grpSpPr>
        <a:xfrm>
          <a:off x="0" y="0"/>
          <a:ext cx="0" cy="0"/>
          <a:chOff x="0" y="0"/>
          <a:chExt cx="0" cy="0"/>
        </a:xfrm>
      </p:grpSpPr>
      <p:grpSp>
        <p:nvGrpSpPr>
          <p:cNvPr id="5911" name="Google Shape;5911;p62"/>
          <p:cNvGrpSpPr/>
          <p:nvPr/>
        </p:nvGrpSpPr>
        <p:grpSpPr>
          <a:xfrm>
            <a:off x="856199" y="1311179"/>
            <a:ext cx="322099" cy="370529"/>
            <a:chOff x="-42971725" y="3217825"/>
            <a:chExt cx="275675" cy="317125"/>
          </a:xfrm>
        </p:grpSpPr>
        <p:sp>
          <p:nvSpPr>
            <p:cNvPr id="5912" name="Google Shape;5912;p62"/>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62"/>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62"/>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5" name="Google Shape;5915;p62"/>
          <p:cNvGrpSpPr/>
          <p:nvPr/>
        </p:nvGrpSpPr>
        <p:grpSpPr>
          <a:xfrm>
            <a:off x="828113" y="1779835"/>
            <a:ext cx="378270" cy="337551"/>
            <a:chOff x="-42996150" y="3612600"/>
            <a:chExt cx="323750" cy="288900"/>
          </a:xfrm>
        </p:grpSpPr>
        <p:sp>
          <p:nvSpPr>
            <p:cNvPr id="5916" name="Google Shape;5916;p62"/>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62"/>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62"/>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9" name="Google Shape;5919;p62"/>
          <p:cNvGrpSpPr/>
          <p:nvPr/>
        </p:nvGrpSpPr>
        <p:grpSpPr>
          <a:xfrm>
            <a:off x="830874" y="2189205"/>
            <a:ext cx="372749" cy="370909"/>
            <a:chOff x="-42994575" y="3950300"/>
            <a:chExt cx="319025" cy="317450"/>
          </a:xfrm>
        </p:grpSpPr>
        <p:sp>
          <p:nvSpPr>
            <p:cNvPr id="5920" name="Google Shape;5920;p62"/>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62"/>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62"/>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3" name="Google Shape;5923;p62"/>
          <p:cNvGrpSpPr/>
          <p:nvPr/>
        </p:nvGrpSpPr>
        <p:grpSpPr>
          <a:xfrm>
            <a:off x="2984269" y="1336037"/>
            <a:ext cx="371785" cy="370879"/>
            <a:chOff x="-41111350" y="3239100"/>
            <a:chExt cx="318200" cy="317425"/>
          </a:xfrm>
        </p:grpSpPr>
        <p:sp>
          <p:nvSpPr>
            <p:cNvPr id="5924" name="Google Shape;5924;p62"/>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62"/>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62"/>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62"/>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8" name="Google Shape;5928;p62"/>
          <p:cNvGrpSpPr/>
          <p:nvPr/>
        </p:nvGrpSpPr>
        <p:grpSpPr>
          <a:xfrm>
            <a:off x="2980588" y="1771568"/>
            <a:ext cx="379146" cy="370967"/>
            <a:chOff x="-41117650" y="3605525"/>
            <a:chExt cx="324500" cy="317500"/>
          </a:xfrm>
        </p:grpSpPr>
        <p:sp>
          <p:nvSpPr>
            <p:cNvPr id="5929" name="Google Shape;5929;p62"/>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62"/>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62"/>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32" name="Google Shape;5932;p62"/>
          <p:cNvSpPr/>
          <p:nvPr/>
        </p:nvSpPr>
        <p:spPr>
          <a:xfrm>
            <a:off x="2986719" y="2221154"/>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33" name="Google Shape;5933;p62"/>
          <p:cNvGrpSpPr/>
          <p:nvPr/>
        </p:nvGrpSpPr>
        <p:grpSpPr>
          <a:xfrm>
            <a:off x="1806843" y="2663092"/>
            <a:ext cx="216271" cy="371814"/>
            <a:chOff x="-39205300" y="3220175"/>
            <a:chExt cx="185100" cy="318225"/>
          </a:xfrm>
        </p:grpSpPr>
        <p:sp>
          <p:nvSpPr>
            <p:cNvPr id="5934" name="Google Shape;5934;p62"/>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62"/>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6" name="Google Shape;5936;p62"/>
          <p:cNvGrpSpPr/>
          <p:nvPr/>
        </p:nvGrpSpPr>
        <p:grpSpPr>
          <a:xfrm>
            <a:off x="1772370" y="3123163"/>
            <a:ext cx="300016" cy="369273"/>
            <a:chOff x="-39248625" y="3588600"/>
            <a:chExt cx="256775" cy="316050"/>
          </a:xfrm>
        </p:grpSpPr>
        <p:sp>
          <p:nvSpPr>
            <p:cNvPr id="5937" name="Google Shape;5937;p62"/>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62"/>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39" name="Google Shape;5939;p62"/>
          <p:cNvSpPr/>
          <p:nvPr/>
        </p:nvSpPr>
        <p:spPr>
          <a:xfrm>
            <a:off x="1743391" y="3578789"/>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62"/>
          <p:cNvSpPr/>
          <p:nvPr/>
        </p:nvSpPr>
        <p:spPr>
          <a:xfrm>
            <a:off x="3932939" y="2650227"/>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41" name="Google Shape;5941;p62"/>
          <p:cNvGrpSpPr/>
          <p:nvPr/>
        </p:nvGrpSpPr>
        <p:grpSpPr>
          <a:xfrm>
            <a:off x="1223084" y="1311179"/>
            <a:ext cx="429504" cy="370879"/>
            <a:chOff x="-42651700" y="3217825"/>
            <a:chExt cx="367600" cy="317425"/>
          </a:xfrm>
        </p:grpSpPr>
        <p:sp>
          <p:nvSpPr>
            <p:cNvPr id="5942" name="Google Shape;5942;p62"/>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62"/>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62"/>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62"/>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6" name="Google Shape;5946;p62"/>
          <p:cNvGrpSpPr/>
          <p:nvPr/>
        </p:nvGrpSpPr>
        <p:grpSpPr>
          <a:xfrm>
            <a:off x="1258516" y="1750829"/>
            <a:ext cx="358640" cy="363226"/>
            <a:chOff x="-42617300" y="3587775"/>
            <a:chExt cx="306950" cy="310875"/>
          </a:xfrm>
        </p:grpSpPr>
        <p:sp>
          <p:nvSpPr>
            <p:cNvPr id="5947" name="Google Shape;5947;p62"/>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62"/>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49" name="Google Shape;5949;p62"/>
          <p:cNvSpPr/>
          <p:nvPr/>
        </p:nvSpPr>
        <p:spPr>
          <a:xfrm>
            <a:off x="1254968" y="2189872"/>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50" name="Google Shape;5950;p62"/>
          <p:cNvGrpSpPr/>
          <p:nvPr/>
        </p:nvGrpSpPr>
        <p:grpSpPr>
          <a:xfrm>
            <a:off x="3430343" y="1335569"/>
            <a:ext cx="376926" cy="370324"/>
            <a:chOff x="-40748275" y="3238700"/>
            <a:chExt cx="322600" cy="316950"/>
          </a:xfrm>
        </p:grpSpPr>
        <p:sp>
          <p:nvSpPr>
            <p:cNvPr id="5951" name="Google Shape;5951;p62"/>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62"/>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62"/>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62"/>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62"/>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62"/>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7" name="Google Shape;5957;p62"/>
          <p:cNvGrpSpPr/>
          <p:nvPr/>
        </p:nvGrpSpPr>
        <p:grpSpPr>
          <a:xfrm>
            <a:off x="3432899" y="1803553"/>
            <a:ext cx="371814" cy="338690"/>
            <a:chOff x="-40745125" y="3632900"/>
            <a:chExt cx="318225" cy="289875"/>
          </a:xfrm>
        </p:grpSpPr>
        <p:sp>
          <p:nvSpPr>
            <p:cNvPr id="5958" name="Google Shape;5958;p62"/>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62"/>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62"/>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62"/>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62"/>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62"/>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62"/>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5" name="Google Shape;5965;p62"/>
          <p:cNvGrpSpPr/>
          <p:nvPr/>
        </p:nvGrpSpPr>
        <p:grpSpPr>
          <a:xfrm>
            <a:off x="3437047" y="2214764"/>
            <a:ext cx="363518" cy="370178"/>
            <a:chOff x="-40742750" y="3972175"/>
            <a:chExt cx="311125" cy="316825"/>
          </a:xfrm>
        </p:grpSpPr>
        <p:sp>
          <p:nvSpPr>
            <p:cNvPr id="5966" name="Google Shape;5966;p62"/>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62"/>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8" name="Google Shape;5968;p62"/>
          <p:cNvGrpSpPr/>
          <p:nvPr/>
        </p:nvGrpSpPr>
        <p:grpSpPr>
          <a:xfrm>
            <a:off x="2219708" y="2664932"/>
            <a:ext cx="266892" cy="369974"/>
            <a:chOff x="-38860325" y="3221750"/>
            <a:chExt cx="228425" cy="316650"/>
          </a:xfrm>
        </p:grpSpPr>
        <p:sp>
          <p:nvSpPr>
            <p:cNvPr id="5969" name="Google Shape;5969;p62"/>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62"/>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62"/>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62"/>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3" name="Google Shape;5973;p62"/>
          <p:cNvGrpSpPr/>
          <p:nvPr/>
        </p:nvGrpSpPr>
        <p:grpSpPr>
          <a:xfrm>
            <a:off x="2170515" y="3126989"/>
            <a:ext cx="380081" cy="367111"/>
            <a:chOff x="-38905225" y="3591875"/>
            <a:chExt cx="325300" cy="314200"/>
          </a:xfrm>
        </p:grpSpPr>
        <p:sp>
          <p:nvSpPr>
            <p:cNvPr id="5974" name="Google Shape;5974;p62"/>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62"/>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62"/>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77" name="Google Shape;5977;p62"/>
          <p:cNvSpPr/>
          <p:nvPr/>
        </p:nvSpPr>
        <p:spPr>
          <a:xfrm>
            <a:off x="2178329" y="3636767"/>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78" name="Google Shape;5978;p62"/>
          <p:cNvGrpSpPr/>
          <p:nvPr/>
        </p:nvGrpSpPr>
        <p:grpSpPr>
          <a:xfrm>
            <a:off x="3977265" y="3112069"/>
            <a:ext cx="290815" cy="369740"/>
            <a:chOff x="-37370925" y="3579105"/>
            <a:chExt cx="248900" cy="316450"/>
          </a:xfrm>
        </p:grpSpPr>
        <p:sp>
          <p:nvSpPr>
            <p:cNvPr id="5979" name="Google Shape;5979;p62"/>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62"/>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81" name="Google Shape;5981;p62"/>
          <p:cNvSpPr/>
          <p:nvPr/>
        </p:nvSpPr>
        <p:spPr>
          <a:xfrm>
            <a:off x="1677319" y="1311867"/>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62"/>
          <p:cNvSpPr/>
          <p:nvPr/>
        </p:nvSpPr>
        <p:spPr>
          <a:xfrm>
            <a:off x="1702161" y="1747169"/>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83" name="Google Shape;5983;p62"/>
          <p:cNvGrpSpPr/>
          <p:nvPr/>
        </p:nvGrpSpPr>
        <p:grpSpPr>
          <a:xfrm>
            <a:off x="1670640" y="2190140"/>
            <a:ext cx="371814" cy="369974"/>
            <a:chOff x="-42259725" y="3951100"/>
            <a:chExt cx="318225" cy="316650"/>
          </a:xfrm>
        </p:grpSpPr>
        <p:sp>
          <p:nvSpPr>
            <p:cNvPr id="5984" name="Google Shape;5984;p62"/>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62"/>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6" name="Google Shape;5986;p62"/>
          <p:cNvGrpSpPr/>
          <p:nvPr/>
        </p:nvGrpSpPr>
        <p:grpSpPr>
          <a:xfrm>
            <a:off x="3869002" y="1369161"/>
            <a:ext cx="370879" cy="337755"/>
            <a:chOff x="-40378075" y="3267450"/>
            <a:chExt cx="317425" cy="289075"/>
          </a:xfrm>
        </p:grpSpPr>
        <p:sp>
          <p:nvSpPr>
            <p:cNvPr id="5987" name="Google Shape;5987;p62"/>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62"/>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62"/>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62"/>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1" name="Google Shape;5991;p62"/>
          <p:cNvGrpSpPr/>
          <p:nvPr/>
        </p:nvGrpSpPr>
        <p:grpSpPr>
          <a:xfrm>
            <a:off x="3872668" y="1770429"/>
            <a:ext cx="363548" cy="369974"/>
            <a:chOff x="-40372575" y="3604550"/>
            <a:chExt cx="311150" cy="316650"/>
          </a:xfrm>
        </p:grpSpPr>
        <p:sp>
          <p:nvSpPr>
            <p:cNvPr id="5992" name="Google Shape;5992;p62"/>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62"/>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62"/>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95" name="Google Shape;5995;p62"/>
          <p:cNvSpPr/>
          <p:nvPr/>
        </p:nvSpPr>
        <p:spPr>
          <a:xfrm>
            <a:off x="3876000" y="2213706"/>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96" name="Google Shape;5996;p62"/>
          <p:cNvGrpSpPr/>
          <p:nvPr/>
        </p:nvGrpSpPr>
        <p:grpSpPr>
          <a:xfrm>
            <a:off x="2596617" y="2663092"/>
            <a:ext cx="399038" cy="372165"/>
            <a:chOff x="-38542250" y="3220175"/>
            <a:chExt cx="341525" cy="318525"/>
          </a:xfrm>
        </p:grpSpPr>
        <p:sp>
          <p:nvSpPr>
            <p:cNvPr id="5997" name="Google Shape;5997;p62"/>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62"/>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62"/>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0" name="Google Shape;6000;p62"/>
          <p:cNvGrpSpPr/>
          <p:nvPr/>
        </p:nvGrpSpPr>
        <p:grpSpPr>
          <a:xfrm>
            <a:off x="2618549" y="3122462"/>
            <a:ext cx="369974" cy="369068"/>
            <a:chOff x="-38537400" y="3588000"/>
            <a:chExt cx="316650" cy="315875"/>
          </a:xfrm>
        </p:grpSpPr>
        <p:sp>
          <p:nvSpPr>
            <p:cNvPr id="6001" name="Google Shape;6001;p62"/>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62"/>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62"/>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62"/>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5" name="Google Shape;6005;p62"/>
          <p:cNvGrpSpPr/>
          <p:nvPr/>
        </p:nvGrpSpPr>
        <p:grpSpPr>
          <a:xfrm>
            <a:off x="2617629" y="3579991"/>
            <a:ext cx="371814" cy="369974"/>
            <a:chOff x="-38538975" y="3954250"/>
            <a:chExt cx="318225" cy="316650"/>
          </a:xfrm>
        </p:grpSpPr>
        <p:sp>
          <p:nvSpPr>
            <p:cNvPr id="6006" name="Google Shape;6006;p62"/>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62"/>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8" name="Google Shape;6008;p62"/>
          <p:cNvGrpSpPr/>
          <p:nvPr/>
        </p:nvGrpSpPr>
        <p:grpSpPr>
          <a:xfrm>
            <a:off x="3934941" y="3574918"/>
            <a:ext cx="375465" cy="371814"/>
            <a:chOff x="-37385100" y="3949908"/>
            <a:chExt cx="321350" cy="318225"/>
          </a:xfrm>
        </p:grpSpPr>
        <p:sp>
          <p:nvSpPr>
            <p:cNvPr id="6009" name="Google Shape;6009;p62"/>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62"/>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1" name="Google Shape;6011;p62"/>
          <p:cNvGrpSpPr/>
          <p:nvPr/>
        </p:nvGrpSpPr>
        <p:grpSpPr>
          <a:xfrm>
            <a:off x="2110600" y="1310478"/>
            <a:ext cx="370909" cy="370675"/>
            <a:chOff x="-41895050" y="3217225"/>
            <a:chExt cx="317450" cy="317250"/>
          </a:xfrm>
        </p:grpSpPr>
        <p:sp>
          <p:nvSpPr>
            <p:cNvPr id="6012" name="Google Shape;6012;p62"/>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62"/>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62"/>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62"/>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62"/>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7" name="Google Shape;6017;p62"/>
          <p:cNvGrpSpPr/>
          <p:nvPr/>
        </p:nvGrpSpPr>
        <p:grpSpPr>
          <a:xfrm>
            <a:off x="2110148" y="1747412"/>
            <a:ext cx="371814" cy="369974"/>
            <a:chOff x="-41893475" y="3584850"/>
            <a:chExt cx="318225" cy="316650"/>
          </a:xfrm>
        </p:grpSpPr>
        <p:sp>
          <p:nvSpPr>
            <p:cNvPr id="6018" name="Google Shape;6018;p62"/>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62"/>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62"/>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62"/>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22" name="Google Shape;6022;p62"/>
          <p:cNvSpPr/>
          <p:nvPr/>
        </p:nvSpPr>
        <p:spPr>
          <a:xfrm>
            <a:off x="2113120" y="2191712"/>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62"/>
          <p:cNvSpPr/>
          <p:nvPr/>
        </p:nvSpPr>
        <p:spPr>
          <a:xfrm>
            <a:off x="824879" y="2684050"/>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24" name="Google Shape;6024;p62"/>
          <p:cNvGrpSpPr/>
          <p:nvPr/>
        </p:nvGrpSpPr>
        <p:grpSpPr>
          <a:xfrm>
            <a:off x="880176" y="3142704"/>
            <a:ext cx="337522" cy="370909"/>
            <a:chOff x="-39998250" y="3605325"/>
            <a:chExt cx="288875" cy="317450"/>
          </a:xfrm>
        </p:grpSpPr>
        <p:sp>
          <p:nvSpPr>
            <p:cNvPr id="6025" name="Google Shape;6025;p62"/>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62"/>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7" name="Google Shape;6027;p62"/>
          <p:cNvGrpSpPr/>
          <p:nvPr/>
        </p:nvGrpSpPr>
        <p:grpSpPr>
          <a:xfrm>
            <a:off x="863950" y="3601168"/>
            <a:ext cx="369974" cy="369945"/>
            <a:chOff x="-40011050" y="3972375"/>
            <a:chExt cx="316650" cy="316625"/>
          </a:xfrm>
        </p:grpSpPr>
        <p:sp>
          <p:nvSpPr>
            <p:cNvPr id="6028" name="Google Shape;6028;p62"/>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62"/>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0" name="Google Shape;6030;p62"/>
          <p:cNvGrpSpPr/>
          <p:nvPr/>
        </p:nvGrpSpPr>
        <p:grpSpPr>
          <a:xfrm>
            <a:off x="3095881" y="2665867"/>
            <a:ext cx="266921" cy="369039"/>
            <a:chOff x="-38129425" y="3222550"/>
            <a:chExt cx="228450" cy="315850"/>
          </a:xfrm>
        </p:grpSpPr>
        <p:sp>
          <p:nvSpPr>
            <p:cNvPr id="6031" name="Google Shape;6031;p62"/>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62"/>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3" name="Google Shape;6033;p62"/>
          <p:cNvGrpSpPr/>
          <p:nvPr/>
        </p:nvGrpSpPr>
        <p:grpSpPr>
          <a:xfrm>
            <a:off x="3050850" y="3122462"/>
            <a:ext cx="371785" cy="369974"/>
            <a:chOff x="-38172725" y="3588000"/>
            <a:chExt cx="318200" cy="316650"/>
          </a:xfrm>
        </p:grpSpPr>
        <p:sp>
          <p:nvSpPr>
            <p:cNvPr id="6034" name="Google Shape;6034;p62"/>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62"/>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62"/>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62"/>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62"/>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62"/>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62"/>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62"/>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2" name="Google Shape;6042;p62"/>
          <p:cNvGrpSpPr/>
          <p:nvPr/>
        </p:nvGrpSpPr>
        <p:grpSpPr>
          <a:xfrm>
            <a:off x="3126752" y="3580897"/>
            <a:ext cx="219981" cy="369974"/>
            <a:chOff x="-38109725" y="3955025"/>
            <a:chExt cx="188275" cy="316650"/>
          </a:xfrm>
        </p:grpSpPr>
        <p:sp>
          <p:nvSpPr>
            <p:cNvPr id="6043" name="Google Shape;6043;p62"/>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62"/>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45" name="Google Shape;6045;p62"/>
          <p:cNvSpPr/>
          <p:nvPr/>
        </p:nvSpPr>
        <p:spPr>
          <a:xfrm>
            <a:off x="2228355" y="4040658"/>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46" name="Google Shape;6046;p62"/>
          <p:cNvGrpSpPr/>
          <p:nvPr/>
        </p:nvGrpSpPr>
        <p:grpSpPr>
          <a:xfrm>
            <a:off x="2542151" y="1312318"/>
            <a:ext cx="373654" cy="369068"/>
            <a:chOff x="-41530375" y="3218800"/>
            <a:chExt cx="319800" cy="315875"/>
          </a:xfrm>
        </p:grpSpPr>
        <p:sp>
          <p:nvSpPr>
            <p:cNvPr id="6047" name="Google Shape;6047;p62"/>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62"/>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9" name="Google Shape;6049;p62"/>
          <p:cNvGrpSpPr/>
          <p:nvPr/>
        </p:nvGrpSpPr>
        <p:grpSpPr>
          <a:xfrm>
            <a:off x="2544444" y="1827476"/>
            <a:ext cx="369068" cy="289004"/>
            <a:chOff x="-41526450" y="3653375"/>
            <a:chExt cx="315875" cy="247350"/>
          </a:xfrm>
        </p:grpSpPr>
        <p:sp>
          <p:nvSpPr>
            <p:cNvPr id="6050" name="Google Shape;6050;p62"/>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62"/>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2" name="Google Shape;6052;p62"/>
          <p:cNvGrpSpPr/>
          <p:nvPr/>
        </p:nvGrpSpPr>
        <p:grpSpPr>
          <a:xfrm>
            <a:off x="2545831" y="2190140"/>
            <a:ext cx="366293" cy="369974"/>
            <a:chOff x="-41526450" y="3951100"/>
            <a:chExt cx="313500" cy="316650"/>
          </a:xfrm>
        </p:grpSpPr>
        <p:sp>
          <p:nvSpPr>
            <p:cNvPr id="6053" name="Google Shape;6053;p62"/>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62"/>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62"/>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6" name="Google Shape;6056;p62"/>
          <p:cNvGrpSpPr/>
          <p:nvPr/>
        </p:nvGrpSpPr>
        <p:grpSpPr>
          <a:xfrm>
            <a:off x="1311086" y="2684269"/>
            <a:ext cx="339595" cy="371814"/>
            <a:chOff x="-39625900" y="3238300"/>
            <a:chExt cx="290650" cy="318225"/>
          </a:xfrm>
        </p:grpSpPr>
        <p:sp>
          <p:nvSpPr>
            <p:cNvPr id="6057" name="Google Shape;6057;p62"/>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62"/>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59" name="Google Shape;6059;p62"/>
          <p:cNvSpPr/>
          <p:nvPr/>
        </p:nvSpPr>
        <p:spPr>
          <a:xfrm>
            <a:off x="1333259" y="3143395"/>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0" name="Google Shape;6060;p62"/>
          <p:cNvGrpSpPr/>
          <p:nvPr/>
        </p:nvGrpSpPr>
        <p:grpSpPr>
          <a:xfrm>
            <a:off x="1305137" y="3600730"/>
            <a:ext cx="366293" cy="370441"/>
            <a:chOff x="-39647175" y="3972000"/>
            <a:chExt cx="313500" cy="317050"/>
          </a:xfrm>
        </p:grpSpPr>
        <p:sp>
          <p:nvSpPr>
            <p:cNvPr id="6061" name="Google Shape;6061;p62"/>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62"/>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62"/>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4" name="Google Shape;6064;p62"/>
          <p:cNvGrpSpPr/>
          <p:nvPr/>
        </p:nvGrpSpPr>
        <p:grpSpPr>
          <a:xfrm>
            <a:off x="3474265" y="2664728"/>
            <a:ext cx="375495" cy="370879"/>
            <a:chOff x="-37808850" y="3221575"/>
            <a:chExt cx="321375" cy="317425"/>
          </a:xfrm>
        </p:grpSpPr>
        <p:sp>
          <p:nvSpPr>
            <p:cNvPr id="6065" name="Google Shape;6065;p62"/>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62"/>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7" name="Google Shape;6067;p62"/>
          <p:cNvGrpSpPr/>
          <p:nvPr/>
        </p:nvGrpSpPr>
        <p:grpSpPr>
          <a:xfrm>
            <a:off x="3483038" y="3186759"/>
            <a:ext cx="372749" cy="241158"/>
            <a:chOff x="-37806500" y="3643030"/>
            <a:chExt cx="319025" cy="206400"/>
          </a:xfrm>
        </p:grpSpPr>
        <p:sp>
          <p:nvSpPr>
            <p:cNvPr id="6068" name="Google Shape;6068;p62"/>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62"/>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0" name="Google Shape;6070;p62"/>
          <p:cNvGrpSpPr/>
          <p:nvPr/>
        </p:nvGrpSpPr>
        <p:grpSpPr>
          <a:xfrm>
            <a:off x="3485346" y="3579056"/>
            <a:ext cx="368134" cy="371814"/>
            <a:chOff x="-37804925" y="3953450"/>
            <a:chExt cx="315075" cy="318225"/>
          </a:xfrm>
        </p:grpSpPr>
        <p:sp>
          <p:nvSpPr>
            <p:cNvPr id="6071" name="Google Shape;6071;p62"/>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62"/>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62"/>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74" name="Google Shape;6074;p62"/>
          <p:cNvSpPr/>
          <p:nvPr/>
        </p:nvSpPr>
        <p:spPr>
          <a:xfrm>
            <a:off x="2734290" y="4043800"/>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75" name="Google Shape;6075;p62"/>
          <p:cNvGrpSpPr/>
          <p:nvPr/>
        </p:nvGrpSpPr>
        <p:grpSpPr>
          <a:xfrm>
            <a:off x="4840364" y="1328538"/>
            <a:ext cx="355663" cy="308725"/>
            <a:chOff x="-28462125" y="3199700"/>
            <a:chExt cx="298550" cy="259150"/>
          </a:xfrm>
        </p:grpSpPr>
        <p:sp>
          <p:nvSpPr>
            <p:cNvPr id="6076" name="Google Shape;6076;p62"/>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62"/>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62"/>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9" name="Google Shape;6079;p62"/>
          <p:cNvGrpSpPr/>
          <p:nvPr/>
        </p:nvGrpSpPr>
        <p:grpSpPr>
          <a:xfrm>
            <a:off x="4841317" y="1763228"/>
            <a:ext cx="353757" cy="352833"/>
            <a:chOff x="-28461325" y="3545475"/>
            <a:chExt cx="296950" cy="296175"/>
          </a:xfrm>
        </p:grpSpPr>
        <p:sp>
          <p:nvSpPr>
            <p:cNvPr id="6080" name="Google Shape;6080;p62"/>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62"/>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62"/>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62"/>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62"/>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62"/>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6" name="Google Shape;6086;p62"/>
          <p:cNvGrpSpPr/>
          <p:nvPr/>
        </p:nvGrpSpPr>
        <p:grpSpPr>
          <a:xfrm>
            <a:off x="4837550" y="2213272"/>
            <a:ext cx="361292" cy="352803"/>
            <a:chOff x="-28463700" y="3914875"/>
            <a:chExt cx="303275" cy="296150"/>
          </a:xfrm>
        </p:grpSpPr>
        <p:sp>
          <p:nvSpPr>
            <p:cNvPr id="6087" name="Google Shape;6087;p62"/>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62"/>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9" name="Google Shape;6089;p62"/>
          <p:cNvGrpSpPr/>
          <p:nvPr/>
        </p:nvGrpSpPr>
        <p:grpSpPr>
          <a:xfrm>
            <a:off x="7072335" y="1369355"/>
            <a:ext cx="351880" cy="227092"/>
            <a:chOff x="-26573400" y="3224125"/>
            <a:chExt cx="295375" cy="190625"/>
          </a:xfrm>
        </p:grpSpPr>
        <p:sp>
          <p:nvSpPr>
            <p:cNvPr id="6090" name="Google Shape;6090;p62"/>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62"/>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2" name="Google Shape;6092;p62"/>
          <p:cNvGrpSpPr/>
          <p:nvPr/>
        </p:nvGrpSpPr>
        <p:grpSpPr>
          <a:xfrm>
            <a:off x="7072335" y="1763690"/>
            <a:ext cx="351880" cy="351910"/>
            <a:chOff x="-26573400" y="3546250"/>
            <a:chExt cx="295375" cy="295400"/>
          </a:xfrm>
        </p:grpSpPr>
        <p:sp>
          <p:nvSpPr>
            <p:cNvPr id="6093" name="Google Shape;6093;p62"/>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62"/>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62"/>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62"/>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62"/>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8" name="Google Shape;6098;p62"/>
          <p:cNvGrpSpPr/>
          <p:nvPr/>
        </p:nvGrpSpPr>
        <p:grpSpPr>
          <a:xfrm>
            <a:off x="7060615" y="2213599"/>
            <a:ext cx="375319" cy="352148"/>
            <a:chOff x="-26583625" y="3917025"/>
            <a:chExt cx="315050" cy="295600"/>
          </a:xfrm>
        </p:grpSpPr>
        <p:sp>
          <p:nvSpPr>
            <p:cNvPr id="6099" name="Google Shape;6099;p62"/>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62"/>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62"/>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62"/>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03" name="Google Shape;6103;p62"/>
          <p:cNvSpPr/>
          <p:nvPr/>
        </p:nvSpPr>
        <p:spPr>
          <a:xfrm>
            <a:off x="5727703" y="269411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04" name="Google Shape;6104;p62"/>
          <p:cNvGrpSpPr/>
          <p:nvPr/>
        </p:nvGrpSpPr>
        <p:grpSpPr>
          <a:xfrm>
            <a:off x="5759130" y="3172629"/>
            <a:ext cx="289039" cy="352833"/>
            <a:chOff x="-24694925" y="3518700"/>
            <a:chExt cx="242625" cy="296175"/>
          </a:xfrm>
        </p:grpSpPr>
        <p:sp>
          <p:nvSpPr>
            <p:cNvPr id="6105" name="Google Shape;6105;p62"/>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62"/>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62"/>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62"/>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9" name="Google Shape;6109;p62"/>
          <p:cNvGrpSpPr/>
          <p:nvPr/>
        </p:nvGrpSpPr>
        <p:grpSpPr>
          <a:xfrm>
            <a:off x="5758668" y="3622657"/>
            <a:ext cx="289962" cy="352833"/>
            <a:chOff x="-24709100" y="3888875"/>
            <a:chExt cx="243400" cy="296175"/>
          </a:xfrm>
        </p:grpSpPr>
        <p:sp>
          <p:nvSpPr>
            <p:cNvPr id="6110" name="Google Shape;6110;p62"/>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62"/>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62"/>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62"/>
          <p:cNvGrpSpPr/>
          <p:nvPr/>
        </p:nvGrpSpPr>
        <p:grpSpPr>
          <a:xfrm>
            <a:off x="7958668" y="2695320"/>
            <a:ext cx="356556" cy="349557"/>
            <a:chOff x="-22863675" y="3131775"/>
            <a:chExt cx="299300" cy="293425"/>
          </a:xfrm>
        </p:grpSpPr>
        <p:sp>
          <p:nvSpPr>
            <p:cNvPr id="6114" name="Google Shape;6114;p62"/>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62"/>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62"/>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7" name="Google Shape;6117;p62"/>
          <p:cNvGrpSpPr/>
          <p:nvPr/>
        </p:nvGrpSpPr>
        <p:grpSpPr>
          <a:xfrm>
            <a:off x="5301532" y="1306499"/>
            <a:ext cx="310602" cy="352803"/>
            <a:chOff x="-28069875" y="3175300"/>
            <a:chExt cx="260725" cy="296150"/>
          </a:xfrm>
        </p:grpSpPr>
        <p:sp>
          <p:nvSpPr>
            <p:cNvPr id="6118" name="Google Shape;6118;p62"/>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62"/>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62"/>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62"/>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62"/>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62"/>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62"/>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62"/>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62"/>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27" name="Google Shape;6127;p62"/>
          <p:cNvSpPr/>
          <p:nvPr/>
        </p:nvSpPr>
        <p:spPr>
          <a:xfrm>
            <a:off x="5280965" y="176423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28" name="Google Shape;6128;p62"/>
          <p:cNvGrpSpPr/>
          <p:nvPr/>
        </p:nvGrpSpPr>
        <p:grpSpPr>
          <a:xfrm>
            <a:off x="5342810" y="2213733"/>
            <a:ext cx="228045" cy="351880"/>
            <a:chOff x="-28032075" y="3916450"/>
            <a:chExt cx="191425" cy="295375"/>
          </a:xfrm>
        </p:grpSpPr>
        <p:sp>
          <p:nvSpPr>
            <p:cNvPr id="6129" name="Google Shape;6129;p62"/>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62"/>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62"/>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62"/>
          <p:cNvGrpSpPr/>
          <p:nvPr/>
        </p:nvGrpSpPr>
        <p:grpSpPr>
          <a:xfrm>
            <a:off x="7508157" y="1306484"/>
            <a:ext cx="352833" cy="352833"/>
            <a:chOff x="-26201650" y="3176075"/>
            <a:chExt cx="296175" cy="296175"/>
          </a:xfrm>
        </p:grpSpPr>
        <p:sp>
          <p:nvSpPr>
            <p:cNvPr id="6133" name="Google Shape;6133;p62"/>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62"/>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5" name="Google Shape;6135;p62"/>
          <p:cNvGrpSpPr/>
          <p:nvPr/>
        </p:nvGrpSpPr>
        <p:grpSpPr>
          <a:xfrm>
            <a:off x="7507680" y="1763705"/>
            <a:ext cx="353786" cy="351880"/>
            <a:chOff x="-26204800" y="3547050"/>
            <a:chExt cx="296975" cy="295375"/>
          </a:xfrm>
        </p:grpSpPr>
        <p:sp>
          <p:nvSpPr>
            <p:cNvPr id="6136" name="Google Shape;6136;p62"/>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62"/>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38" name="Google Shape;6138;p62"/>
          <p:cNvSpPr/>
          <p:nvPr/>
        </p:nvSpPr>
        <p:spPr>
          <a:xfrm>
            <a:off x="7540567" y="221320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39" name="Google Shape;6139;p62"/>
          <p:cNvGrpSpPr/>
          <p:nvPr/>
        </p:nvGrpSpPr>
        <p:grpSpPr>
          <a:xfrm>
            <a:off x="6178935" y="2693683"/>
            <a:ext cx="345328" cy="352833"/>
            <a:chOff x="-24353875" y="3147725"/>
            <a:chExt cx="289875" cy="296175"/>
          </a:xfrm>
        </p:grpSpPr>
        <p:sp>
          <p:nvSpPr>
            <p:cNvPr id="6140" name="Google Shape;6140;p62"/>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62"/>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2" name="Google Shape;6142;p62"/>
          <p:cNvGrpSpPr/>
          <p:nvPr/>
        </p:nvGrpSpPr>
        <p:grpSpPr>
          <a:xfrm>
            <a:off x="6186917" y="3173090"/>
            <a:ext cx="329365" cy="351910"/>
            <a:chOff x="-24344425" y="3519475"/>
            <a:chExt cx="276475" cy="295400"/>
          </a:xfrm>
        </p:grpSpPr>
        <p:sp>
          <p:nvSpPr>
            <p:cNvPr id="6143" name="Google Shape;6143;p62"/>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62"/>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5" name="Google Shape;6145;p62"/>
          <p:cNvGrpSpPr/>
          <p:nvPr/>
        </p:nvGrpSpPr>
        <p:grpSpPr>
          <a:xfrm>
            <a:off x="6176597" y="3625010"/>
            <a:ext cx="350004" cy="348128"/>
            <a:chOff x="-24353075" y="3891250"/>
            <a:chExt cx="293800" cy="292225"/>
          </a:xfrm>
        </p:grpSpPr>
        <p:sp>
          <p:nvSpPr>
            <p:cNvPr id="6146" name="Google Shape;6146;p62"/>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62"/>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8" name="Google Shape;6148;p62"/>
          <p:cNvGrpSpPr/>
          <p:nvPr/>
        </p:nvGrpSpPr>
        <p:grpSpPr>
          <a:xfrm>
            <a:off x="7960068" y="3173313"/>
            <a:ext cx="353757" cy="351463"/>
            <a:chOff x="-22845575" y="3504075"/>
            <a:chExt cx="296950" cy="295025"/>
          </a:xfrm>
        </p:grpSpPr>
        <p:sp>
          <p:nvSpPr>
            <p:cNvPr id="6149" name="Google Shape;6149;p62"/>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62"/>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1" name="Google Shape;6151;p62"/>
          <p:cNvGrpSpPr/>
          <p:nvPr/>
        </p:nvGrpSpPr>
        <p:grpSpPr>
          <a:xfrm>
            <a:off x="5753249" y="1306961"/>
            <a:ext cx="299344" cy="351880"/>
            <a:chOff x="-27691025" y="3175300"/>
            <a:chExt cx="251275" cy="295375"/>
          </a:xfrm>
        </p:grpSpPr>
        <p:sp>
          <p:nvSpPr>
            <p:cNvPr id="6152" name="Google Shape;6152;p62"/>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62"/>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62"/>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62"/>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6" name="Google Shape;6156;p62"/>
          <p:cNvGrpSpPr/>
          <p:nvPr/>
        </p:nvGrpSpPr>
        <p:grpSpPr>
          <a:xfrm>
            <a:off x="5725566" y="1825637"/>
            <a:ext cx="354710" cy="228015"/>
            <a:chOff x="-27721750" y="3598250"/>
            <a:chExt cx="297750" cy="191400"/>
          </a:xfrm>
        </p:grpSpPr>
        <p:sp>
          <p:nvSpPr>
            <p:cNvPr id="6157" name="Google Shape;6157;p62"/>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62"/>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9" name="Google Shape;6159;p62"/>
          <p:cNvGrpSpPr/>
          <p:nvPr/>
        </p:nvGrpSpPr>
        <p:grpSpPr>
          <a:xfrm>
            <a:off x="5726966" y="2219183"/>
            <a:ext cx="351910" cy="340980"/>
            <a:chOff x="-27719400" y="3925600"/>
            <a:chExt cx="295400" cy="286225"/>
          </a:xfrm>
        </p:grpSpPr>
        <p:sp>
          <p:nvSpPr>
            <p:cNvPr id="6160" name="Google Shape;6160;p62"/>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62"/>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2" name="Google Shape;6162;p62"/>
          <p:cNvGrpSpPr/>
          <p:nvPr/>
        </p:nvGrpSpPr>
        <p:grpSpPr>
          <a:xfrm>
            <a:off x="7948238" y="1306023"/>
            <a:ext cx="353757" cy="353757"/>
            <a:chOff x="-25834600" y="3176875"/>
            <a:chExt cx="296950" cy="296950"/>
          </a:xfrm>
        </p:grpSpPr>
        <p:sp>
          <p:nvSpPr>
            <p:cNvPr id="6163" name="Google Shape;6163;p62"/>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62"/>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62"/>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62"/>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62"/>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8" name="Google Shape;6168;p62"/>
          <p:cNvGrpSpPr/>
          <p:nvPr/>
        </p:nvGrpSpPr>
        <p:grpSpPr>
          <a:xfrm>
            <a:off x="7948238" y="1774024"/>
            <a:ext cx="353757" cy="331241"/>
            <a:chOff x="-25834600" y="3564375"/>
            <a:chExt cx="296950" cy="278050"/>
          </a:xfrm>
        </p:grpSpPr>
        <p:sp>
          <p:nvSpPr>
            <p:cNvPr id="6169" name="Google Shape;6169;p62"/>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62"/>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62"/>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62"/>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62"/>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62"/>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62"/>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62"/>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7" name="Google Shape;6177;p62"/>
          <p:cNvGrpSpPr/>
          <p:nvPr/>
        </p:nvGrpSpPr>
        <p:grpSpPr>
          <a:xfrm>
            <a:off x="7946362" y="2213376"/>
            <a:ext cx="357509" cy="352595"/>
            <a:chOff x="-25834600" y="3915850"/>
            <a:chExt cx="300100" cy="295975"/>
          </a:xfrm>
        </p:grpSpPr>
        <p:sp>
          <p:nvSpPr>
            <p:cNvPr id="6178" name="Google Shape;6178;p62"/>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62"/>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62"/>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1" name="Google Shape;6181;p62"/>
          <p:cNvGrpSpPr/>
          <p:nvPr/>
        </p:nvGrpSpPr>
        <p:grpSpPr>
          <a:xfrm>
            <a:off x="6681790" y="2694606"/>
            <a:ext cx="228968" cy="350987"/>
            <a:chOff x="-23930925" y="3149300"/>
            <a:chExt cx="192200" cy="294625"/>
          </a:xfrm>
        </p:grpSpPr>
        <p:sp>
          <p:nvSpPr>
            <p:cNvPr id="6182" name="Google Shape;6182;p62"/>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62"/>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62"/>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62"/>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6" name="Google Shape;6186;p62"/>
          <p:cNvGrpSpPr/>
          <p:nvPr/>
        </p:nvGrpSpPr>
        <p:grpSpPr>
          <a:xfrm>
            <a:off x="6638620" y="3173090"/>
            <a:ext cx="315307" cy="351910"/>
            <a:chOff x="-23962425" y="3519475"/>
            <a:chExt cx="264675" cy="295400"/>
          </a:xfrm>
        </p:grpSpPr>
        <p:sp>
          <p:nvSpPr>
            <p:cNvPr id="6187" name="Google Shape;6187;p62"/>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62"/>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89" name="Google Shape;6189;p62"/>
          <p:cNvSpPr/>
          <p:nvPr/>
        </p:nvSpPr>
        <p:spPr>
          <a:xfrm>
            <a:off x="6609056" y="362680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90" name="Google Shape;6190;p62"/>
          <p:cNvGrpSpPr/>
          <p:nvPr/>
        </p:nvGrpSpPr>
        <p:grpSpPr>
          <a:xfrm>
            <a:off x="8017295" y="3623134"/>
            <a:ext cx="239302" cy="351880"/>
            <a:chOff x="-22788075" y="3904625"/>
            <a:chExt cx="200875" cy="295375"/>
          </a:xfrm>
        </p:grpSpPr>
        <p:sp>
          <p:nvSpPr>
            <p:cNvPr id="6191" name="Google Shape;6191;p62"/>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62"/>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62"/>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62"/>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5" name="Google Shape;6195;p62"/>
          <p:cNvGrpSpPr/>
          <p:nvPr/>
        </p:nvGrpSpPr>
        <p:grpSpPr>
          <a:xfrm>
            <a:off x="6172593" y="1306499"/>
            <a:ext cx="354710" cy="352803"/>
            <a:chOff x="-27351575" y="3175300"/>
            <a:chExt cx="297750" cy="296150"/>
          </a:xfrm>
        </p:grpSpPr>
        <p:sp>
          <p:nvSpPr>
            <p:cNvPr id="6196" name="Google Shape;6196;p62"/>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62"/>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62"/>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62"/>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0" name="Google Shape;6200;p62"/>
          <p:cNvGrpSpPr/>
          <p:nvPr/>
        </p:nvGrpSpPr>
        <p:grpSpPr>
          <a:xfrm>
            <a:off x="6218402" y="1758809"/>
            <a:ext cx="269293" cy="353072"/>
            <a:chOff x="-27313750" y="3545275"/>
            <a:chExt cx="226050" cy="296375"/>
          </a:xfrm>
        </p:grpSpPr>
        <p:sp>
          <p:nvSpPr>
            <p:cNvPr id="6201" name="Google Shape;6201;p62"/>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62"/>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62"/>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4" name="Google Shape;6204;p62"/>
          <p:cNvGrpSpPr/>
          <p:nvPr/>
        </p:nvGrpSpPr>
        <p:grpSpPr>
          <a:xfrm>
            <a:off x="6172593" y="2211380"/>
            <a:ext cx="354710" cy="356586"/>
            <a:chOff x="-27351575" y="3915650"/>
            <a:chExt cx="297750" cy="299325"/>
          </a:xfrm>
        </p:grpSpPr>
        <p:sp>
          <p:nvSpPr>
            <p:cNvPr id="6205" name="Google Shape;6205;p62"/>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62"/>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7" name="Google Shape;6207;p62"/>
          <p:cNvGrpSpPr/>
          <p:nvPr/>
        </p:nvGrpSpPr>
        <p:grpSpPr>
          <a:xfrm>
            <a:off x="4860084" y="2693579"/>
            <a:ext cx="319060" cy="353042"/>
            <a:chOff x="-25445525" y="3175900"/>
            <a:chExt cx="267825" cy="296350"/>
          </a:xfrm>
        </p:grpSpPr>
        <p:sp>
          <p:nvSpPr>
            <p:cNvPr id="6208" name="Google Shape;6208;p62"/>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62"/>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62"/>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1" name="Google Shape;6211;p62"/>
          <p:cNvGrpSpPr/>
          <p:nvPr/>
        </p:nvGrpSpPr>
        <p:grpSpPr>
          <a:xfrm>
            <a:off x="4841797" y="3183902"/>
            <a:ext cx="355633" cy="330288"/>
            <a:chOff x="-25465200" y="3565175"/>
            <a:chExt cx="298525" cy="277250"/>
          </a:xfrm>
        </p:grpSpPr>
        <p:sp>
          <p:nvSpPr>
            <p:cNvPr id="6212" name="Google Shape;6212;p62"/>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62"/>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4" name="Google Shape;6214;p62"/>
          <p:cNvGrpSpPr/>
          <p:nvPr/>
        </p:nvGrpSpPr>
        <p:grpSpPr>
          <a:xfrm>
            <a:off x="4841336" y="3623432"/>
            <a:ext cx="356556" cy="351285"/>
            <a:chOff x="-25465200" y="3916150"/>
            <a:chExt cx="299300" cy="294875"/>
          </a:xfrm>
        </p:grpSpPr>
        <p:sp>
          <p:nvSpPr>
            <p:cNvPr id="6215" name="Google Shape;6215;p62"/>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62"/>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7" name="Google Shape;6217;p62"/>
          <p:cNvGrpSpPr/>
          <p:nvPr/>
        </p:nvGrpSpPr>
        <p:grpSpPr>
          <a:xfrm>
            <a:off x="7068775" y="2693698"/>
            <a:ext cx="351880" cy="352803"/>
            <a:chOff x="-23615075" y="3148525"/>
            <a:chExt cx="295375" cy="296150"/>
          </a:xfrm>
        </p:grpSpPr>
        <p:sp>
          <p:nvSpPr>
            <p:cNvPr id="6218" name="Google Shape;6218;p62"/>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62"/>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62"/>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62"/>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22" name="Google Shape;6222;p62"/>
          <p:cNvSpPr/>
          <p:nvPr/>
        </p:nvSpPr>
        <p:spPr>
          <a:xfrm>
            <a:off x="7066872" y="317205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23" name="Google Shape;6223;p62"/>
          <p:cNvGrpSpPr/>
          <p:nvPr/>
        </p:nvGrpSpPr>
        <p:grpSpPr>
          <a:xfrm>
            <a:off x="7068299" y="3632977"/>
            <a:ext cx="352833" cy="332194"/>
            <a:chOff x="-23615075" y="3906200"/>
            <a:chExt cx="296175" cy="278850"/>
          </a:xfrm>
        </p:grpSpPr>
        <p:sp>
          <p:nvSpPr>
            <p:cNvPr id="6224" name="Google Shape;6224;p62"/>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62"/>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62"/>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27" name="Google Shape;6227;p62"/>
          <p:cNvSpPr/>
          <p:nvPr/>
        </p:nvSpPr>
        <p:spPr>
          <a:xfrm>
            <a:off x="6187131" y="406494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28" name="Google Shape;6228;p62"/>
          <p:cNvGrpSpPr/>
          <p:nvPr/>
        </p:nvGrpSpPr>
        <p:grpSpPr>
          <a:xfrm>
            <a:off x="6617268" y="1306618"/>
            <a:ext cx="353757" cy="352565"/>
            <a:chOff x="-26980600" y="3175500"/>
            <a:chExt cx="296950" cy="295950"/>
          </a:xfrm>
        </p:grpSpPr>
        <p:sp>
          <p:nvSpPr>
            <p:cNvPr id="6229" name="Google Shape;6229;p62"/>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62"/>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62"/>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32" name="Google Shape;6232;p62"/>
          <p:cNvSpPr/>
          <p:nvPr/>
        </p:nvSpPr>
        <p:spPr>
          <a:xfrm>
            <a:off x="6639835" y="176363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33" name="Google Shape;6233;p62"/>
          <p:cNvGrpSpPr/>
          <p:nvPr/>
        </p:nvGrpSpPr>
        <p:grpSpPr>
          <a:xfrm>
            <a:off x="6617744" y="2245154"/>
            <a:ext cx="352803" cy="289039"/>
            <a:chOff x="-26981375" y="3951875"/>
            <a:chExt cx="296150" cy="242625"/>
          </a:xfrm>
        </p:grpSpPr>
        <p:sp>
          <p:nvSpPr>
            <p:cNvPr id="6234" name="Google Shape;6234;p62"/>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62"/>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62"/>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7" name="Google Shape;6237;p62"/>
          <p:cNvGrpSpPr/>
          <p:nvPr/>
        </p:nvGrpSpPr>
        <p:grpSpPr>
          <a:xfrm>
            <a:off x="5282787" y="2692745"/>
            <a:ext cx="351910" cy="354710"/>
            <a:chOff x="-25094250" y="3176075"/>
            <a:chExt cx="295400" cy="297750"/>
          </a:xfrm>
        </p:grpSpPr>
        <p:sp>
          <p:nvSpPr>
            <p:cNvPr id="6238" name="Google Shape;6238;p62"/>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62"/>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62"/>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1" name="Google Shape;6241;p62"/>
          <p:cNvGrpSpPr/>
          <p:nvPr/>
        </p:nvGrpSpPr>
        <p:grpSpPr>
          <a:xfrm>
            <a:off x="5282787" y="3173106"/>
            <a:ext cx="351910" cy="351880"/>
            <a:chOff x="-25094250" y="3547050"/>
            <a:chExt cx="295400" cy="295375"/>
          </a:xfrm>
        </p:grpSpPr>
        <p:sp>
          <p:nvSpPr>
            <p:cNvPr id="6242" name="Google Shape;6242;p62"/>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62"/>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62"/>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62"/>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62"/>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47" name="Google Shape;6247;p62"/>
          <p:cNvSpPr/>
          <p:nvPr/>
        </p:nvSpPr>
        <p:spPr>
          <a:xfrm>
            <a:off x="5282803" y="367808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8" name="Google Shape;6248;p62"/>
          <p:cNvGrpSpPr/>
          <p:nvPr/>
        </p:nvGrpSpPr>
        <p:grpSpPr>
          <a:xfrm>
            <a:off x="7514864" y="2693698"/>
            <a:ext cx="352803" cy="352803"/>
            <a:chOff x="-23245675" y="3148525"/>
            <a:chExt cx="296150" cy="296150"/>
          </a:xfrm>
        </p:grpSpPr>
        <p:sp>
          <p:nvSpPr>
            <p:cNvPr id="6249" name="Google Shape;6249;p62"/>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62"/>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62"/>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52" name="Google Shape;6252;p62"/>
          <p:cNvSpPr/>
          <p:nvPr/>
        </p:nvSpPr>
        <p:spPr>
          <a:xfrm>
            <a:off x="7557046" y="317304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3" name="Google Shape;6253;p62"/>
          <p:cNvGrpSpPr/>
          <p:nvPr/>
        </p:nvGrpSpPr>
        <p:grpSpPr>
          <a:xfrm>
            <a:off x="7515325" y="3622672"/>
            <a:ext cx="351880" cy="352803"/>
            <a:chOff x="-23244900" y="3888100"/>
            <a:chExt cx="295375" cy="296150"/>
          </a:xfrm>
        </p:grpSpPr>
        <p:sp>
          <p:nvSpPr>
            <p:cNvPr id="6254" name="Google Shape;6254;p62"/>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62"/>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62"/>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62"/>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62"/>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62"/>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62"/>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62"/>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62"/>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62"/>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62"/>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65" name="Google Shape;6265;p62"/>
          <p:cNvSpPr/>
          <p:nvPr/>
        </p:nvSpPr>
        <p:spPr>
          <a:xfrm>
            <a:off x="6591589" y="406353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62"/>
          <p:cNvSpPr txBox="1"/>
          <p:nvPr/>
        </p:nvSpPr>
        <p:spPr>
          <a:xfrm>
            <a:off x="826588"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Educational Icons</a:t>
            </a:r>
            <a:endParaRPr sz="2400">
              <a:solidFill>
                <a:schemeClr val="lt1"/>
              </a:solidFill>
            </a:endParaRPr>
          </a:p>
        </p:txBody>
      </p:sp>
      <p:sp>
        <p:nvSpPr>
          <p:cNvPr id="6267" name="Google Shape;6267;p62"/>
          <p:cNvSpPr txBox="1"/>
          <p:nvPr/>
        </p:nvSpPr>
        <p:spPr>
          <a:xfrm>
            <a:off x="4835313"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Medical Icons</a:t>
            </a:r>
            <a:endParaRPr sz="2400">
              <a:solidFill>
                <a:schemeClr val="lt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271"/>
        <p:cNvGrpSpPr/>
        <p:nvPr/>
      </p:nvGrpSpPr>
      <p:grpSpPr>
        <a:xfrm>
          <a:off x="0" y="0"/>
          <a:ext cx="0" cy="0"/>
          <a:chOff x="0" y="0"/>
          <a:chExt cx="0" cy="0"/>
        </a:xfrm>
      </p:grpSpPr>
      <p:sp>
        <p:nvSpPr>
          <p:cNvPr id="6272" name="Google Shape;6272;p63"/>
          <p:cNvSpPr/>
          <p:nvPr/>
        </p:nvSpPr>
        <p:spPr>
          <a:xfrm>
            <a:off x="832529" y="1377078"/>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73" name="Google Shape;6273;p63"/>
          <p:cNvGrpSpPr/>
          <p:nvPr/>
        </p:nvGrpSpPr>
        <p:grpSpPr>
          <a:xfrm>
            <a:off x="832654" y="1819647"/>
            <a:ext cx="367261" cy="367261"/>
            <a:chOff x="-65145700" y="3727425"/>
            <a:chExt cx="317425" cy="317425"/>
          </a:xfrm>
        </p:grpSpPr>
        <p:sp>
          <p:nvSpPr>
            <p:cNvPr id="6274" name="Google Shape;6274;p63"/>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63"/>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6" name="Google Shape;6276;p63"/>
          <p:cNvGrpSpPr/>
          <p:nvPr/>
        </p:nvGrpSpPr>
        <p:grpSpPr>
          <a:xfrm>
            <a:off x="835851" y="2248561"/>
            <a:ext cx="360868" cy="367261"/>
            <a:chOff x="-65144125" y="4094450"/>
            <a:chExt cx="311900" cy="317425"/>
          </a:xfrm>
        </p:grpSpPr>
        <p:sp>
          <p:nvSpPr>
            <p:cNvPr id="6277" name="Google Shape;6277;p63"/>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63"/>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63"/>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80" name="Google Shape;6280;p63"/>
          <p:cNvSpPr/>
          <p:nvPr/>
        </p:nvSpPr>
        <p:spPr>
          <a:xfrm>
            <a:off x="3040079" y="1375704"/>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81" name="Google Shape;6281;p63"/>
          <p:cNvGrpSpPr/>
          <p:nvPr/>
        </p:nvGrpSpPr>
        <p:grpSpPr>
          <a:xfrm>
            <a:off x="3039420" y="1819256"/>
            <a:ext cx="370645" cy="368042"/>
            <a:chOff x="-63250675" y="3744075"/>
            <a:chExt cx="320350" cy="318100"/>
          </a:xfrm>
        </p:grpSpPr>
        <p:sp>
          <p:nvSpPr>
            <p:cNvPr id="6282" name="Google Shape;6282;p63"/>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63"/>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63"/>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5" name="Google Shape;6285;p63"/>
          <p:cNvGrpSpPr/>
          <p:nvPr/>
        </p:nvGrpSpPr>
        <p:grpSpPr>
          <a:xfrm>
            <a:off x="3041112" y="2248561"/>
            <a:ext cx="367261" cy="367261"/>
            <a:chOff x="-63250675" y="4110200"/>
            <a:chExt cx="317425" cy="317425"/>
          </a:xfrm>
        </p:grpSpPr>
        <p:sp>
          <p:nvSpPr>
            <p:cNvPr id="6286" name="Google Shape;6286;p63"/>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63"/>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63"/>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63"/>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63"/>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63"/>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63"/>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63"/>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63"/>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5" name="Google Shape;6295;p63"/>
          <p:cNvGrpSpPr/>
          <p:nvPr/>
        </p:nvGrpSpPr>
        <p:grpSpPr>
          <a:xfrm>
            <a:off x="1720159" y="2745656"/>
            <a:ext cx="359075" cy="358844"/>
            <a:chOff x="-61351725" y="3372400"/>
            <a:chExt cx="310350" cy="310150"/>
          </a:xfrm>
        </p:grpSpPr>
        <p:sp>
          <p:nvSpPr>
            <p:cNvPr id="6296" name="Google Shape;6296;p63"/>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3"/>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3"/>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9" name="Google Shape;6299;p63"/>
          <p:cNvGrpSpPr/>
          <p:nvPr/>
        </p:nvGrpSpPr>
        <p:grpSpPr>
          <a:xfrm>
            <a:off x="1716514" y="3208713"/>
            <a:ext cx="366364" cy="333534"/>
            <a:chOff x="-61354875" y="3751050"/>
            <a:chExt cx="316650" cy="288275"/>
          </a:xfrm>
        </p:grpSpPr>
        <p:sp>
          <p:nvSpPr>
            <p:cNvPr id="6300" name="Google Shape;6300;p63"/>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3"/>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3"/>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3" name="Google Shape;6303;p63"/>
          <p:cNvGrpSpPr/>
          <p:nvPr/>
        </p:nvGrpSpPr>
        <p:grpSpPr>
          <a:xfrm>
            <a:off x="1716514" y="3650352"/>
            <a:ext cx="366364" cy="367290"/>
            <a:chOff x="-61354875" y="4101525"/>
            <a:chExt cx="316650" cy="317450"/>
          </a:xfrm>
        </p:grpSpPr>
        <p:sp>
          <p:nvSpPr>
            <p:cNvPr id="6304" name="Google Shape;6304;p63"/>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63"/>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6" name="Google Shape;6306;p63"/>
          <p:cNvGrpSpPr/>
          <p:nvPr/>
        </p:nvGrpSpPr>
        <p:grpSpPr>
          <a:xfrm>
            <a:off x="3932949" y="2742228"/>
            <a:ext cx="368157" cy="365699"/>
            <a:chOff x="-59470075" y="3308975"/>
            <a:chExt cx="318200" cy="316075"/>
          </a:xfrm>
        </p:grpSpPr>
        <p:sp>
          <p:nvSpPr>
            <p:cNvPr id="6307" name="Google Shape;6307;p63"/>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3"/>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3"/>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3"/>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63"/>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3"/>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3"/>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3"/>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3"/>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6" name="Google Shape;6316;p63"/>
          <p:cNvGrpSpPr/>
          <p:nvPr/>
        </p:nvGrpSpPr>
        <p:grpSpPr>
          <a:xfrm>
            <a:off x="1278379" y="1377933"/>
            <a:ext cx="367261" cy="364686"/>
            <a:chOff x="-64781025" y="3361050"/>
            <a:chExt cx="317425" cy="315200"/>
          </a:xfrm>
        </p:grpSpPr>
        <p:sp>
          <p:nvSpPr>
            <p:cNvPr id="6317" name="Google Shape;6317;p63"/>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3"/>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3"/>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3"/>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21" name="Google Shape;6321;p63"/>
          <p:cNvSpPr/>
          <p:nvPr/>
        </p:nvSpPr>
        <p:spPr>
          <a:xfrm>
            <a:off x="1278254" y="1820539"/>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3"/>
          <p:cNvSpPr/>
          <p:nvPr/>
        </p:nvSpPr>
        <p:spPr>
          <a:xfrm>
            <a:off x="1305588" y="2248541"/>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3"/>
          <p:cNvSpPr/>
          <p:nvPr/>
        </p:nvSpPr>
        <p:spPr>
          <a:xfrm>
            <a:off x="3490873" y="1417182"/>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24" name="Google Shape;6324;p63"/>
          <p:cNvGrpSpPr/>
          <p:nvPr/>
        </p:nvGrpSpPr>
        <p:grpSpPr>
          <a:xfrm>
            <a:off x="3482779" y="1819372"/>
            <a:ext cx="382765" cy="367810"/>
            <a:chOff x="-62890750" y="3747425"/>
            <a:chExt cx="330825" cy="317900"/>
          </a:xfrm>
        </p:grpSpPr>
        <p:sp>
          <p:nvSpPr>
            <p:cNvPr id="6325" name="Google Shape;6325;p63"/>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3"/>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3"/>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3"/>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3"/>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3"/>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3"/>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63"/>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63"/>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3"/>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3"/>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3"/>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63"/>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63"/>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9" name="Google Shape;6339;p63"/>
          <p:cNvGrpSpPr/>
          <p:nvPr/>
        </p:nvGrpSpPr>
        <p:grpSpPr>
          <a:xfrm>
            <a:off x="3490531" y="2249009"/>
            <a:ext cx="367261" cy="366364"/>
            <a:chOff x="-62884425" y="4111775"/>
            <a:chExt cx="317425" cy="316650"/>
          </a:xfrm>
        </p:grpSpPr>
        <p:sp>
          <p:nvSpPr>
            <p:cNvPr id="6340" name="Google Shape;6340;p63"/>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3"/>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2" name="Google Shape;6342;p63"/>
          <p:cNvGrpSpPr/>
          <p:nvPr/>
        </p:nvGrpSpPr>
        <p:grpSpPr>
          <a:xfrm>
            <a:off x="2163165" y="2745078"/>
            <a:ext cx="365438" cy="360001"/>
            <a:chOff x="-60991775" y="3376900"/>
            <a:chExt cx="315850" cy="311150"/>
          </a:xfrm>
        </p:grpSpPr>
        <p:sp>
          <p:nvSpPr>
            <p:cNvPr id="6343" name="Google Shape;6343;p63"/>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63"/>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63"/>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6" name="Google Shape;6346;p63"/>
          <p:cNvGrpSpPr/>
          <p:nvPr/>
        </p:nvGrpSpPr>
        <p:grpSpPr>
          <a:xfrm>
            <a:off x="2162702" y="3195942"/>
            <a:ext cx="366364" cy="359075"/>
            <a:chOff x="-60988625" y="3740800"/>
            <a:chExt cx="316650" cy="310350"/>
          </a:xfrm>
        </p:grpSpPr>
        <p:sp>
          <p:nvSpPr>
            <p:cNvPr id="6347" name="Google Shape;6347;p63"/>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3"/>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3"/>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0" name="Google Shape;6350;p63"/>
          <p:cNvGrpSpPr/>
          <p:nvPr/>
        </p:nvGrpSpPr>
        <p:grpSpPr>
          <a:xfrm>
            <a:off x="2162702" y="3651393"/>
            <a:ext cx="366364" cy="365207"/>
            <a:chOff x="-60987850" y="4100950"/>
            <a:chExt cx="316650" cy="315650"/>
          </a:xfrm>
        </p:grpSpPr>
        <p:sp>
          <p:nvSpPr>
            <p:cNvPr id="6351" name="Google Shape;6351;p63"/>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63"/>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63"/>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63"/>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63"/>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6" name="Google Shape;6356;p63"/>
          <p:cNvGrpSpPr/>
          <p:nvPr/>
        </p:nvGrpSpPr>
        <p:grpSpPr>
          <a:xfrm>
            <a:off x="3932486" y="3196853"/>
            <a:ext cx="369083" cy="357253"/>
            <a:chOff x="-59447250" y="3706150"/>
            <a:chExt cx="319000" cy="308775"/>
          </a:xfrm>
        </p:grpSpPr>
        <p:sp>
          <p:nvSpPr>
            <p:cNvPr id="6357" name="Google Shape;6357;p63"/>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3"/>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3"/>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3"/>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1" name="Google Shape;6361;p63"/>
          <p:cNvGrpSpPr/>
          <p:nvPr/>
        </p:nvGrpSpPr>
        <p:grpSpPr>
          <a:xfrm>
            <a:off x="1721214" y="1378164"/>
            <a:ext cx="368186" cy="364224"/>
            <a:chOff x="-64406125" y="3362225"/>
            <a:chExt cx="318225" cy="314800"/>
          </a:xfrm>
        </p:grpSpPr>
        <p:sp>
          <p:nvSpPr>
            <p:cNvPr id="6362" name="Google Shape;6362;p63"/>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63"/>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64" name="Google Shape;6364;p63"/>
          <p:cNvSpPr/>
          <p:nvPr/>
        </p:nvSpPr>
        <p:spPr>
          <a:xfrm>
            <a:off x="1784421" y="1819628"/>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65" name="Google Shape;6365;p63"/>
          <p:cNvGrpSpPr/>
          <p:nvPr/>
        </p:nvGrpSpPr>
        <p:grpSpPr>
          <a:xfrm>
            <a:off x="1721677" y="2249009"/>
            <a:ext cx="367261" cy="366364"/>
            <a:chOff x="-64410850" y="4094450"/>
            <a:chExt cx="317425" cy="316650"/>
          </a:xfrm>
        </p:grpSpPr>
        <p:sp>
          <p:nvSpPr>
            <p:cNvPr id="6366" name="Google Shape;6366;p63"/>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3"/>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3"/>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69" name="Google Shape;6369;p63"/>
          <p:cNvSpPr/>
          <p:nvPr/>
        </p:nvSpPr>
        <p:spPr>
          <a:xfrm>
            <a:off x="3965897" y="1376528"/>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70" name="Google Shape;6370;p63"/>
          <p:cNvGrpSpPr/>
          <p:nvPr/>
        </p:nvGrpSpPr>
        <p:grpSpPr>
          <a:xfrm>
            <a:off x="3943225" y="1819083"/>
            <a:ext cx="365467" cy="368389"/>
            <a:chOff x="-62516625" y="3743175"/>
            <a:chExt cx="315875" cy="318400"/>
          </a:xfrm>
        </p:grpSpPr>
        <p:sp>
          <p:nvSpPr>
            <p:cNvPr id="6371" name="Google Shape;6371;p63"/>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63"/>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3" name="Google Shape;6373;p63"/>
          <p:cNvGrpSpPr/>
          <p:nvPr/>
        </p:nvGrpSpPr>
        <p:grpSpPr>
          <a:xfrm>
            <a:off x="3950065" y="2269054"/>
            <a:ext cx="351786" cy="326274"/>
            <a:chOff x="-62511900" y="4129100"/>
            <a:chExt cx="304050" cy="282000"/>
          </a:xfrm>
        </p:grpSpPr>
        <p:sp>
          <p:nvSpPr>
            <p:cNvPr id="6374" name="Google Shape;6374;p63"/>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63"/>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63"/>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63"/>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3"/>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9" name="Google Shape;6379;p63"/>
          <p:cNvGrpSpPr/>
          <p:nvPr/>
        </p:nvGrpSpPr>
        <p:grpSpPr>
          <a:xfrm>
            <a:off x="2628187" y="2741448"/>
            <a:ext cx="310770" cy="367261"/>
            <a:chOff x="-60597975" y="3367475"/>
            <a:chExt cx="268600" cy="317425"/>
          </a:xfrm>
        </p:grpSpPr>
        <p:sp>
          <p:nvSpPr>
            <p:cNvPr id="6380" name="Google Shape;6380;p63"/>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63"/>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3"/>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63"/>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63"/>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85" name="Google Shape;6385;p63"/>
          <p:cNvSpPr/>
          <p:nvPr/>
        </p:nvSpPr>
        <p:spPr>
          <a:xfrm>
            <a:off x="2598914" y="3192959"/>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86" name="Google Shape;6386;p63"/>
          <p:cNvGrpSpPr/>
          <p:nvPr/>
        </p:nvGrpSpPr>
        <p:grpSpPr>
          <a:xfrm>
            <a:off x="2600390" y="3702764"/>
            <a:ext cx="366364" cy="262465"/>
            <a:chOff x="-60621600" y="4145650"/>
            <a:chExt cx="316650" cy="226850"/>
          </a:xfrm>
        </p:grpSpPr>
        <p:sp>
          <p:nvSpPr>
            <p:cNvPr id="6387" name="Google Shape;6387;p63"/>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3"/>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63"/>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0" name="Google Shape;6390;p63"/>
          <p:cNvGrpSpPr/>
          <p:nvPr/>
        </p:nvGrpSpPr>
        <p:grpSpPr>
          <a:xfrm>
            <a:off x="3937042" y="3651263"/>
            <a:ext cx="359972" cy="365467"/>
            <a:chOff x="-59400775" y="4084200"/>
            <a:chExt cx="311125" cy="315875"/>
          </a:xfrm>
        </p:grpSpPr>
        <p:sp>
          <p:nvSpPr>
            <p:cNvPr id="6391" name="Google Shape;6391;p63"/>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3"/>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3"/>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63"/>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63"/>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3"/>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7" name="Google Shape;6397;p63"/>
          <p:cNvGrpSpPr/>
          <p:nvPr/>
        </p:nvGrpSpPr>
        <p:grpSpPr>
          <a:xfrm>
            <a:off x="2161136" y="1377094"/>
            <a:ext cx="365438" cy="366364"/>
            <a:chOff x="-64044600" y="3360375"/>
            <a:chExt cx="315850" cy="316650"/>
          </a:xfrm>
        </p:grpSpPr>
        <p:sp>
          <p:nvSpPr>
            <p:cNvPr id="6398" name="Google Shape;6398;p63"/>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3"/>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63"/>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1" name="Google Shape;6401;p63"/>
          <p:cNvGrpSpPr/>
          <p:nvPr/>
        </p:nvGrpSpPr>
        <p:grpSpPr>
          <a:xfrm>
            <a:off x="2187559" y="1819647"/>
            <a:ext cx="312592" cy="367261"/>
            <a:chOff x="-64022550" y="3727425"/>
            <a:chExt cx="270175" cy="317425"/>
          </a:xfrm>
        </p:grpSpPr>
        <p:sp>
          <p:nvSpPr>
            <p:cNvPr id="6402" name="Google Shape;6402;p63"/>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3"/>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3"/>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5" name="Google Shape;6405;p63"/>
          <p:cNvGrpSpPr/>
          <p:nvPr/>
        </p:nvGrpSpPr>
        <p:grpSpPr>
          <a:xfrm>
            <a:off x="2211697" y="2248547"/>
            <a:ext cx="264317" cy="367290"/>
            <a:chOff x="-64001300" y="4093650"/>
            <a:chExt cx="228450" cy="317450"/>
          </a:xfrm>
        </p:grpSpPr>
        <p:sp>
          <p:nvSpPr>
            <p:cNvPr id="6406" name="Google Shape;6406;p63"/>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63"/>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63"/>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3"/>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0" name="Google Shape;6410;p63"/>
          <p:cNvGrpSpPr/>
          <p:nvPr/>
        </p:nvGrpSpPr>
        <p:grpSpPr>
          <a:xfrm>
            <a:off x="830701" y="2741838"/>
            <a:ext cx="359972" cy="366480"/>
            <a:chOff x="-62148800" y="3377700"/>
            <a:chExt cx="311125" cy="316750"/>
          </a:xfrm>
        </p:grpSpPr>
        <p:sp>
          <p:nvSpPr>
            <p:cNvPr id="6411" name="Google Shape;6411;p63"/>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3"/>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3" name="Google Shape;6413;p63"/>
          <p:cNvGrpSpPr/>
          <p:nvPr/>
        </p:nvGrpSpPr>
        <p:grpSpPr>
          <a:xfrm>
            <a:off x="826608" y="3191835"/>
            <a:ext cx="368157" cy="367290"/>
            <a:chOff x="-62154300" y="3743950"/>
            <a:chExt cx="318200" cy="317450"/>
          </a:xfrm>
        </p:grpSpPr>
        <p:sp>
          <p:nvSpPr>
            <p:cNvPr id="6414" name="Google Shape;6414;p63"/>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3"/>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6" name="Google Shape;6416;p63"/>
          <p:cNvGrpSpPr/>
          <p:nvPr/>
        </p:nvGrpSpPr>
        <p:grpSpPr>
          <a:xfrm>
            <a:off x="826594" y="3650815"/>
            <a:ext cx="368186" cy="366364"/>
            <a:chOff x="-62151950" y="4111775"/>
            <a:chExt cx="318225" cy="316650"/>
          </a:xfrm>
        </p:grpSpPr>
        <p:sp>
          <p:nvSpPr>
            <p:cNvPr id="6417" name="Google Shape;6417;p63"/>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63"/>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3"/>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3"/>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1" name="Google Shape;6421;p63"/>
          <p:cNvGrpSpPr/>
          <p:nvPr/>
        </p:nvGrpSpPr>
        <p:grpSpPr>
          <a:xfrm>
            <a:off x="3045218" y="2741361"/>
            <a:ext cx="368157" cy="367434"/>
            <a:chOff x="-60254550" y="3367325"/>
            <a:chExt cx="318200" cy="317575"/>
          </a:xfrm>
        </p:grpSpPr>
        <p:sp>
          <p:nvSpPr>
            <p:cNvPr id="6422" name="Google Shape;6422;p63"/>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3"/>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3"/>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63"/>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6" name="Google Shape;6426;p63"/>
          <p:cNvGrpSpPr/>
          <p:nvPr/>
        </p:nvGrpSpPr>
        <p:grpSpPr>
          <a:xfrm>
            <a:off x="3046115" y="3192355"/>
            <a:ext cx="366364" cy="366248"/>
            <a:chOff x="-60255350" y="3733825"/>
            <a:chExt cx="316650" cy="316550"/>
          </a:xfrm>
        </p:grpSpPr>
        <p:sp>
          <p:nvSpPr>
            <p:cNvPr id="6427" name="Google Shape;6427;p63"/>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63"/>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3"/>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3"/>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3"/>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63"/>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3"/>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4" name="Google Shape;6434;p63"/>
          <p:cNvGrpSpPr/>
          <p:nvPr/>
        </p:nvGrpSpPr>
        <p:grpSpPr>
          <a:xfrm>
            <a:off x="3073912" y="3651263"/>
            <a:ext cx="310770" cy="365467"/>
            <a:chOff x="-60232500" y="4101525"/>
            <a:chExt cx="268600" cy="315875"/>
          </a:xfrm>
        </p:grpSpPr>
        <p:sp>
          <p:nvSpPr>
            <p:cNvPr id="6435" name="Google Shape;6435;p63"/>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63"/>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37" name="Google Shape;6437;p63"/>
          <p:cNvSpPr/>
          <p:nvPr/>
        </p:nvSpPr>
        <p:spPr>
          <a:xfrm>
            <a:off x="2161686" y="4120197"/>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38" name="Google Shape;6438;p63"/>
          <p:cNvGrpSpPr/>
          <p:nvPr/>
        </p:nvGrpSpPr>
        <p:grpSpPr>
          <a:xfrm>
            <a:off x="2606912" y="1377094"/>
            <a:ext cx="368186" cy="366364"/>
            <a:chOff x="-63679950" y="3360375"/>
            <a:chExt cx="318225" cy="316650"/>
          </a:xfrm>
        </p:grpSpPr>
        <p:sp>
          <p:nvSpPr>
            <p:cNvPr id="6439" name="Google Shape;6439;p63"/>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3"/>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3"/>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63"/>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43" name="Google Shape;6443;p63"/>
          <p:cNvSpPr/>
          <p:nvPr/>
        </p:nvSpPr>
        <p:spPr>
          <a:xfrm>
            <a:off x="2605879" y="1819397"/>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44" name="Google Shape;6444;p63"/>
          <p:cNvGrpSpPr/>
          <p:nvPr/>
        </p:nvGrpSpPr>
        <p:grpSpPr>
          <a:xfrm>
            <a:off x="2605539" y="2248431"/>
            <a:ext cx="370934" cy="367521"/>
            <a:chOff x="-63679950" y="4093450"/>
            <a:chExt cx="320600" cy="317650"/>
          </a:xfrm>
        </p:grpSpPr>
        <p:sp>
          <p:nvSpPr>
            <p:cNvPr id="6445" name="Google Shape;6445;p63"/>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3"/>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63"/>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8" name="Google Shape;6448;p63"/>
          <p:cNvGrpSpPr/>
          <p:nvPr/>
        </p:nvGrpSpPr>
        <p:grpSpPr>
          <a:xfrm>
            <a:off x="1265656" y="2741433"/>
            <a:ext cx="366364" cy="367290"/>
            <a:chOff x="-61784125" y="3377700"/>
            <a:chExt cx="316650" cy="317450"/>
          </a:xfrm>
        </p:grpSpPr>
        <p:sp>
          <p:nvSpPr>
            <p:cNvPr id="6449" name="Google Shape;6449;p63"/>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63"/>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63"/>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63"/>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63"/>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3"/>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3"/>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6" name="Google Shape;6456;p63"/>
          <p:cNvGrpSpPr/>
          <p:nvPr/>
        </p:nvGrpSpPr>
        <p:grpSpPr>
          <a:xfrm>
            <a:off x="1265656" y="3191835"/>
            <a:ext cx="366364" cy="367290"/>
            <a:chOff x="-61783350" y="3743950"/>
            <a:chExt cx="316650" cy="317450"/>
          </a:xfrm>
        </p:grpSpPr>
        <p:sp>
          <p:nvSpPr>
            <p:cNvPr id="6457" name="Google Shape;6457;p63"/>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63"/>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59" name="Google Shape;6459;p63"/>
          <p:cNvSpPr/>
          <p:nvPr/>
        </p:nvSpPr>
        <p:spPr>
          <a:xfrm>
            <a:off x="1265537" y="3650636"/>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3"/>
          <p:cNvSpPr/>
          <p:nvPr/>
        </p:nvSpPr>
        <p:spPr>
          <a:xfrm>
            <a:off x="3488339" y="2751280"/>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3"/>
          <p:cNvSpPr/>
          <p:nvPr/>
        </p:nvSpPr>
        <p:spPr>
          <a:xfrm>
            <a:off x="3487428" y="3231921"/>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62" name="Google Shape;6462;p63"/>
          <p:cNvGrpSpPr/>
          <p:nvPr/>
        </p:nvGrpSpPr>
        <p:grpSpPr>
          <a:xfrm>
            <a:off x="3487080" y="3651668"/>
            <a:ext cx="369112" cy="364657"/>
            <a:chOff x="-59869425" y="4102225"/>
            <a:chExt cx="319025" cy="315175"/>
          </a:xfrm>
        </p:grpSpPr>
        <p:sp>
          <p:nvSpPr>
            <p:cNvPr id="6463" name="Google Shape;6463;p63"/>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63"/>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63"/>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63"/>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7" name="Google Shape;6467;p63"/>
          <p:cNvGrpSpPr/>
          <p:nvPr/>
        </p:nvGrpSpPr>
        <p:grpSpPr>
          <a:xfrm>
            <a:off x="2605883" y="4120490"/>
            <a:ext cx="366364" cy="365467"/>
            <a:chOff x="-59029025" y="3711650"/>
            <a:chExt cx="316650" cy="315875"/>
          </a:xfrm>
        </p:grpSpPr>
        <p:sp>
          <p:nvSpPr>
            <p:cNvPr id="6468" name="Google Shape;6468;p63"/>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63"/>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63"/>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3"/>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63"/>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63"/>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3"/>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5" name="Google Shape;6475;p63"/>
          <p:cNvGrpSpPr/>
          <p:nvPr/>
        </p:nvGrpSpPr>
        <p:grpSpPr>
          <a:xfrm>
            <a:off x="4841373" y="1398014"/>
            <a:ext cx="351940" cy="348188"/>
            <a:chOff x="581525" y="3254850"/>
            <a:chExt cx="297750" cy="294575"/>
          </a:xfrm>
        </p:grpSpPr>
        <p:sp>
          <p:nvSpPr>
            <p:cNvPr id="6476" name="Google Shape;6476;p63"/>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63"/>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63"/>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9" name="Google Shape;6479;p63"/>
          <p:cNvGrpSpPr/>
          <p:nvPr/>
        </p:nvGrpSpPr>
        <p:grpSpPr>
          <a:xfrm>
            <a:off x="4840442" y="1836950"/>
            <a:ext cx="353802" cy="351497"/>
            <a:chOff x="580725" y="3617925"/>
            <a:chExt cx="299325" cy="297375"/>
          </a:xfrm>
        </p:grpSpPr>
        <p:sp>
          <p:nvSpPr>
            <p:cNvPr id="6480" name="Google Shape;6480;p63"/>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3"/>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3"/>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3"/>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3"/>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5" name="Google Shape;6485;p63"/>
          <p:cNvGrpSpPr/>
          <p:nvPr/>
        </p:nvGrpSpPr>
        <p:grpSpPr>
          <a:xfrm>
            <a:off x="4842304" y="2284140"/>
            <a:ext cx="350079" cy="350079"/>
            <a:chOff x="583100" y="3982600"/>
            <a:chExt cx="296175" cy="296175"/>
          </a:xfrm>
        </p:grpSpPr>
        <p:sp>
          <p:nvSpPr>
            <p:cNvPr id="6486" name="Google Shape;6486;p63"/>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63"/>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3"/>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3"/>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3"/>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3"/>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3"/>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3" name="Google Shape;6493;p63"/>
          <p:cNvGrpSpPr/>
          <p:nvPr/>
        </p:nvGrpSpPr>
        <p:grpSpPr>
          <a:xfrm>
            <a:off x="7074918" y="1397764"/>
            <a:ext cx="307231" cy="348690"/>
            <a:chOff x="2423775" y="3226875"/>
            <a:chExt cx="259925" cy="295000"/>
          </a:xfrm>
        </p:grpSpPr>
        <p:sp>
          <p:nvSpPr>
            <p:cNvPr id="6494" name="Google Shape;6494;p63"/>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63"/>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3"/>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7" name="Google Shape;6497;p63"/>
          <p:cNvGrpSpPr/>
          <p:nvPr/>
        </p:nvGrpSpPr>
        <p:grpSpPr>
          <a:xfrm>
            <a:off x="7052106" y="1839049"/>
            <a:ext cx="352857" cy="347301"/>
            <a:chOff x="2404875" y="3592725"/>
            <a:chExt cx="298525" cy="293825"/>
          </a:xfrm>
        </p:grpSpPr>
        <p:sp>
          <p:nvSpPr>
            <p:cNvPr id="6498" name="Google Shape;6498;p63"/>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3"/>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3"/>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1" name="Google Shape;6501;p63"/>
          <p:cNvGrpSpPr/>
          <p:nvPr/>
        </p:nvGrpSpPr>
        <p:grpSpPr>
          <a:xfrm>
            <a:off x="7053036" y="2284614"/>
            <a:ext cx="350995" cy="349133"/>
            <a:chOff x="2404875" y="3955825"/>
            <a:chExt cx="296950" cy="295375"/>
          </a:xfrm>
        </p:grpSpPr>
        <p:sp>
          <p:nvSpPr>
            <p:cNvPr id="6502" name="Google Shape;6502;p63"/>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3"/>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63"/>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63"/>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6" name="Google Shape;6506;p63"/>
          <p:cNvGrpSpPr/>
          <p:nvPr/>
        </p:nvGrpSpPr>
        <p:grpSpPr>
          <a:xfrm>
            <a:off x="5747016" y="2748808"/>
            <a:ext cx="349163" cy="350079"/>
            <a:chOff x="4263650" y="3235150"/>
            <a:chExt cx="295400" cy="296175"/>
          </a:xfrm>
        </p:grpSpPr>
        <p:sp>
          <p:nvSpPr>
            <p:cNvPr id="6507" name="Google Shape;6507;p63"/>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63"/>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63"/>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3"/>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3"/>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2" name="Google Shape;6512;p63"/>
          <p:cNvGrpSpPr/>
          <p:nvPr/>
        </p:nvGrpSpPr>
        <p:grpSpPr>
          <a:xfrm>
            <a:off x="5744696" y="3207969"/>
            <a:ext cx="353802" cy="327739"/>
            <a:chOff x="4266025" y="3609275"/>
            <a:chExt cx="299325" cy="277275"/>
          </a:xfrm>
        </p:grpSpPr>
        <p:sp>
          <p:nvSpPr>
            <p:cNvPr id="6513" name="Google Shape;6513;p63"/>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63"/>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5" name="Google Shape;6515;p63"/>
          <p:cNvGrpSpPr/>
          <p:nvPr/>
        </p:nvGrpSpPr>
        <p:grpSpPr>
          <a:xfrm>
            <a:off x="5745154" y="3673356"/>
            <a:ext cx="352886" cy="349133"/>
            <a:chOff x="4263650" y="3963700"/>
            <a:chExt cx="298550" cy="295375"/>
          </a:xfrm>
        </p:grpSpPr>
        <p:sp>
          <p:nvSpPr>
            <p:cNvPr id="6516" name="Google Shape;6516;p63"/>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3"/>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3"/>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3"/>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63"/>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63"/>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3"/>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3" name="Google Shape;6523;p63"/>
          <p:cNvGrpSpPr/>
          <p:nvPr/>
        </p:nvGrpSpPr>
        <p:grpSpPr>
          <a:xfrm>
            <a:off x="8023491" y="2748809"/>
            <a:ext cx="226264" cy="350079"/>
            <a:chOff x="6164975" y="3211525"/>
            <a:chExt cx="191425" cy="296175"/>
          </a:xfrm>
        </p:grpSpPr>
        <p:sp>
          <p:nvSpPr>
            <p:cNvPr id="6524" name="Google Shape;6524;p63"/>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63"/>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63"/>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3"/>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3"/>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3"/>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3"/>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1" name="Google Shape;6531;p63"/>
          <p:cNvGrpSpPr/>
          <p:nvPr/>
        </p:nvGrpSpPr>
        <p:grpSpPr>
          <a:xfrm>
            <a:off x="5285528" y="1397084"/>
            <a:ext cx="352886" cy="350049"/>
            <a:chOff x="946175" y="3253275"/>
            <a:chExt cx="298550" cy="296150"/>
          </a:xfrm>
        </p:grpSpPr>
        <p:sp>
          <p:nvSpPr>
            <p:cNvPr id="6532" name="Google Shape;6532;p63"/>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63"/>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63"/>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3"/>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3"/>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7" name="Google Shape;6537;p63"/>
          <p:cNvGrpSpPr/>
          <p:nvPr/>
        </p:nvGrpSpPr>
        <p:grpSpPr>
          <a:xfrm>
            <a:off x="5286459" y="1839048"/>
            <a:ext cx="351024" cy="347301"/>
            <a:chOff x="946175" y="3619500"/>
            <a:chExt cx="296975" cy="293825"/>
          </a:xfrm>
        </p:grpSpPr>
        <p:sp>
          <p:nvSpPr>
            <p:cNvPr id="6538" name="Google Shape;6538;p63"/>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3"/>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3"/>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63"/>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63"/>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63"/>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4" name="Google Shape;6544;p63"/>
          <p:cNvGrpSpPr/>
          <p:nvPr/>
        </p:nvGrpSpPr>
        <p:grpSpPr>
          <a:xfrm>
            <a:off x="5286001" y="2283682"/>
            <a:ext cx="351940" cy="350995"/>
            <a:chOff x="944600" y="3981825"/>
            <a:chExt cx="297750" cy="296950"/>
          </a:xfrm>
        </p:grpSpPr>
        <p:sp>
          <p:nvSpPr>
            <p:cNvPr id="6545" name="Google Shape;6545;p63"/>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3"/>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63"/>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3"/>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9" name="Google Shape;6549;p63"/>
          <p:cNvGrpSpPr/>
          <p:nvPr/>
        </p:nvGrpSpPr>
        <p:grpSpPr>
          <a:xfrm>
            <a:off x="7502937" y="1397542"/>
            <a:ext cx="350079" cy="349133"/>
            <a:chOff x="2768750" y="3227275"/>
            <a:chExt cx="296175" cy="295375"/>
          </a:xfrm>
        </p:grpSpPr>
        <p:sp>
          <p:nvSpPr>
            <p:cNvPr id="6550" name="Google Shape;6550;p63"/>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3"/>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3"/>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63"/>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63"/>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3"/>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3"/>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63"/>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8" name="Google Shape;6558;p63"/>
          <p:cNvGrpSpPr/>
          <p:nvPr/>
        </p:nvGrpSpPr>
        <p:grpSpPr>
          <a:xfrm>
            <a:off x="7523888" y="1838414"/>
            <a:ext cx="308177" cy="348572"/>
            <a:chOff x="2786075" y="3591800"/>
            <a:chExt cx="260725" cy="294900"/>
          </a:xfrm>
        </p:grpSpPr>
        <p:sp>
          <p:nvSpPr>
            <p:cNvPr id="6559" name="Google Shape;6559;p63"/>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3"/>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3"/>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3"/>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3"/>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4" name="Google Shape;6564;p63"/>
          <p:cNvGrpSpPr/>
          <p:nvPr/>
        </p:nvGrpSpPr>
        <p:grpSpPr>
          <a:xfrm>
            <a:off x="7564387" y="2284141"/>
            <a:ext cx="227180" cy="350079"/>
            <a:chOff x="2819150" y="3955025"/>
            <a:chExt cx="192200" cy="296175"/>
          </a:xfrm>
        </p:grpSpPr>
        <p:sp>
          <p:nvSpPr>
            <p:cNvPr id="6565" name="Google Shape;6565;p63"/>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63"/>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3"/>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3"/>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9" name="Google Shape;6569;p63"/>
          <p:cNvGrpSpPr/>
          <p:nvPr/>
        </p:nvGrpSpPr>
        <p:grpSpPr>
          <a:xfrm>
            <a:off x="6188160" y="2749739"/>
            <a:ext cx="349133" cy="348217"/>
            <a:chOff x="4629125" y="3235150"/>
            <a:chExt cx="295375" cy="294600"/>
          </a:xfrm>
        </p:grpSpPr>
        <p:sp>
          <p:nvSpPr>
            <p:cNvPr id="6570" name="Google Shape;6570;p63"/>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3"/>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3"/>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3"/>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3"/>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5" name="Google Shape;6575;p63"/>
          <p:cNvGrpSpPr/>
          <p:nvPr/>
        </p:nvGrpSpPr>
        <p:grpSpPr>
          <a:xfrm>
            <a:off x="6188145" y="3197272"/>
            <a:ext cx="349163" cy="349133"/>
            <a:chOff x="4628325" y="3599825"/>
            <a:chExt cx="295400" cy="295375"/>
          </a:xfrm>
        </p:grpSpPr>
        <p:sp>
          <p:nvSpPr>
            <p:cNvPr id="6576" name="Google Shape;6576;p63"/>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63"/>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3"/>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3"/>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3"/>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3"/>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3"/>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3"/>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3"/>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3"/>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3"/>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3"/>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8" name="Google Shape;6588;p63"/>
          <p:cNvGrpSpPr/>
          <p:nvPr/>
        </p:nvGrpSpPr>
        <p:grpSpPr>
          <a:xfrm>
            <a:off x="6209096" y="3672883"/>
            <a:ext cx="307261" cy="350079"/>
            <a:chOff x="4645650" y="3962900"/>
            <a:chExt cx="259950" cy="296175"/>
          </a:xfrm>
        </p:grpSpPr>
        <p:sp>
          <p:nvSpPr>
            <p:cNvPr id="6589" name="Google Shape;6589;p63"/>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3"/>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3"/>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63"/>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63"/>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63"/>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5" name="Google Shape;6595;p63"/>
          <p:cNvGrpSpPr/>
          <p:nvPr/>
        </p:nvGrpSpPr>
        <p:grpSpPr>
          <a:xfrm>
            <a:off x="7962056" y="3197745"/>
            <a:ext cx="349133" cy="348188"/>
            <a:chOff x="6143725" y="3582500"/>
            <a:chExt cx="295375" cy="294575"/>
          </a:xfrm>
        </p:grpSpPr>
        <p:sp>
          <p:nvSpPr>
            <p:cNvPr id="6596" name="Google Shape;6596;p63"/>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63"/>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63"/>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63"/>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63"/>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63"/>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63"/>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3" name="Google Shape;6603;p63"/>
          <p:cNvGrpSpPr/>
          <p:nvPr/>
        </p:nvGrpSpPr>
        <p:grpSpPr>
          <a:xfrm>
            <a:off x="5730883" y="1397084"/>
            <a:ext cx="350995" cy="350049"/>
            <a:chOff x="1310075" y="3253275"/>
            <a:chExt cx="296950" cy="296150"/>
          </a:xfrm>
        </p:grpSpPr>
        <p:sp>
          <p:nvSpPr>
            <p:cNvPr id="6604" name="Google Shape;6604;p63"/>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63"/>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63"/>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07" name="Google Shape;6607;p63"/>
          <p:cNvSpPr/>
          <p:nvPr/>
        </p:nvSpPr>
        <p:spPr>
          <a:xfrm>
            <a:off x="5732303" y="1839172"/>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8" name="Google Shape;6608;p63"/>
          <p:cNvGrpSpPr/>
          <p:nvPr/>
        </p:nvGrpSpPr>
        <p:grpSpPr>
          <a:xfrm>
            <a:off x="5730410" y="2283343"/>
            <a:ext cx="351941" cy="351675"/>
            <a:chOff x="1310075" y="3980250"/>
            <a:chExt cx="297750" cy="297525"/>
          </a:xfrm>
        </p:grpSpPr>
        <p:sp>
          <p:nvSpPr>
            <p:cNvPr id="6609" name="Google Shape;6609;p63"/>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63"/>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63"/>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63"/>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3" name="Google Shape;6613;p63"/>
          <p:cNvGrpSpPr/>
          <p:nvPr/>
        </p:nvGrpSpPr>
        <p:grpSpPr>
          <a:xfrm>
            <a:off x="7995198" y="1397542"/>
            <a:ext cx="266305" cy="349133"/>
            <a:chOff x="3167275" y="3227275"/>
            <a:chExt cx="225300" cy="295375"/>
          </a:xfrm>
        </p:grpSpPr>
        <p:sp>
          <p:nvSpPr>
            <p:cNvPr id="6614" name="Google Shape;6614;p63"/>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63"/>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63"/>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63"/>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63"/>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19" name="Google Shape;6619;p63"/>
          <p:cNvSpPr/>
          <p:nvPr/>
        </p:nvSpPr>
        <p:spPr>
          <a:xfrm>
            <a:off x="7944537" y="1837428"/>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20" name="Google Shape;6620;p63"/>
          <p:cNvGrpSpPr/>
          <p:nvPr/>
        </p:nvGrpSpPr>
        <p:grpSpPr>
          <a:xfrm>
            <a:off x="7952380" y="2284599"/>
            <a:ext cx="351940" cy="349163"/>
            <a:chOff x="3133425" y="3955025"/>
            <a:chExt cx="297750" cy="295400"/>
          </a:xfrm>
        </p:grpSpPr>
        <p:sp>
          <p:nvSpPr>
            <p:cNvPr id="6621" name="Google Shape;6621;p63"/>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63"/>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63"/>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4" name="Google Shape;6624;p63"/>
          <p:cNvGrpSpPr/>
          <p:nvPr/>
        </p:nvGrpSpPr>
        <p:grpSpPr>
          <a:xfrm>
            <a:off x="6632554" y="2748187"/>
            <a:ext cx="350079" cy="351320"/>
            <a:chOff x="4991425" y="3234750"/>
            <a:chExt cx="296175" cy="297225"/>
          </a:xfrm>
        </p:grpSpPr>
        <p:sp>
          <p:nvSpPr>
            <p:cNvPr id="6625" name="Google Shape;6625;p63"/>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63"/>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63"/>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63"/>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63"/>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63"/>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1" name="Google Shape;6631;p63"/>
          <p:cNvGrpSpPr/>
          <p:nvPr/>
        </p:nvGrpSpPr>
        <p:grpSpPr>
          <a:xfrm>
            <a:off x="6632554" y="3217750"/>
            <a:ext cx="350079" cy="308177"/>
            <a:chOff x="4991425" y="3617150"/>
            <a:chExt cx="296175" cy="260725"/>
          </a:xfrm>
        </p:grpSpPr>
        <p:sp>
          <p:nvSpPr>
            <p:cNvPr id="6632" name="Google Shape;6632;p63"/>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63"/>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3"/>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63"/>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63"/>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63"/>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63"/>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9" name="Google Shape;6639;p63"/>
          <p:cNvGrpSpPr/>
          <p:nvPr/>
        </p:nvGrpSpPr>
        <p:grpSpPr>
          <a:xfrm>
            <a:off x="6709827" y="3673341"/>
            <a:ext cx="195532" cy="349163"/>
            <a:chOff x="5056800" y="3962900"/>
            <a:chExt cx="165425" cy="295400"/>
          </a:xfrm>
        </p:grpSpPr>
        <p:sp>
          <p:nvSpPr>
            <p:cNvPr id="6640" name="Google Shape;6640;p63"/>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3"/>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63"/>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3" name="Google Shape;6643;p63"/>
          <p:cNvGrpSpPr/>
          <p:nvPr/>
        </p:nvGrpSpPr>
        <p:grpSpPr>
          <a:xfrm>
            <a:off x="7961125" y="3673357"/>
            <a:ext cx="350995" cy="349133"/>
            <a:chOff x="6168925" y="3936925"/>
            <a:chExt cx="296950" cy="295375"/>
          </a:xfrm>
        </p:grpSpPr>
        <p:sp>
          <p:nvSpPr>
            <p:cNvPr id="6644" name="Google Shape;6644;p63"/>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63"/>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63"/>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63"/>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63"/>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63"/>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0" name="Google Shape;6650;p63"/>
          <p:cNvGrpSpPr/>
          <p:nvPr/>
        </p:nvGrpSpPr>
        <p:grpSpPr>
          <a:xfrm>
            <a:off x="6174844" y="1390429"/>
            <a:ext cx="348188" cy="349133"/>
            <a:chOff x="1674750" y="3254050"/>
            <a:chExt cx="294575" cy="295375"/>
          </a:xfrm>
        </p:grpSpPr>
        <p:sp>
          <p:nvSpPr>
            <p:cNvPr id="6651" name="Google Shape;6651;p63"/>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63"/>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63"/>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4" name="Google Shape;6654;p63"/>
          <p:cNvGrpSpPr/>
          <p:nvPr/>
        </p:nvGrpSpPr>
        <p:grpSpPr>
          <a:xfrm>
            <a:off x="6189239" y="1838132"/>
            <a:ext cx="319347" cy="349133"/>
            <a:chOff x="1687350" y="3618725"/>
            <a:chExt cx="270175" cy="295375"/>
          </a:xfrm>
        </p:grpSpPr>
        <p:sp>
          <p:nvSpPr>
            <p:cNvPr id="6655" name="Google Shape;6655;p63"/>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63"/>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63"/>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8" name="Google Shape;6658;p63"/>
          <p:cNvGrpSpPr/>
          <p:nvPr/>
        </p:nvGrpSpPr>
        <p:grpSpPr>
          <a:xfrm>
            <a:off x="6172942" y="2284613"/>
            <a:ext cx="351940" cy="349133"/>
            <a:chOff x="1672375" y="3982600"/>
            <a:chExt cx="297750" cy="295375"/>
          </a:xfrm>
        </p:grpSpPr>
        <p:sp>
          <p:nvSpPr>
            <p:cNvPr id="6659" name="Google Shape;6659;p63"/>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63"/>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63"/>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2" name="Google Shape;6662;p63"/>
          <p:cNvGrpSpPr/>
          <p:nvPr/>
        </p:nvGrpSpPr>
        <p:grpSpPr>
          <a:xfrm>
            <a:off x="4864934" y="2748808"/>
            <a:ext cx="350079" cy="350079"/>
            <a:chOff x="3497300" y="3227275"/>
            <a:chExt cx="296175" cy="296175"/>
          </a:xfrm>
        </p:grpSpPr>
        <p:sp>
          <p:nvSpPr>
            <p:cNvPr id="6663" name="Google Shape;6663;p63"/>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63"/>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63"/>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63"/>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63"/>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63"/>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63"/>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63"/>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1" name="Google Shape;6671;p63"/>
          <p:cNvGrpSpPr/>
          <p:nvPr/>
        </p:nvGrpSpPr>
        <p:grpSpPr>
          <a:xfrm>
            <a:off x="4865407" y="3198203"/>
            <a:ext cx="349133" cy="347272"/>
            <a:chOff x="3497300" y="3591950"/>
            <a:chExt cx="295375" cy="293800"/>
          </a:xfrm>
        </p:grpSpPr>
        <p:sp>
          <p:nvSpPr>
            <p:cNvPr id="6672" name="Google Shape;6672;p63"/>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63"/>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63"/>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63"/>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63"/>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63"/>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63"/>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63"/>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0" name="Google Shape;6680;p63"/>
          <p:cNvGrpSpPr/>
          <p:nvPr/>
        </p:nvGrpSpPr>
        <p:grpSpPr>
          <a:xfrm>
            <a:off x="4865407" y="3673341"/>
            <a:ext cx="349133" cy="349163"/>
            <a:chOff x="3497300" y="3955025"/>
            <a:chExt cx="295375" cy="295400"/>
          </a:xfrm>
        </p:grpSpPr>
        <p:sp>
          <p:nvSpPr>
            <p:cNvPr id="6681" name="Google Shape;6681;p63"/>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63"/>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63"/>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4" name="Google Shape;6684;p63"/>
          <p:cNvGrpSpPr/>
          <p:nvPr/>
        </p:nvGrpSpPr>
        <p:grpSpPr>
          <a:xfrm>
            <a:off x="7089979" y="2749532"/>
            <a:ext cx="327739" cy="348631"/>
            <a:chOff x="5364750" y="3235150"/>
            <a:chExt cx="277275" cy="294950"/>
          </a:xfrm>
        </p:grpSpPr>
        <p:sp>
          <p:nvSpPr>
            <p:cNvPr id="6685" name="Google Shape;6685;p63"/>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63"/>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63"/>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63"/>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63"/>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63"/>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63"/>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63"/>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3" name="Google Shape;6693;p63"/>
          <p:cNvGrpSpPr/>
          <p:nvPr/>
        </p:nvGrpSpPr>
        <p:grpSpPr>
          <a:xfrm>
            <a:off x="7078337" y="3195868"/>
            <a:ext cx="351024" cy="351941"/>
            <a:chOff x="5355300" y="3598250"/>
            <a:chExt cx="296975" cy="297750"/>
          </a:xfrm>
        </p:grpSpPr>
        <p:sp>
          <p:nvSpPr>
            <p:cNvPr id="6694" name="Google Shape;6694;p63"/>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63"/>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63"/>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63"/>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63"/>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63"/>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63"/>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63"/>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2" name="Google Shape;6702;p63"/>
          <p:cNvGrpSpPr/>
          <p:nvPr/>
        </p:nvGrpSpPr>
        <p:grpSpPr>
          <a:xfrm>
            <a:off x="7082533" y="3734790"/>
            <a:ext cx="342632" cy="226264"/>
            <a:chOff x="5358450" y="4015675"/>
            <a:chExt cx="289875" cy="191425"/>
          </a:xfrm>
        </p:grpSpPr>
        <p:sp>
          <p:nvSpPr>
            <p:cNvPr id="6703" name="Google Shape;6703;p63"/>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63"/>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63"/>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63"/>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7" name="Google Shape;6707;p63"/>
          <p:cNvGrpSpPr/>
          <p:nvPr/>
        </p:nvGrpSpPr>
        <p:grpSpPr>
          <a:xfrm>
            <a:off x="6209015" y="4117322"/>
            <a:ext cx="351024" cy="325464"/>
            <a:chOff x="6543825" y="3202075"/>
            <a:chExt cx="296975" cy="275350"/>
          </a:xfrm>
        </p:grpSpPr>
        <p:sp>
          <p:nvSpPr>
            <p:cNvPr id="6708" name="Google Shape;6708;p63"/>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63"/>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63"/>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63"/>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63"/>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63"/>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63"/>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5" name="Google Shape;6715;p63"/>
          <p:cNvGrpSpPr/>
          <p:nvPr/>
        </p:nvGrpSpPr>
        <p:grpSpPr>
          <a:xfrm>
            <a:off x="6615996" y="1397069"/>
            <a:ext cx="350079" cy="350079"/>
            <a:chOff x="2037825" y="3254050"/>
            <a:chExt cx="296175" cy="296175"/>
          </a:xfrm>
        </p:grpSpPr>
        <p:sp>
          <p:nvSpPr>
            <p:cNvPr id="6716" name="Google Shape;6716;p63"/>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63"/>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63"/>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63"/>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63"/>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63"/>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2" name="Google Shape;6722;p63"/>
          <p:cNvGrpSpPr/>
          <p:nvPr/>
        </p:nvGrpSpPr>
        <p:grpSpPr>
          <a:xfrm>
            <a:off x="6614135" y="1838236"/>
            <a:ext cx="353802" cy="348926"/>
            <a:chOff x="2034675" y="3617925"/>
            <a:chExt cx="299325" cy="295200"/>
          </a:xfrm>
        </p:grpSpPr>
        <p:sp>
          <p:nvSpPr>
            <p:cNvPr id="6723" name="Google Shape;6723;p63"/>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63"/>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63"/>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63"/>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63"/>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8" name="Google Shape;6728;p63"/>
          <p:cNvGrpSpPr/>
          <p:nvPr/>
        </p:nvGrpSpPr>
        <p:grpSpPr>
          <a:xfrm>
            <a:off x="6615996" y="2284613"/>
            <a:ext cx="350079" cy="349133"/>
            <a:chOff x="2037825" y="3981825"/>
            <a:chExt cx="296175" cy="295375"/>
          </a:xfrm>
        </p:grpSpPr>
        <p:sp>
          <p:nvSpPr>
            <p:cNvPr id="6729" name="Google Shape;6729;p63"/>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63"/>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63"/>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2" name="Google Shape;6732;p63"/>
          <p:cNvGrpSpPr/>
          <p:nvPr/>
        </p:nvGrpSpPr>
        <p:grpSpPr>
          <a:xfrm>
            <a:off x="5301014" y="2780929"/>
            <a:ext cx="350079" cy="285837"/>
            <a:chOff x="3860400" y="3254050"/>
            <a:chExt cx="296175" cy="241825"/>
          </a:xfrm>
        </p:grpSpPr>
        <p:sp>
          <p:nvSpPr>
            <p:cNvPr id="6733" name="Google Shape;6733;p63"/>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63"/>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63"/>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63"/>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63"/>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63"/>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63"/>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0" name="Google Shape;6740;p63"/>
          <p:cNvGrpSpPr/>
          <p:nvPr/>
        </p:nvGrpSpPr>
        <p:grpSpPr>
          <a:xfrm>
            <a:off x="5300541" y="3196800"/>
            <a:ext cx="351024" cy="350079"/>
            <a:chOff x="3859600" y="3591950"/>
            <a:chExt cx="296975" cy="296175"/>
          </a:xfrm>
        </p:grpSpPr>
        <p:sp>
          <p:nvSpPr>
            <p:cNvPr id="6741" name="Google Shape;6741;p63"/>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63"/>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63"/>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4" name="Google Shape;6744;p63"/>
          <p:cNvGrpSpPr/>
          <p:nvPr/>
        </p:nvGrpSpPr>
        <p:grpSpPr>
          <a:xfrm>
            <a:off x="5301014" y="3672883"/>
            <a:ext cx="350079" cy="350079"/>
            <a:chOff x="3860400" y="3955025"/>
            <a:chExt cx="296175" cy="296175"/>
          </a:xfrm>
        </p:grpSpPr>
        <p:sp>
          <p:nvSpPr>
            <p:cNvPr id="6745" name="Google Shape;6745;p63"/>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63"/>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63"/>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63"/>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63"/>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0" name="Google Shape;6750;p63"/>
          <p:cNvGrpSpPr/>
          <p:nvPr/>
        </p:nvGrpSpPr>
        <p:grpSpPr>
          <a:xfrm>
            <a:off x="7516230" y="2749281"/>
            <a:ext cx="355664" cy="349133"/>
            <a:chOff x="5716825" y="3235950"/>
            <a:chExt cx="300900" cy="295375"/>
          </a:xfrm>
        </p:grpSpPr>
        <p:sp>
          <p:nvSpPr>
            <p:cNvPr id="6751" name="Google Shape;6751;p63"/>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63"/>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63"/>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63"/>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5" name="Google Shape;6755;p63"/>
          <p:cNvGrpSpPr/>
          <p:nvPr/>
        </p:nvGrpSpPr>
        <p:grpSpPr>
          <a:xfrm>
            <a:off x="7529261" y="3207969"/>
            <a:ext cx="329601" cy="327739"/>
            <a:chOff x="5727850" y="3609275"/>
            <a:chExt cx="278850" cy="277275"/>
          </a:xfrm>
        </p:grpSpPr>
        <p:sp>
          <p:nvSpPr>
            <p:cNvPr id="6756" name="Google Shape;6756;p63"/>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63"/>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63"/>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63"/>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63"/>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1" name="Google Shape;6761;p63"/>
          <p:cNvGrpSpPr/>
          <p:nvPr/>
        </p:nvGrpSpPr>
        <p:grpSpPr>
          <a:xfrm>
            <a:off x="7540446" y="3673356"/>
            <a:ext cx="307231" cy="349133"/>
            <a:chOff x="5736525" y="3963700"/>
            <a:chExt cx="259925" cy="295375"/>
          </a:xfrm>
        </p:grpSpPr>
        <p:sp>
          <p:nvSpPr>
            <p:cNvPr id="6762" name="Google Shape;6762;p63"/>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63"/>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63"/>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63"/>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63"/>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63"/>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63"/>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9" name="Google Shape;6769;p63"/>
          <p:cNvGrpSpPr/>
          <p:nvPr/>
        </p:nvGrpSpPr>
        <p:grpSpPr>
          <a:xfrm>
            <a:off x="6632026" y="4122683"/>
            <a:ext cx="351024" cy="350079"/>
            <a:chOff x="6553275" y="3604550"/>
            <a:chExt cx="296975" cy="296175"/>
          </a:xfrm>
        </p:grpSpPr>
        <p:sp>
          <p:nvSpPr>
            <p:cNvPr id="6770" name="Google Shape;6770;p63"/>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63"/>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63"/>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63"/>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63"/>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63"/>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76" name="Google Shape;6776;p63"/>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Business Icons</a:t>
            </a:r>
            <a:endParaRPr sz="2400">
              <a:solidFill>
                <a:schemeClr val="lt1"/>
              </a:solidFill>
            </a:endParaRPr>
          </a:p>
        </p:txBody>
      </p:sp>
      <p:sp>
        <p:nvSpPr>
          <p:cNvPr id="6777" name="Google Shape;6777;p63"/>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Teamwork Icons</a:t>
            </a:r>
            <a:endParaRPr sz="2400">
              <a:solidFill>
                <a:schemeClr val="lt1"/>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781"/>
        <p:cNvGrpSpPr/>
        <p:nvPr/>
      </p:nvGrpSpPr>
      <p:grpSpPr>
        <a:xfrm>
          <a:off x="0" y="0"/>
          <a:ext cx="0" cy="0"/>
          <a:chOff x="0" y="0"/>
          <a:chExt cx="0" cy="0"/>
        </a:xfrm>
      </p:grpSpPr>
      <p:grpSp>
        <p:nvGrpSpPr>
          <p:cNvPr id="6782" name="Google Shape;6782;p64"/>
          <p:cNvGrpSpPr/>
          <p:nvPr/>
        </p:nvGrpSpPr>
        <p:grpSpPr>
          <a:xfrm>
            <a:off x="859032" y="1380546"/>
            <a:ext cx="294401" cy="353645"/>
            <a:chOff x="-35814600" y="3202075"/>
            <a:chExt cx="242625" cy="291450"/>
          </a:xfrm>
        </p:grpSpPr>
        <p:sp>
          <p:nvSpPr>
            <p:cNvPr id="6783" name="Google Shape;6783;p64"/>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64"/>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64"/>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64"/>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64"/>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64"/>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64"/>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64"/>
          <p:cNvGrpSpPr/>
          <p:nvPr/>
        </p:nvGrpSpPr>
        <p:grpSpPr>
          <a:xfrm>
            <a:off x="829410" y="1821466"/>
            <a:ext cx="353645" cy="353888"/>
            <a:chOff x="-35839800" y="3561025"/>
            <a:chExt cx="291450" cy="291650"/>
          </a:xfrm>
        </p:grpSpPr>
        <p:sp>
          <p:nvSpPr>
            <p:cNvPr id="6791" name="Google Shape;6791;p64"/>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64"/>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64"/>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64"/>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64"/>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64"/>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64"/>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98" name="Google Shape;6798;p64"/>
          <p:cNvSpPr/>
          <p:nvPr/>
        </p:nvSpPr>
        <p:spPr>
          <a:xfrm>
            <a:off x="827834" y="22570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99" name="Google Shape;6799;p64"/>
          <p:cNvGrpSpPr/>
          <p:nvPr/>
        </p:nvGrpSpPr>
        <p:grpSpPr>
          <a:xfrm>
            <a:off x="3066955" y="1380546"/>
            <a:ext cx="353645" cy="353645"/>
            <a:chOff x="-34003850" y="3227275"/>
            <a:chExt cx="291450" cy="291450"/>
          </a:xfrm>
        </p:grpSpPr>
        <p:sp>
          <p:nvSpPr>
            <p:cNvPr id="6800" name="Google Shape;6800;p64"/>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64"/>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64"/>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64"/>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64"/>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5" name="Google Shape;6805;p64"/>
          <p:cNvGrpSpPr/>
          <p:nvPr/>
        </p:nvGrpSpPr>
        <p:grpSpPr>
          <a:xfrm>
            <a:off x="3066485" y="1821238"/>
            <a:ext cx="354586" cy="354343"/>
            <a:chOff x="-34004625" y="3585850"/>
            <a:chExt cx="292225" cy="292025"/>
          </a:xfrm>
        </p:grpSpPr>
        <p:sp>
          <p:nvSpPr>
            <p:cNvPr id="6806" name="Google Shape;6806;p64"/>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64"/>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64"/>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64"/>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64"/>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1" name="Google Shape;6811;p64"/>
          <p:cNvGrpSpPr/>
          <p:nvPr/>
        </p:nvGrpSpPr>
        <p:grpSpPr>
          <a:xfrm>
            <a:off x="3066000" y="2256439"/>
            <a:ext cx="355557" cy="354616"/>
            <a:chOff x="-34005425" y="3945575"/>
            <a:chExt cx="293025" cy="292250"/>
          </a:xfrm>
        </p:grpSpPr>
        <p:sp>
          <p:nvSpPr>
            <p:cNvPr id="6812" name="Google Shape;6812;p64"/>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64"/>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64"/>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5" name="Google Shape;6815;p64"/>
          <p:cNvGrpSpPr/>
          <p:nvPr/>
        </p:nvGrpSpPr>
        <p:grpSpPr>
          <a:xfrm>
            <a:off x="1713099" y="2729615"/>
            <a:ext cx="358408" cy="355557"/>
            <a:chOff x="-32174975" y="3192625"/>
            <a:chExt cx="295375" cy="293025"/>
          </a:xfrm>
        </p:grpSpPr>
        <p:sp>
          <p:nvSpPr>
            <p:cNvPr id="6816" name="Google Shape;6816;p64"/>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64"/>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64"/>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64"/>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20" name="Google Shape;6820;p64"/>
          <p:cNvSpPr/>
          <p:nvPr/>
        </p:nvSpPr>
        <p:spPr>
          <a:xfrm>
            <a:off x="1710145" y="32006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64"/>
          <p:cNvSpPr/>
          <p:nvPr/>
        </p:nvSpPr>
        <p:spPr>
          <a:xfrm>
            <a:off x="1714923" y="36657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22" name="Google Shape;6822;p64"/>
          <p:cNvGrpSpPr/>
          <p:nvPr/>
        </p:nvGrpSpPr>
        <p:grpSpPr>
          <a:xfrm>
            <a:off x="3952249" y="2730570"/>
            <a:ext cx="354586" cy="353645"/>
            <a:chOff x="-30345325" y="3184750"/>
            <a:chExt cx="292225" cy="291450"/>
          </a:xfrm>
        </p:grpSpPr>
        <p:sp>
          <p:nvSpPr>
            <p:cNvPr id="6823" name="Google Shape;6823;p64"/>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64"/>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64"/>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64"/>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64"/>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8" name="Google Shape;6828;p64"/>
          <p:cNvGrpSpPr/>
          <p:nvPr/>
        </p:nvGrpSpPr>
        <p:grpSpPr>
          <a:xfrm>
            <a:off x="1277001" y="1380546"/>
            <a:ext cx="353645" cy="353645"/>
            <a:chOff x="-35481425" y="3202075"/>
            <a:chExt cx="291450" cy="291450"/>
          </a:xfrm>
        </p:grpSpPr>
        <p:sp>
          <p:nvSpPr>
            <p:cNvPr id="6829" name="Google Shape;6829;p64"/>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64"/>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64"/>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64"/>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64"/>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64"/>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64"/>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6" name="Google Shape;6836;p64"/>
          <p:cNvGrpSpPr/>
          <p:nvPr/>
        </p:nvGrpSpPr>
        <p:grpSpPr>
          <a:xfrm>
            <a:off x="1276531" y="1822072"/>
            <a:ext cx="354586" cy="352675"/>
            <a:chOff x="-35482200" y="3561225"/>
            <a:chExt cx="292225" cy="290650"/>
          </a:xfrm>
        </p:grpSpPr>
        <p:sp>
          <p:nvSpPr>
            <p:cNvPr id="6837" name="Google Shape;6837;p64"/>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64"/>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64"/>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0" name="Google Shape;6840;p64"/>
          <p:cNvGrpSpPr/>
          <p:nvPr/>
        </p:nvGrpSpPr>
        <p:grpSpPr>
          <a:xfrm>
            <a:off x="1277001" y="2256940"/>
            <a:ext cx="353645" cy="353615"/>
            <a:chOff x="-35481425" y="3919600"/>
            <a:chExt cx="291450" cy="291425"/>
          </a:xfrm>
        </p:grpSpPr>
        <p:sp>
          <p:nvSpPr>
            <p:cNvPr id="6841" name="Google Shape;6841;p64"/>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64"/>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64"/>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64"/>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64"/>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64"/>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64"/>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64"/>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9" name="Google Shape;6849;p64"/>
          <p:cNvGrpSpPr/>
          <p:nvPr/>
        </p:nvGrpSpPr>
        <p:grpSpPr>
          <a:xfrm>
            <a:off x="3512636" y="1381031"/>
            <a:ext cx="357468" cy="352675"/>
            <a:chOff x="-33645475" y="3228075"/>
            <a:chExt cx="294600" cy="290650"/>
          </a:xfrm>
        </p:grpSpPr>
        <p:sp>
          <p:nvSpPr>
            <p:cNvPr id="6850" name="Google Shape;6850;p64"/>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64"/>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64"/>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64"/>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64"/>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64"/>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64"/>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7" name="Google Shape;6857;p64"/>
          <p:cNvGrpSpPr/>
          <p:nvPr/>
        </p:nvGrpSpPr>
        <p:grpSpPr>
          <a:xfrm>
            <a:off x="3513606" y="1821116"/>
            <a:ext cx="355526" cy="354586"/>
            <a:chOff x="-33646250" y="3586425"/>
            <a:chExt cx="293000" cy="292225"/>
          </a:xfrm>
        </p:grpSpPr>
        <p:sp>
          <p:nvSpPr>
            <p:cNvPr id="6858" name="Google Shape;6858;p64"/>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64"/>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0" name="Google Shape;6860;p64"/>
          <p:cNvGrpSpPr/>
          <p:nvPr/>
        </p:nvGrpSpPr>
        <p:grpSpPr>
          <a:xfrm>
            <a:off x="3514076" y="2255969"/>
            <a:ext cx="354586" cy="355557"/>
            <a:chOff x="-33645475" y="3944800"/>
            <a:chExt cx="292225" cy="293025"/>
          </a:xfrm>
        </p:grpSpPr>
        <p:sp>
          <p:nvSpPr>
            <p:cNvPr id="6861" name="Google Shape;6861;p64"/>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64"/>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64"/>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64"/>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64"/>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64"/>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64"/>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64"/>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64"/>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64"/>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1" name="Google Shape;6871;p64"/>
          <p:cNvGrpSpPr/>
          <p:nvPr/>
        </p:nvGrpSpPr>
        <p:grpSpPr>
          <a:xfrm>
            <a:off x="2167295" y="2729706"/>
            <a:ext cx="352675" cy="355375"/>
            <a:chOff x="-31809525" y="3192625"/>
            <a:chExt cx="290650" cy="292875"/>
          </a:xfrm>
        </p:grpSpPr>
        <p:sp>
          <p:nvSpPr>
            <p:cNvPr id="6872" name="Google Shape;6872;p64"/>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64"/>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64"/>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64"/>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6" name="Google Shape;6876;p64"/>
          <p:cNvGrpSpPr/>
          <p:nvPr/>
        </p:nvGrpSpPr>
        <p:grpSpPr>
          <a:xfrm>
            <a:off x="2166810" y="3200258"/>
            <a:ext cx="353645" cy="355557"/>
            <a:chOff x="-31811100" y="3550975"/>
            <a:chExt cx="291450" cy="293025"/>
          </a:xfrm>
        </p:grpSpPr>
        <p:sp>
          <p:nvSpPr>
            <p:cNvPr id="6877" name="Google Shape;6877;p64"/>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64"/>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64"/>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64"/>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64"/>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64"/>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64"/>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4" name="Google Shape;6884;p64"/>
          <p:cNvGrpSpPr/>
          <p:nvPr/>
        </p:nvGrpSpPr>
        <p:grpSpPr>
          <a:xfrm>
            <a:off x="2160606" y="3664562"/>
            <a:ext cx="366052" cy="356831"/>
            <a:chOff x="-31817400" y="3910025"/>
            <a:chExt cx="301675" cy="294075"/>
          </a:xfrm>
        </p:grpSpPr>
        <p:sp>
          <p:nvSpPr>
            <p:cNvPr id="6885" name="Google Shape;6885;p64"/>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64"/>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64"/>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8" name="Google Shape;6888;p64"/>
          <p:cNvGrpSpPr/>
          <p:nvPr/>
        </p:nvGrpSpPr>
        <p:grpSpPr>
          <a:xfrm>
            <a:off x="3952234" y="3200743"/>
            <a:ext cx="354616" cy="354586"/>
            <a:chOff x="-30354000" y="3569100"/>
            <a:chExt cx="292250" cy="292225"/>
          </a:xfrm>
        </p:grpSpPr>
        <p:sp>
          <p:nvSpPr>
            <p:cNvPr id="6889" name="Google Shape;6889;p64"/>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64"/>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64"/>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64"/>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64"/>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64"/>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5" name="Google Shape;6895;p64"/>
          <p:cNvGrpSpPr/>
          <p:nvPr/>
        </p:nvGrpSpPr>
        <p:grpSpPr>
          <a:xfrm>
            <a:off x="1730812" y="1380546"/>
            <a:ext cx="342148" cy="353645"/>
            <a:chOff x="-35118325" y="3202075"/>
            <a:chExt cx="281975" cy="291450"/>
          </a:xfrm>
        </p:grpSpPr>
        <p:sp>
          <p:nvSpPr>
            <p:cNvPr id="6896" name="Google Shape;6896;p64"/>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64"/>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64"/>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64"/>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0" name="Google Shape;6900;p64"/>
          <p:cNvGrpSpPr/>
          <p:nvPr/>
        </p:nvGrpSpPr>
        <p:grpSpPr>
          <a:xfrm>
            <a:off x="1724593" y="1821799"/>
            <a:ext cx="354586" cy="353221"/>
            <a:chOff x="-35123050" y="3561225"/>
            <a:chExt cx="292225" cy="291100"/>
          </a:xfrm>
        </p:grpSpPr>
        <p:sp>
          <p:nvSpPr>
            <p:cNvPr id="6901" name="Google Shape;6901;p64"/>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64"/>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3" name="Google Shape;6903;p64"/>
          <p:cNvGrpSpPr/>
          <p:nvPr/>
        </p:nvGrpSpPr>
        <p:grpSpPr>
          <a:xfrm>
            <a:off x="1766652" y="2256940"/>
            <a:ext cx="270467" cy="353615"/>
            <a:chOff x="-35089175" y="3919600"/>
            <a:chExt cx="222900" cy="291425"/>
          </a:xfrm>
        </p:grpSpPr>
        <p:sp>
          <p:nvSpPr>
            <p:cNvPr id="6904" name="Google Shape;6904;p64"/>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64"/>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6" name="Google Shape;6906;p64"/>
          <p:cNvGrpSpPr/>
          <p:nvPr/>
        </p:nvGrpSpPr>
        <p:grpSpPr>
          <a:xfrm>
            <a:off x="3963648" y="1380303"/>
            <a:ext cx="336445" cy="354131"/>
            <a:chOff x="-33277650" y="3226875"/>
            <a:chExt cx="277275" cy="291850"/>
          </a:xfrm>
        </p:grpSpPr>
        <p:sp>
          <p:nvSpPr>
            <p:cNvPr id="6907" name="Google Shape;6907;p64"/>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64"/>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64"/>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64"/>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64"/>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64"/>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64"/>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4" name="Google Shape;6914;p64"/>
          <p:cNvGrpSpPr/>
          <p:nvPr/>
        </p:nvGrpSpPr>
        <p:grpSpPr>
          <a:xfrm>
            <a:off x="3955048" y="1821587"/>
            <a:ext cx="353645" cy="353645"/>
            <a:chOff x="-33286325" y="3586425"/>
            <a:chExt cx="291450" cy="291450"/>
          </a:xfrm>
        </p:grpSpPr>
        <p:sp>
          <p:nvSpPr>
            <p:cNvPr id="6915" name="Google Shape;6915;p64"/>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64"/>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64"/>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64"/>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64"/>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0" name="Google Shape;6920;p64"/>
          <p:cNvGrpSpPr/>
          <p:nvPr/>
        </p:nvGrpSpPr>
        <p:grpSpPr>
          <a:xfrm>
            <a:off x="3955048" y="2255969"/>
            <a:ext cx="353645" cy="355557"/>
            <a:chOff x="-33286325" y="3944800"/>
            <a:chExt cx="291450" cy="293025"/>
          </a:xfrm>
        </p:grpSpPr>
        <p:sp>
          <p:nvSpPr>
            <p:cNvPr id="6921" name="Google Shape;6921;p64"/>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64"/>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64"/>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64"/>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5" name="Google Shape;6925;p64"/>
          <p:cNvGrpSpPr/>
          <p:nvPr/>
        </p:nvGrpSpPr>
        <p:grpSpPr>
          <a:xfrm>
            <a:off x="2613445" y="2729129"/>
            <a:ext cx="353645" cy="356527"/>
            <a:chOff x="-31452725" y="3191825"/>
            <a:chExt cx="291450" cy="293825"/>
          </a:xfrm>
        </p:grpSpPr>
        <p:sp>
          <p:nvSpPr>
            <p:cNvPr id="6926" name="Google Shape;6926;p64"/>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64"/>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64"/>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64"/>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0" name="Google Shape;6930;p64"/>
          <p:cNvGrpSpPr/>
          <p:nvPr/>
        </p:nvGrpSpPr>
        <p:grpSpPr>
          <a:xfrm>
            <a:off x="2612975" y="3200744"/>
            <a:ext cx="354586" cy="354586"/>
            <a:chOff x="-31452725" y="3551775"/>
            <a:chExt cx="292225" cy="292225"/>
          </a:xfrm>
        </p:grpSpPr>
        <p:sp>
          <p:nvSpPr>
            <p:cNvPr id="6931" name="Google Shape;6931;p64"/>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64"/>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64"/>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64"/>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5" name="Google Shape;6935;p64"/>
          <p:cNvGrpSpPr/>
          <p:nvPr/>
        </p:nvGrpSpPr>
        <p:grpSpPr>
          <a:xfrm>
            <a:off x="2611534" y="3664729"/>
            <a:ext cx="357468" cy="356497"/>
            <a:chOff x="-31455100" y="3909350"/>
            <a:chExt cx="294600" cy="293800"/>
          </a:xfrm>
        </p:grpSpPr>
        <p:sp>
          <p:nvSpPr>
            <p:cNvPr id="6936" name="Google Shape;6936;p64"/>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64"/>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8" name="Google Shape;6938;p64"/>
          <p:cNvGrpSpPr/>
          <p:nvPr/>
        </p:nvGrpSpPr>
        <p:grpSpPr>
          <a:xfrm>
            <a:off x="3952719" y="3665684"/>
            <a:ext cx="353645" cy="354586"/>
            <a:chOff x="-30345325" y="3918800"/>
            <a:chExt cx="291450" cy="292225"/>
          </a:xfrm>
        </p:grpSpPr>
        <p:sp>
          <p:nvSpPr>
            <p:cNvPr id="6939" name="Google Shape;6939;p64"/>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64"/>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64"/>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64"/>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64"/>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4" name="Google Shape;6944;p64"/>
          <p:cNvGrpSpPr/>
          <p:nvPr/>
        </p:nvGrpSpPr>
        <p:grpSpPr>
          <a:xfrm>
            <a:off x="2172184" y="1821587"/>
            <a:ext cx="353645" cy="353645"/>
            <a:chOff x="-34763900" y="3561225"/>
            <a:chExt cx="291450" cy="291450"/>
          </a:xfrm>
        </p:grpSpPr>
        <p:sp>
          <p:nvSpPr>
            <p:cNvPr id="6945" name="Google Shape;6945;p64"/>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64"/>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64"/>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48" name="Google Shape;6948;p64"/>
          <p:cNvSpPr/>
          <p:nvPr/>
        </p:nvSpPr>
        <p:spPr>
          <a:xfrm>
            <a:off x="2171583" y="22570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49" name="Google Shape;6949;p64"/>
          <p:cNvGrpSpPr/>
          <p:nvPr/>
        </p:nvGrpSpPr>
        <p:grpSpPr>
          <a:xfrm>
            <a:off x="827081" y="2730099"/>
            <a:ext cx="354586" cy="354586"/>
            <a:chOff x="-32927950" y="3227275"/>
            <a:chExt cx="292225" cy="292225"/>
          </a:xfrm>
        </p:grpSpPr>
        <p:sp>
          <p:nvSpPr>
            <p:cNvPr id="6950" name="Google Shape;6950;p64"/>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64"/>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64"/>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64"/>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64"/>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5" name="Google Shape;6955;p64"/>
          <p:cNvGrpSpPr/>
          <p:nvPr/>
        </p:nvGrpSpPr>
        <p:grpSpPr>
          <a:xfrm>
            <a:off x="826596" y="3201213"/>
            <a:ext cx="355557" cy="353645"/>
            <a:chOff x="-32927950" y="3586425"/>
            <a:chExt cx="293025" cy="291450"/>
          </a:xfrm>
        </p:grpSpPr>
        <p:sp>
          <p:nvSpPr>
            <p:cNvPr id="6956" name="Google Shape;6956;p64"/>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64"/>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64"/>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64"/>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64"/>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1" name="Google Shape;6961;p64"/>
          <p:cNvGrpSpPr/>
          <p:nvPr/>
        </p:nvGrpSpPr>
        <p:grpSpPr>
          <a:xfrm>
            <a:off x="827081" y="3665198"/>
            <a:ext cx="354586" cy="355557"/>
            <a:chOff x="-32927950" y="3944800"/>
            <a:chExt cx="292225" cy="293025"/>
          </a:xfrm>
        </p:grpSpPr>
        <p:sp>
          <p:nvSpPr>
            <p:cNvPr id="6962" name="Google Shape;6962;p64"/>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64"/>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64"/>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64"/>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64"/>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64"/>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64"/>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64"/>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64"/>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1" name="Google Shape;6971;p64"/>
          <p:cNvGrpSpPr/>
          <p:nvPr/>
        </p:nvGrpSpPr>
        <p:grpSpPr>
          <a:xfrm>
            <a:off x="3055873" y="2730449"/>
            <a:ext cx="354586" cy="353888"/>
            <a:chOff x="-31094350" y="3194000"/>
            <a:chExt cx="292225" cy="291650"/>
          </a:xfrm>
        </p:grpSpPr>
        <p:sp>
          <p:nvSpPr>
            <p:cNvPr id="6972" name="Google Shape;6972;p64"/>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64"/>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64"/>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64"/>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64"/>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64"/>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64"/>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64"/>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0" name="Google Shape;6980;p64"/>
          <p:cNvGrpSpPr/>
          <p:nvPr/>
        </p:nvGrpSpPr>
        <p:grpSpPr>
          <a:xfrm>
            <a:off x="3056343" y="3200941"/>
            <a:ext cx="353645" cy="354191"/>
            <a:chOff x="-31093575" y="3552550"/>
            <a:chExt cx="291450" cy="291900"/>
          </a:xfrm>
        </p:grpSpPr>
        <p:sp>
          <p:nvSpPr>
            <p:cNvPr id="6981" name="Google Shape;6981;p64"/>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64"/>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64"/>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64"/>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5" name="Google Shape;6985;p64"/>
          <p:cNvGrpSpPr/>
          <p:nvPr/>
        </p:nvGrpSpPr>
        <p:grpSpPr>
          <a:xfrm>
            <a:off x="2182711" y="1380546"/>
            <a:ext cx="332593" cy="353645"/>
            <a:chOff x="-34755225" y="3202075"/>
            <a:chExt cx="274100" cy="291450"/>
          </a:xfrm>
        </p:grpSpPr>
        <p:sp>
          <p:nvSpPr>
            <p:cNvPr id="6986" name="Google Shape;6986;p64"/>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64"/>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64"/>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64"/>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64"/>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64"/>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64"/>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3" name="Google Shape;6993;p64"/>
          <p:cNvGrpSpPr/>
          <p:nvPr/>
        </p:nvGrpSpPr>
        <p:grpSpPr>
          <a:xfrm>
            <a:off x="3056343" y="3666169"/>
            <a:ext cx="353645" cy="353615"/>
            <a:chOff x="-31093575" y="3911725"/>
            <a:chExt cx="291450" cy="291425"/>
          </a:xfrm>
        </p:grpSpPr>
        <p:sp>
          <p:nvSpPr>
            <p:cNvPr id="6994" name="Google Shape;6994;p64"/>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64"/>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6" name="Google Shape;6996;p64"/>
          <p:cNvGrpSpPr/>
          <p:nvPr/>
        </p:nvGrpSpPr>
        <p:grpSpPr>
          <a:xfrm>
            <a:off x="2165773" y="4123136"/>
            <a:ext cx="356497" cy="354586"/>
            <a:chOff x="-29946000" y="3183175"/>
            <a:chExt cx="293800" cy="292225"/>
          </a:xfrm>
        </p:grpSpPr>
        <p:sp>
          <p:nvSpPr>
            <p:cNvPr id="6997" name="Google Shape;6997;p64"/>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64"/>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64"/>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64"/>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64"/>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64"/>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3" name="Google Shape;7003;p64"/>
          <p:cNvGrpSpPr/>
          <p:nvPr/>
        </p:nvGrpSpPr>
        <p:grpSpPr>
          <a:xfrm>
            <a:off x="2610305" y="1380289"/>
            <a:ext cx="358408" cy="354161"/>
            <a:chOff x="-34408675" y="3202075"/>
            <a:chExt cx="295375" cy="291875"/>
          </a:xfrm>
        </p:grpSpPr>
        <p:sp>
          <p:nvSpPr>
            <p:cNvPr id="7004" name="Google Shape;7004;p64"/>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64"/>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64"/>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64"/>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8" name="Google Shape;7008;p64"/>
          <p:cNvGrpSpPr/>
          <p:nvPr/>
        </p:nvGrpSpPr>
        <p:grpSpPr>
          <a:xfrm>
            <a:off x="2612216" y="1820283"/>
            <a:ext cx="354586" cy="356254"/>
            <a:chOff x="-34405525" y="3558075"/>
            <a:chExt cx="292225" cy="293600"/>
          </a:xfrm>
        </p:grpSpPr>
        <p:sp>
          <p:nvSpPr>
            <p:cNvPr id="7009" name="Google Shape;7009;p64"/>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64"/>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64"/>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2" name="Google Shape;7012;p64"/>
          <p:cNvGrpSpPr/>
          <p:nvPr/>
        </p:nvGrpSpPr>
        <p:grpSpPr>
          <a:xfrm>
            <a:off x="2611730" y="2256940"/>
            <a:ext cx="355557" cy="353615"/>
            <a:chOff x="-34406325" y="3919600"/>
            <a:chExt cx="293025" cy="291425"/>
          </a:xfrm>
        </p:grpSpPr>
        <p:sp>
          <p:nvSpPr>
            <p:cNvPr id="7013" name="Google Shape;7013;p64"/>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64"/>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64"/>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64"/>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64"/>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64"/>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64"/>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0" name="Google Shape;7020;p64"/>
          <p:cNvGrpSpPr/>
          <p:nvPr/>
        </p:nvGrpSpPr>
        <p:grpSpPr>
          <a:xfrm>
            <a:off x="1275628" y="2736303"/>
            <a:ext cx="353645" cy="342179"/>
            <a:chOff x="-32568800" y="3232000"/>
            <a:chExt cx="291450" cy="282000"/>
          </a:xfrm>
        </p:grpSpPr>
        <p:sp>
          <p:nvSpPr>
            <p:cNvPr id="7021" name="Google Shape;7021;p64"/>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64"/>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3" name="Google Shape;7023;p64"/>
          <p:cNvGrpSpPr/>
          <p:nvPr/>
        </p:nvGrpSpPr>
        <p:grpSpPr>
          <a:xfrm>
            <a:off x="1275158" y="3201213"/>
            <a:ext cx="354586" cy="353645"/>
            <a:chOff x="-32569575" y="3586425"/>
            <a:chExt cx="292225" cy="291450"/>
          </a:xfrm>
        </p:grpSpPr>
        <p:sp>
          <p:nvSpPr>
            <p:cNvPr id="7024" name="Google Shape;7024;p64"/>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64"/>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6" name="Google Shape;7026;p64"/>
          <p:cNvGrpSpPr/>
          <p:nvPr/>
        </p:nvGrpSpPr>
        <p:grpSpPr>
          <a:xfrm>
            <a:off x="1266073" y="3665805"/>
            <a:ext cx="372756" cy="354343"/>
            <a:chOff x="-32576675" y="3944600"/>
            <a:chExt cx="307200" cy="292025"/>
          </a:xfrm>
        </p:grpSpPr>
        <p:sp>
          <p:nvSpPr>
            <p:cNvPr id="7027" name="Google Shape;7027;p64"/>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64"/>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9" name="Google Shape;7029;p64"/>
          <p:cNvGrpSpPr/>
          <p:nvPr/>
        </p:nvGrpSpPr>
        <p:grpSpPr>
          <a:xfrm>
            <a:off x="3511040" y="2730100"/>
            <a:ext cx="354586" cy="354586"/>
            <a:chOff x="-30735200" y="3192625"/>
            <a:chExt cx="292225" cy="292225"/>
          </a:xfrm>
        </p:grpSpPr>
        <p:sp>
          <p:nvSpPr>
            <p:cNvPr id="7030" name="Google Shape;7030;p64"/>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64"/>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64"/>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64"/>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64"/>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64"/>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64"/>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7" name="Google Shape;7037;p64"/>
          <p:cNvGrpSpPr/>
          <p:nvPr/>
        </p:nvGrpSpPr>
        <p:grpSpPr>
          <a:xfrm>
            <a:off x="3511040" y="3201532"/>
            <a:ext cx="354586" cy="353008"/>
            <a:chOff x="-30735200" y="3552550"/>
            <a:chExt cx="292225" cy="290925"/>
          </a:xfrm>
        </p:grpSpPr>
        <p:sp>
          <p:nvSpPr>
            <p:cNvPr id="7038" name="Google Shape;7038;p64"/>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64"/>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0" name="Google Shape;7040;p64"/>
          <p:cNvGrpSpPr/>
          <p:nvPr/>
        </p:nvGrpSpPr>
        <p:grpSpPr>
          <a:xfrm>
            <a:off x="3511040" y="3666154"/>
            <a:ext cx="354586" cy="353645"/>
            <a:chOff x="-30735200" y="3910925"/>
            <a:chExt cx="292225" cy="291450"/>
          </a:xfrm>
        </p:grpSpPr>
        <p:sp>
          <p:nvSpPr>
            <p:cNvPr id="7041" name="Google Shape;7041;p64"/>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64"/>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43" name="Google Shape;7043;p64"/>
          <p:cNvSpPr/>
          <p:nvPr/>
        </p:nvSpPr>
        <p:spPr>
          <a:xfrm>
            <a:off x="2614155" y="41232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44" name="Google Shape;7044;p64"/>
          <p:cNvGrpSpPr/>
          <p:nvPr/>
        </p:nvGrpSpPr>
        <p:grpSpPr>
          <a:xfrm>
            <a:off x="4864547" y="1375808"/>
            <a:ext cx="358971" cy="359224"/>
            <a:chOff x="-57956275" y="3197925"/>
            <a:chExt cx="319000" cy="319225"/>
          </a:xfrm>
        </p:grpSpPr>
        <p:sp>
          <p:nvSpPr>
            <p:cNvPr id="7045" name="Google Shape;7045;p64"/>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64"/>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64"/>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64"/>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64"/>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64"/>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64"/>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2" name="Google Shape;7052;p64"/>
          <p:cNvGrpSpPr/>
          <p:nvPr/>
        </p:nvGrpSpPr>
        <p:grpSpPr>
          <a:xfrm>
            <a:off x="4886701" y="1832234"/>
            <a:ext cx="314662" cy="358971"/>
            <a:chOff x="-57940525" y="3590375"/>
            <a:chExt cx="279625" cy="319000"/>
          </a:xfrm>
        </p:grpSpPr>
        <p:sp>
          <p:nvSpPr>
            <p:cNvPr id="7053" name="Google Shape;7053;p64"/>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64"/>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64"/>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64"/>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64"/>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8" name="Google Shape;7058;p64"/>
          <p:cNvGrpSpPr/>
          <p:nvPr/>
        </p:nvGrpSpPr>
        <p:grpSpPr>
          <a:xfrm>
            <a:off x="4857582" y="2273605"/>
            <a:ext cx="358099" cy="358999"/>
            <a:chOff x="-57959425" y="3982600"/>
            <a:chExt cx="318225" cy="319025"/>
          </a:xfrm>
        </p:grpSpPr>
        <p:sp>
          <p:nvSpPr>
            <p:cNvPr id="7059" name="Google Shape;7059;p64"/>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64"/>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64"/>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64"/>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3" name="Google Shape;7063;p64"/>
          <p:cNvGrpSpPr/>
          <p:nvPr/>
        </p:nvGrpSpPr>
        <p:grpSpPr>
          <a:xfrm>
            <a:off x="7057749" y="1376934"/>
            <a:ext cx="357226" cy="357226"/>
            <a:chOff x="-55987225" y="3198925"/>
            <a:chExt cx="317450" cy="317450"/>
          </a:xfrm>
        </p:grpSpPr>
        <p:sp>
          <p:nvSpPr>
            <p:cNvPr id="7064" name="Google Shape;7064;p64"/>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64"/>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64"/>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64"/>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8" name="Google Shape;7068;p64"/>
          <p:cNvGrpSpPr/>
          <p:nvPr/>
        </p:nvGrpSpPr>
        <p:grpSpPr>
          <a:xfrm>
            <a:off x="7057749" y="1832965"/>
            <a:ext cx="357226" cy="357367"/>
            <a:chOff x="-55987225" y="3591025"/>
            <a:chExt cx="317450" cy="317575"/>
          </a:xfrm>
        </p:grpSpPr>
        <p:sp>
          <p:nvSpPr>
            <p:cNvPr id="7069" name="Google Shape;7069;p64"/>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64"/>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64"/>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64"/>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64"/>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4" name="Google Shape;7074;p64"/>
          <p:cNvGrpSpPr/>
          <p:nvPr/>
        </p:nvGrpSpPr>
        <p:grpSpPr>
          <a:xfrm>
            <a:off x="7071665" y="2273605"/>
            <a:ext cx="358999" cy="358999"/>
            <a:chOff x="-55988800" y="3982600"/>
            <a:chExt cx="319025" cy="319025"/>
          </a:xfrm>
        </p:grpSpPr>
        <p:sp>
          <p:nvSpPr>
            <p:cNvPr id="7075" name="Google Shape;7075;p64"/>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64"/>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64"/>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4"/>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4"/>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0" name="Google Shape;7080;p64"/>
          <p:cNvGrpSpPr/>
          <p:nvPr/>
        </p:nvGrpSpPr>
        <p:grpSpPr>
          <a:xfrm>
            <a:off x="5730184" y="2731562"/>
            <a:ext cx="356326" cy="358971"/>
            <a:chOff x="-54026025" y="3192625"/>
            <a:chExt cx="316650" cy="319000"/>
          </a:xfrm>
        </p:grpSpPr>
        <p:sp>
          <p:nvSpPr>
            <p:cNvPr id="7081" name="Google Shape;7081;p64"/>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4"/>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4"/>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64"/>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64"/>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4"/>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4"/>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4"/>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9" name="Google Shape;7089;p64"/>
          <p:cNvGrpSpPr/>
          <p:nvPr/>
        </p:nvGrpSpPr>
        <p:grpSpPr>
          <a:xfrm>
            <a:off x="5750130" y="3202536"/>
            <a:ext cx="316434" cy="358099"/>
            <a:chOff x="-54007925" y="3584850"/>
            <a:chExt cx="281200" cy="318225"/>
          </a:xfrm>
        </p:grpSpPr>
        <p:sp>
          <p:nvSpPr>
            <p:cNvPr id="7090" name="Google Shape;7090;p64"/>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4"/>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64"/>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64"/>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64"/>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64"/>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6" name="Google Shape;7096;p64"/>
          <p:cNvGrpSpPr/>
          <p:nvPr/>
        </p:nvGrpSpPr>
        <p:grpSpPr>
          <a:xfrm>
            <a:off x="5750130" y="3664421"/>
            <a:ext cx="316434" cy="358914"/>
            <a:chOff x="-54007925" y="3975575"/>
            <a:chExt cx="281200" cy="318950"/>
          </a:xfrm>
        </p:grpSpPr>
        <p:sp>
          <p:nvSpPr>
            <p:cNvPr id="7097" name="Google Shape;7097;p64"/>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64"/>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4"/>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64"/>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1" name="Google Shape;7101;p64"/>
          <p:cNvGrpSpPr/>
          <p:nvPr/>
        </p:nvGrpSpPr>
        <p:grpSpPr>
          <a:xfrm>
            <a:off x="7984996" y="2748891"/>
            <a:ext cx="274770" cy="358492"/>
            <a:chOff x="-52005775" y="3208025"/>
            <a:chExt cx="244175" cy="318575"/>
          </a:xfrm>
        </p:grpSpPr>
        <p:sp>
          <p:nvSpPr>
            <p:cNvPr id="7102" name="Google Shape;7102;p64"/>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64"/>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4"/>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4"/>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4"/>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64"/>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64"/>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64"/>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64"/>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64"/>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64"/>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3" name="Google Shape;7113;p64"/>
          <p:cNvGrpSpPr/>
          <p:nvPr/>
        </p:nvGrpSpPr>
        <p:grpSpPr>
          <a:xfrm>
            <a:off x="5291462" y="1376934"/>
            <a:ext cx="358099" cy="358099"/>
            <a:chOff x="-57568775" y="3198925"/>
            <a:chExt cx="318225" cy="318225"/>
          </a:xfrm>
        </p:grpSpPr>
        <p:sp>
          <p:nvSpPr>
            <p:cNvPr id="7114" name="Google Shape;7114;p64"/>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4"/>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4"/>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4"/>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64"/>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64"/>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0" name="Google Shape;7120;p64"/>
          <p:cNvGrpSpPr/>
          <p:nvPr/>
        </p:nvGrpSpPr>
        <p:grpSpPr>
          <a:xfrm>
            <a:off x="5313181" y="1832234"/>
            <a:ext cx="314662" cy="358099"/>
            <a:chOff x="-57549075" y="3590375"/>
            <a:chExt cx="279625" cy="318225"/>
          </a:xfrm>
        </p:grpSpPr>
        <p:sp>
          <p:nvSpPr>
            <p:cNvPr id="7121" name="Google Shape;7121;p64"/>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4"/>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4"/>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4"/>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5" name="Google Shape;7125;p64"/>
          <p:cNvGrpSpPr/>
          <p:nvPr/>
        </p:nvGrpSpPr>
        <p:grpSpPr>
          <a:xfrm>
            <a:off x="5305378" y="2273605"/>
            <a:ext cx="359871" cy="359871"/>
            <a:chOff x="-57570350" y="3982600"/>
            <a:chExt cx="319800" cy="319800"/>
          </a:xfrm>
        </p:grpSpPr>
        <p:sp>
          <p:nvSpPr>
            <p:cNvPr id="7126" name="Google Shape;7126;p64"/>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64"/>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4"/>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64"/>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0" name="Google Shape;7130;p64"/>
          <p:cNvGrpSpPr/>
          <p:nvPr/>
        </p:nvGrpSpPr>
        <p:grpSpPr>
          <a:xfrm>
            <a:off x="7520416" y="1376033"/>
            <a:ext cx="314662" cy="358999"/>
            <a:chOff x="-55576850" y="3198125"/>
            <a:chExt cx="279625" cy="319025"/>
          </a:xfrm>
        </p:grpSpPr>
        <p:sp>
          <p:nvSpPr>
            <p:cNvPr id="7131" name="Google Shape;7131;p64"/>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4"/>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4"/>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64"/>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5" name="Google Shape;7135;p64"/>
          <p:cNvGrpSpPr/>
          <p:nvPr/>
        </p:nvGrpSpPr>
        <p:grpSpPr>
          <a:xfrm>
            <a:off x="7497812" y="1832009"/>
            <a:ext cx="359871" cy="358324"/>
            <a:chOff x="-55596550" y="3590175"/>
            <a:chExt cx="319800" cy="318425"/>
          </a:xfrm>
        </p:grpSpPr>
        <p:sp>
          <p:nvSpPr>
            <p:cNvPr id="7136" name="Google Shape;7136;p64"/>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4"/>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64"/>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64"/>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0" name="Google Shape;7140;p64"/>
          <p:cNvGrpSpPr/>
          <p:nvPr/>
        </p:nvGrpSpPr>
        <p:grpSpPr>
          <a:xfrm>
            <a:off x="7513049" y="2273351"/>
            <a:ext cx="358999" cy="359252"/>
            <a:chOff x="-55595775" y="3982375"/>
            <a:chExt cx="319025" cy="319250"/>
          </a:xfrm>
        </p:grpSpPr>
        <p:sp>
          <p:nvSpPr>
            <p:cNvPr id="7141" name="Google Shape;7141;p64"/>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64"/>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4"/>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64"/>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64"/>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64"/>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7" name="Google Shape;7147;p64"/>
          <p:cNvGrpSpPr/>
          <p:nvPr/>
        </p:nvGrpSpPr>
        <p:grpSpPr>
          <a:xfrm>
            <a:off x="6170232" y="2731562"/>
            <a:ext cx="358999" cy="358099"/>
            <a:chOff x="-53635375" y="3192625"/>
            <a:chExt cx="319025" cy="318225"/>
          </a:xfrm>
        </p:grpSpPr>
        <p:sp>
          <p:nvSpPr>
            <p:cNvPr id="7148" name="Google Shape;7148;p64"/>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4"/>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4"/>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1" name="Google Shape;7151;p64"/>
          <p:cNvGrpSpPr/>
          <p:nvPr/>
        </p:nvGrpSpPr>
        <p:grpSpPr>
          <a:xfrm>
            <a:off x="6192401" y="3202536"/>
            <a:ext cx="314662" cy="358999"/>
            <a:chOff x="-53615675" y="3584850"/>
            <a:chExt cx="279625" cy="319025"/>
          </a:xfrm>
        </p:grpSpPr>
        <p:sp>
          <p:nvSpPr>
            <p:cNvPr id="7152" name="Google Shape;7152;p64"/>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64"/>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4"/>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5" name="Google Shape;7155;p64"/>
          <p:cNvGrpSpPr/>
          <p:nvPr/>
        </p:nvGrpSpPr>
        <p:grpSpPr>
          <a:xfrm>
            <a:off x="6170246" y="3665461"/>
            <a:ext cx="358971" cy="357874"/>
            <a:chOff x="-53634575" y="3976500"/>
            <a:chExt cx="319000" cy="318025"/>
          </a:xfrm>
        </p:grpSpPr>
        <p:sp>
          <p:nvSpPr>
            <p:cNvPr id="7156" name="Google Shape;7156;p64"/>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64"/>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64"/>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4"/>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64"/>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64"/>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64"/>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4"/>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4" name="Google Shape;7164;p64"/>
          <p:cNvGrpSpPr/>
          <p:nvPr/>
        </p:nvGrpSpPr>
        <p:grpSpPr>
          <a:xfrm>
            <a:off x="7965050" y="3208415"/>
            <a:ext cx="314662" cy="358436"/>
            <a:chOff x="-52023900" y="3590075"/>
            <a:chExt cx="279625" cy="318525"/>
          </a:xfrm>
        </p:grpSpPr>
        <p:sp>
          <p:nvSpPr>
            <p:cNvPr id="7165" name="Google Shape;7165;p64"/>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64"/>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64"/>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64"/>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64"/>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64"/>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4"/>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64"/>
          <p:cNvGrpSpPr/>
          <p:nvPr/>
        </p:nvGrpSpPr>
        <p:grpSpPr>
          <a:xfrm>
            <a:off x="5728292" y="1376934"/>
            <a:ext cx="358971" cy="358971"/>
            <a:chOff x="-57173375" y="3198925"/>
            <a:chExt cx="319000" cy="319000"/>
          </a:xfrm>
        </p:grpSpPr>
        <p:sp>
          <p:nvSpPr>
            <p:cNvPr id="7173" name="Google Shape;7173;p64"/>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4"/>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4"/>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4"/>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7" name="Google Shape;7177;p64"/>
          <p:cNvGrpSpPr/>
          <p:nvPr/>
        </p:nvGrpSpPr>
        <p:grpSpPr>
          <a:xfrm>
            <a:off x="5729178" y="1854374"/>
            <a:ext cx="357198" cy="314690"/>
            <a:chOff x="-57176525" y="3610050"/>
            <a:chExt cx="317425" cy="279650"/>
          </a:xfrm>
        </p:grpSpPr>
        <p:sp>
          <p:nvSpPr>
            <p:cNvPr id="7178" name="Google Shape;7178;p64"/>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64"/>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4"/>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4"/>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4"/>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3" name="Google Shape;7183;p64"/>
          <p:cNvGrpSpPr/>
          <p:nvPr/>
        </p:nvGrpSpPr>
        <p:grpSpPr>
          <a:xfrm>
            <a:off x="7939633" y="1376934"/>
            <a:ext cx="358099" cy="356326"/>
            <a:chOff x="-55202750" y="3198925"/>
            <a:chExt cx="318225" cy="316650"/>
          </a:xfrm>
        </p:grpSpPr>
        <p:sp>
          <p:nvSpPr>
            <p:cNvPr id="7184" name="Google Shape;7184;p64"/>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64"/>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6" name="Google Shape;7186;p64"/>
          <p:cNvGrpSpPr/>
          <p:nvPr/>
        </p:nvGrpSpPr>
        <p:grpSpPr>
          <a:xfrm>
            <a:off x="7950267" y="1832234"/>
            <a:ext cx="336830" cy="358099"/>
            <a:chOff x="-55194875" y="3590375"/>
            <a:chExt cx="299325" cy="318225"/>
          </a:xfrm>
        </p:grpSpPr>
        <p:sp>
          <p:nvSpPr>
            <p:cNvPr id="7187" name="Google Shape;7187;p64"/>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64"/>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64"/>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4"/>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64"/>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2" name="Google Shape;7192;p64"/>
          <p:cNvGrpSpPr/>
          <p:nvPr/>
        </p:nvGrpSpPr>
        <p:grpSpPr>
          <a:xfrm>
            <a:off x="7954884" y="2274505"/>
            <a:ext cx="357198" cy="357198"/>
            <a:chOff x="-55203525" y="3983400"/>
            <a:chExt cx="317425" cy="317425"/>
          </a:xfrm>
        </p:grpSpPr>
        <p:sp>
          <p:nvSpPr>
            <p:cNvPr id="7193" name="Google Shape;7193;p64"/>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64"/>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64"/>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6" name="Google Shape;7196;p64"/>
          <p:cNvGrpSpPr/>
          <p:nvPr/>
        </p:nvGrpSpPr>
        <p:grpSpPr>
          <a:xfrm>
            <a:off x="6621365" y="2731562"/>
            <a:ext cx="335930" cy="358971"/>
            <a:chOff x="-53232900" y="3192625"/>
            <a:chExt cx="298525" cy="319000"/>
          </a:xfrm>
        </p:grpSpPr>
        <p:sp>
          <p:nvSpPr>
            <p:cNvPr id="7197" name="Google Shape;7197;p64"/>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4"/>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64"/>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64"/>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4"/>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4"/>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64"/>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64"/>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5" name="Google Shape;7205;p64"/>
          <p:cNvGrpSpPr/>
          <p:nvPr/>
        </p:nvGrpSpPr>
        <p:grpSpPr>
          <a:xfrm>
            <a:off x="6610731" y="3202536"/>
            <a:ext cx="357198" cy="356326"/>
            <a:chOff x="-53242350" y="3584850"/>
            <a:chExt cx="317425" cy="316650"/>
          </a:xfrm>
        </p:grpSpPr>
        <p:sp>
          <p:nvSpPr>
            <p:cNvPr id="7206" name="Google Shape;7206;p64"/>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64"/>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64"/>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4"/>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64"/>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1" name="Google Shape;7211;p64"/>
          <p:cNvGrpSpPr/>
          <p:nvPr/>
        </p:nvGrpSpPr>
        <p:grpSpPr>
          <a:xfrm>
            <a:off x="6631999" y="3665236"/>
            <a:ext cx="314662" cy="358999"/>
            <a:chOff x="-53224225" y="3976300"/>
            <a:chExt cx="279625" cy="319025"/>
          </a:xfrm>
        </p:grpSpPr>
        <p:sp>
          <p:nvSpPr>
            <p:cNvPr id="7212" name="Google Shape;7212;p64"/>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64"/>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64"/>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4"/>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4"/>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64"/>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64"/>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9" name="Google Shape;7219;p64"/>
          <p:cNvGrpSpPr/>
          <p:nvPr/>
        </p:nvGrpSpPr>
        <p:grpSpPr>
          <a:xfrm>
            <a:off x="7942896" y="3672917"/>
            <a:ext cx="358971" cy="358408"/>
            <a:chOff x="-52043575" y="3983125"/>
            <a:chExt cx="319000" cy="318500"/>
          </a:xfrm>
        </p:grpSpPr>
        <p:sp>
          <p:nvSpPr>
            <p:cNvPr id="7220" name="Google Shape;7220;p64"/>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64"/>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64"/>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4"/>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64"/>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64"/>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64"/>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64"/>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64"/>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9" name="Google Shape;7229;p64"/>
          <p:cNvGrpSpPr/>
          <p:nvPr/>
        </p:nvGrpSpPr>
        <p:grpSpPr>
          <a:xfrm>
            <a:off x="6196836" y="1376934"/>
            <a:ext cx="314662" cy="358971"/>
            <a:chOff x="-56766175" y="3198925"/>
            <a:chExt cx="279625" cy="319000"/>
          </a:xfrm>
        </p:grpSpPr>
        <p:sp>
          <p:nvSpPr>
            <p:cNvPr id="7230" name="Google Shape;7230;p64"/>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64"/>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64"/>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4"/>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4"/>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64"/>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64"/>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7" name="Google Shape;7237;p64"/>
          <p:cNvGrpSpPr/>
          <p:nvPr/>
        </p:nvGrpSpPr>
        <p:grpSpPr>
          <a:xfrm>
            <a:off x="6195950" y="1832234"/>
            <a:ext cx="316434" cy="358099"/>
            <a:chOff x="-56766175" y="3590375"/>
            <a:chExt cx="281200" cy="318225"/>
          </a:xfrm>
        </p:grpSpPr>
        <p:sp>
          <p:nvSpPr>
            <p:cNvPr id="7238" name="Google Shape;7238;p64"/>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4"/>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64"/>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64"/>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2" name="Google Shape;7242;p64"/>
          <p:cNvGrpSpPr/>
          <p:nvPr/>
        </p:nvGrpSpPr>
        <p:grpSpPr>
          <a:xfrm>
            <a:off x="6232906" y="2273605"/>
            <a:ext cx="272126" cy="358099"/>
            <a:chOff x="-56747275" y="3982600"/>
            <a:chExt cx="241825" cy="318225"/>
          </a:xfrm>
        </p:grpSpPr>
        <p:sp>
          <p:nvSpPr>
            <p:cNvPr id="7243" name="Google Shape;7243;p64"/>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64"/>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64"/>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4"/>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64"/>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64"/>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64"/>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0" name="Google Shape;7250;p64"/>
          <p:cNvGrpSpPr/>
          <p:nvPr/>
        </p:nvGrpSpPr>
        <p:grpSpPr>
          <a:xfrm>
            <a:off x="4840657" y="3215842"/>
            <a:ext cx="358999" cy="342991"/>
            <a:chOff x="-54812875" y="3596675"/>
            <a:chExt cx="319025" cy="304800"/>
          </a:xfrm>
        </p:grpSpPr>
        <p:sp>
          <p:nvSpPr>
            <p:cNvPr id="7251" name="Google Shape;7251;p64"/>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4"/>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64"/>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64"/>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64"/>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4"/>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4"/>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58" name="Google Shape;7258;p64"/>
          <p:cNvSpPr/>
          <p:nvPr/>
        </p:nvSpPr>
        <p:spPr>
          <a:xfrm>
            <a:off x="5015548" y="3590113"/>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64"/>
          <p:cNvSpPr/>
          <p:nvPr/>
        </p:nvSpPr>
        <p:spPr>
          <a:xfrm>
            <a:off x="5015998" y="3590985"/>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60" name="Google Shape;7260;p64"/>
          <p:cNvGrpSpPr/>
          <p:nvPr/>
        </p:nvGrpSpPr>
        <p:grpSpPr>
          <a:xfrm>
            <a:off x="4862826" y="3672326"/>
            <a:ext cx="314662" cy="358099"/>
            <a:chOff x="-54793175" y="3982600"/>
            <a:chExt cx="279625" cy="318225"/>
          </a:xfrm>
        </p:grpSpPr>
        <p:sp>
          <p:nvSpPr>
            <p:cNvPr id="7261" name="Google Shape;7261;p64"/>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4"/>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4"/>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64"/>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64"/>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64"/>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4"/>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8" name="Google Shape;7268;p64"/>
          <p:cNvGrpSpPr/>
          <p:nvPr/>
        </p:nvGrpSpPr>
        <p:grpSpPr>
          <a:xfrm>
            <a:off x="7074284" y="2731562"/>
            <a:ext cx="314662" cy="358099"/>
            <a:chOff x="-52832000" y="3192625"/>
            <a:chExt cx="279625" cy="318225"/>
          </a:xfrm>
        </p:grpSpPr>
        <p:sp>
          <p:nvSpPr>
            <p:cNvPr id="7269" name="Google Shape;7269;p64"/>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64"/>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64"/>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4"/>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64"/>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64"/>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64"/>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64"/>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7" name="Google Shape;7277;p64"/>
          <p:cNvGrpSpPr/>
          <p:nvPr/>
        </p:nvGrpSpPr>
        <p:grpSpPr>
          <a:xfrm>
            <a:off x="5760817" y="2272929"/>
            <a:ext cx="323524" cy="358774"/>
            <a:chOff x="-57162350" y="3982000"/>
            <a:chExt cx="287500" cy="318825"/>
          </a:xfrm>
        </p:grpSpPr>
        <p:sp>
          <p:nvSpPr>
            <p:cNvPr id="7278" name="Google Shape;7278;p64"/>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64"/>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4"/>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4"/>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4"/>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4"/>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4"/>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4"/>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6" name="Google Shape;7286;p64"/>
          <p:cNvGrpSpPr/>
          <p:nvPr/>
        </p:nvGrpSpPr>
        <p:grpSpPr>
          <a:xfrm>
            <a:off x="7052130" y="3203436"/>
            <a:ext cx="358971" cy="357198"/>
            <a:chOff x="-52851675" y="3585650"/>
            <a:chExt cx="319000" cy="317425"/>
          </a:xfrm>
        </p:grpSpPr>
        <p:sp>
          <p:nvSpPr>
            <p:cNvPr id="7287" name="Google Shape;7287;p64"/>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64"/>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64"/>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64"/>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64"/>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4"/>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3" name="Google Shape;7293;p64"/>
          <p:cNvGrpSpPr/>
          <p:nvPr/>
        </p:nvGrpSpPr>
        <p:grpSpPr>
          <a:xfrm>
            <a:off x="7074284" y="3665236"/>
            <a:ext cx="314662" cy="358999"/>
            <a:chOff x="-52832000" y="3976300"/>
            <a:chExt cx="279625" cy="319025"/>
          </a:xfrm>
        </p:grpSpPr>
        <p:sp>
          <p:nvSpPr>
            <p:cNvPr id="7294" name="Google Shape;7294;p64"/>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4"/>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64"/>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64"/>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4"/>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9" name="Google Shape;7299;p64"/>
          <p:cNvGrpSpPr/>
          <p:nvPr/>
        </p:nvGrpSpPr>
        <p:grpSpPr>
          <a:xfrm>
            <a:off x="6191490" y="4119884"/>
            <a:ext cx="316434" cy="358099"/>
            <a:chOff x="-51633225" y="3198925"/>
            <a:chExt cx="281200" cy="318225"/>
          </a:xfrm>
        </p:grpSpPr>
        <p:sp>
          <p:nvSpPr>
            <p:cNvPr id="7300" name="Google Shape;7300;p64"/>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64"/>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4"/>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64"/>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64"/>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4"/>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64"/>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7" name="Google Shape;7307;p64"/>
          <p:cNvGrpSpPr/>
          <p:nvPr/>
        </p:nvGrpSpPr>
        <p:grpSpPr>
          <a:xfrm>
            <a:off x="6610314" y="1377806"/>
            <a:ext cx="365188" cy="357226"/>
            <a:chOff x="-56396775" y="3199700"/>
            <a:chExt cx="324525" cy="317450"/>
          </a:xfrm>
        </p:grpSpPr>
        <p:sp>
          <p:nvSpPr>
            <p:cNvPr id="7308" name="Google Shape;7308;p64"/>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64"/>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64"/>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4"/>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64"/>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64"/>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64"/>
          <p:cNvGrpSpPr/>
          <p:nvPr/>
        </p:nvGrpSpPr>
        <p:grpSpPr>
          <a:xfrm>
            <a:off x="6613408" y="1843740"/>
            <a:ext cx="358999" cy="335958"/>
            <a:chOff x="-56394425" y="3600600"/>
            <a:chExt cx="319025" cy="298550"/>
          </a:xfrm>
        </p:grpSpPr>
        <p:sp>
          <p:nvSpPr>
            <p:cNvPr id="7315" name="Google Shape;7315;p64"/>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4"/>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64"/>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8" name="Google Shape;7318;p64"/>
          <p:cNvGrpSpPr/>
          <p:nvPr/>
        </p:nvGrpSpPr>
        <p:grpSpPr>
          <a:xfrm>
            <a:off x="6644175" y="2274505"/>
            <a:ext cx="327068" cy="357198"/>
            <a:chOff x="-56379450" y="3983400"/>
            <a:chExt cx="290650" cy="317425"/>
          </a:xfrm>
        </p:grpSpPr>
        <p:sp>
          <p:nvSpPr>
            <p:cNvPr id="7319" name="Google Shape;7319;p64"/>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64"/>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64"/>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4"/>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64"/>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64"/>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4"/>
            <p:cNvSpPr/>
            <p:nvPr/>
          </p:nvSpPr>
          <p:spPr>
            <a:xfrm>
              <a:off x="-56181750" y="4039300"/>
              <a:ext cx="0" cy="25"/>
            </a:xfrm>
            <a:custGeom>
              <a:avLst/>
              <a:gdLst/>
              <a:ahLst/>
              <a:cxnLst/>
              <a:rect l="l" t="t" r="r" b="b"/>
              <a:pathLst>
                <a:path h="1" extrusionOk="0">
                  <a:moveTo>
                    <a:pt x="0"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4"/>
            <p:cNvSpPr/>
            <p:nvPr/>
          </p:nvSpPr>
          <p:spPr>
            <a:xfrm>
              <a:off x="-56332200" y="4039300"/>
              <a:ext cx="25" cy="25"/>
            </a:xfrm>
            <a:custGeom>
              <a:avLst/>
              <a:gdLst/>
              <a:ahLst/>
              <a:cxnLst/>
              <a:rect l="l" t="t" r="r" b="b"/>
              <a:pathLst>
                <a:path w="1" h="1" extrusionOk="0">
                  <a:moveTo>
                    <a:pt x="1"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7" name="Google Shape;7327;p64"/>
          <p:cNvGrpSpPr/>
          <p:nvPr/>
        </p:nvGrpSpPr>
        <p:grpSpPr>
          <a:xfrm>
            <a:off x="5307879" y="2738651"/>
            <a:ext cx="316434" cy="358971"/>
            <a:chOff x="-54401725" y="3198925"/>
            <a:chExt cx="281200" cy="319000"/>
          </a:xfrm>
        </p:grpSpPr>
        <p:sp>
          <p:nvSpPr>
            <p:cNvPr id="7328" name="Google Shape;7328;p64"/>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64"/>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64"/>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64"/>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64"/>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4"/>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64"/>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64"/>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4"/>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4"/>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64"/>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9" name="Google Shape;7339;p64"/>
          <p:cNvGrpSpPr/>
          <p:nvPr/>
        </p:nvGrpSpPr>
        <p:grpSpPr>
          <a:xfrm>
            <a:off x="5308766" y="3208753"/>
            <a:ext cx="314662" cy="358099"/>
            <a:chOff x="-54401725" y="3590375"/>
            <a:chExt cx="279625" cy="318225"/>
          </a:xfrm>
        </p:grpSpPr>
        <p:sp>
          <p:nvSpPr>
            <p:cNvPr id="7340" name="Google Shape;7340;p64"/>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4"/>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64"/>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64"/>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4"/>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4"/>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6" name="Google Shape;7346;p64"/>
          <p:cNvGrpSpPr/>
          <p:nvPr/>
        </p:nvGrpSpPr>
        <p:grpSpPr>
          <a:xfrm>
            <a:off x="5306557" y="3672326"/>
            <a:ext cx="319079" cy="358099"/>
            <a:chOff x="-54403300" y="3982600"/>
            <a:chExt cx="283550" cy="318225"/>
          </a:xfrm>
        </p:grpSpPr>
        <p:sp>
          <p:nvSpPr>
            <p:cNvPr id="7347" name="Google Shape;7347;p64"/>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64"/>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4"/>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64"/>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64"/>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2" name="Google Shape;7352;p64"/>
          <p:cNvGrpSpPr/>
          <p:nvPr/>
        </p:nvGrpSpPr>
        <p:grpSpPr>
          <a:xfrm>
            <a:off x="7493951" y="2733559"/>
            <a:ext cx="356298" cy="356973"/>
            <a:chOff x="-52458650" y="3194400"/>
            <a:chExt cx="316625" cy="317225"/>
          </a:xfrm>
        </p:grpSpPr>
        <p:sp>
          <p:nvSpPr>
            <p:cNvPr id="7353" name="Google Shape;7353;p64"/>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4"/>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4"/>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64"/>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64"/>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4"/>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4"/>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4"/>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1" name="Google Shape;7361;p64"/>
          <p:cNvGrpSpPr/>
          <p:nvPr/>
        </p:nvGrpSpPr>
        <p:grpSpPr>
          <a:xfrm>
            <a:off x="4862826" y="2738651"/>
            <a:ext cx="314662" cy="358971"/>
            <a:chOff x="-54793175" y="3198925"/>
            <a:chExt cx="279625" cy="319000"/>
          </a:xfrm>
        </p:grpSpPr>
        <p:sp>
          <p:nvSpPr>
            <p:cNvPr id="7362" name="Google Shape;7362;p64"/>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4"/>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64"/>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64"/>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64"/>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4"/>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64"/>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9" name="Google Shape;7369;p64"/>
          <p:cNvGrpSpPr/>
          <p:nvPr/>
        </p:nvGrpSpPr>
        <p:grpSpPr>
          <a:xfrm>
            <a:off x="7503249" y="3202536"/>
            <a:ext cx="337703" cy="357845"/>
            <a:chOff x="-52450000" y="3584850"/>
            <a:chExt cx="300100" cy="318000"/>
          </a:xfrm>
        </p:grpSpPr>
        <p:sp>
          <p:nvSpPr>
            <p:cNvPr id="7370" name="Google Shape;7370;p64"/>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64"/>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64"/>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64"/>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4"/>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64"/>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64"/>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7" name="Google Shape;7377;p64"/>
          <p:cNvGrpSpPr/>
          <p:nvPr/>
        </p:nvGrpSpPr>
        <p:grpSpPr>
          <a:xfrm>
            <a:off x="7514769" y="3667009"/>
            <a:ext cx="314662" cy="357226"/>
            <a:chOff x="-52440550" y="3977875"/>
            <a:chExt cx="279625" cy="317450"/>
          </a:xfrm>
        </p:grpSpPr>
        <p:sp>
          <p:nvSpPr>
            <p:cNvPr id="7378" name="Google Shape;7378;p64"/>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64"/>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64"/>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64"/>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4"/>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64"/>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64"/>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64"/>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6" name="Google Shape;7386;p64"/>
          <p:cNvGrpSpPr/>
          <p:nvPr/>
        </p:nvGrpSpPr>
        <p:grpSpPr>
          <a:xfrm>
            <a:off x="6626703" y="4123215"/>
            <a:ext cx="314662" cy="358999"/>
            <a:chOff x="-51623775" y="3584850"/>
            <a:chExt cx="279625" cy="319025"/>
          </a:xfrm>
        </p:grpSpPr>
        <p:sp>
          <p:nvSpPr>
            <p:cNvPr id="7387" name="Google Shape;7387;p64"/>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64"/>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64"/>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64"/>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4"/>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4"/>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64"/>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64"/>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64"/>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6" name="Google Shape;7396;p64"/>
          <p:cNvSpPr txBox="1"/>
          <p:nvPr/>
        </p:nvSpPr>
        <p:spPr>
          <a:xfrm>
            <a:off x="826588"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7397" name="Google Shape;7397;p64"/>
          <p:cNvSpPr txBox="1"/>
          <p:nvPr/>
        </p:nvSpPr>
        <p:spPr>
          <a:xfrm>
            <a:off x="4835313"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401"/>
        <p:cNvGrpSpPr/>
        <p:nvPr/>
      </p:nvGrpSpPr>
      <p:grpSpPr>
        <a:xfrm>
          <a:off x="0" y="0"/>
          <a:ext cx="0" cy="0"/>
          <a:chOff x="0" y="0"/>
          <a:chExt cx="0" cy="0"/>
        </a:xfrm>
      </p:grpSpPr>
      <p:grpSp>
        <p:nvGrpSpPr>
          <p:cNvPr id="7402" name="Google Shape;7402;p65"/>
          <p:cNvGrpSpPr/>
          <p:nvPr/>
        </p:nvGrpSpPr>
        <p:grpSpPr>
          <a:xfrm>
            <a:off x="866775" y="1386849"/>
            <a:ext cx="276003" cy="357300"/>
            <a:chOff x="-50469125" y="3183175"/>
            <a:chExt cx="233150" cy="301825"/>
          </a:xfrm>
        </p:grpSpPr>
        <p:sp>
          <p:nvSpPr>
            <p:cNvPr id="7403" name="Google Shape;7403;p65"/>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65"/>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65"/>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6" name="Google Shape;7406;p65"/>
          <p:cNvGrpSpPr/>
          <p:nvPr/>
        </p:nvGrpSpPr>
        <p:grpSpPr>
          <a:xfrm>
            <a:off x="826674" y="1822251"/>
            <a:ext cx="356205" cy="355288"/>
            <a:chOff x="-50504575" y="3550975"/>
            <a:chExt cx="300900" cy="300125"/>
          </a:xfrm>
        </p:grpSpPr>
        <p:sp>
          <p:nvSpPr>
            <p:cNvPr id="7407" name="Google Shape;7407;p65"/>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65"/>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65"/>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65"/>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65"/>
          <p:cNvGrpSpPr/>
          <p:nvPr/>
        </p:nvGrpSpPr>
        <p:grpSpPr>
          <a:xfrm>
            <a:off x="826674" y="2260493"/>
            <a:ext cx="356205" cy="354341"/>
            <a:chOff x="-50503000" y="3921175"/>
            <a:chExt cx="300900" cy="299325"/>
          </a:xfrm>
        </p:grpSpPr>
        <p:sp>
          <p:nvSpPr>
            <p:cNvPr id="7412" name="Google Shape;7412;p65"/>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65"/>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65"/>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65"/>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5"/>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7" name="Google Shape;7417;p65"/>
          <p:cNvGrpSpPr/>
          <p:nvPr/>
        </p:nvGrpSpPr>
        <p:grpSpPr>
          <a:xfrm>
            <a:off x="3030727" y="1406411"/>
            <a:ext cx="355258" cy="356205"/>
            <a:chOff x="-48630025" y="3199700"/>
            <a:chExt cx="300100" cy="300900"/>
          </a:xfrm>
        </p:grpSpPr>
        <p:sp>
          <p:nvSpPr>
            <p:cNvPr id="7418" name="Google Shape;7418;p65"/>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5"/>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5"/>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1" name="Google Shape;7421;p65"/>
          <p:cNvGrpSpPr/>
          <p:nvPr/>
        </p:nvGrpSpPr>
        <p:grpSpPr>
          <a:xfrm>
            <a:off x="3030727" y="1843707"/>
            <a:ext cx="355258" cy="355258"/>
            <a:chOff x="-48630025" y="3569100"/>
            <a:chExt cx="300100" cy="300100"/>
          </a:xfrm>
        </p:grpSpPr>
        <p:sp>
          <p:nvSpPr>
            <p:cNvPr id="7422" name="Google Shape;7422;p65"/>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5"/>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5"/>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5"/>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65"/>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65"/>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65"/>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65"/>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65"/>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65"/>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2" name="Google Shape;7432;p65"/>
          <p:cNvGrpSpPr/>
          <p:nvPr/>
        </p:nvGrpSpPr>
        <p:grpSpPr>
          <a:xfrm>
            <a:off x="3031201" y="2281003"/>
            <a:ext cx="354311" cy="353394"/>
            <a:chOff x="-48629225" y="3938500"/>
            <a:chExt cx="299300" cy="298525"/>
          </a:xfrm>
        </p:grpSpPr>
        <p:sp>
          <p:nvSpPr>
            <p:cNvPr id="7433" name="Google Shape;7433;p65"/>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65"/>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65"/>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5"/>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7" name="Google Shape;7437;p65"/>
          <p:cNvGrpSpPr/>
          <p:nvPr/>
        </p:nvGrpSpPr>
        <p:grpSpPr>
          <a:xfrm>
            <a:off x="1766604" y="2752344"/>
            <a:ext cx="311458" cy="354341"/>
            <a:chOff x="-46762575" y="3200500"/>
            <a:chExt cx="263100" cy="299325"/>
          </a:xfrm>
        </p:grpSpPr>
        <p:sp>
          <p:nvSpPr>
            <p:cNvPr id="7438" name="Google Shape;7438;p65"/>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65"/>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65"/>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65"/>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65"/>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3" name="Google Shape;7443;p65"/>
          <p:cNvGrpSpPr/>
          <p:nvPr/>
        </p:nvGrpSpPr>
        <p:grpSpPr>
          <a:xfrm>
            <a:off x="1744689" y="3211066"/>
            <a:ext cx="355288" cy="312375"/>
            <a:chOff x="-46779900" y="3588000"/>
            <a:chExt cx="300125" cy="263875"/>
          </a:xfrm>
        </p:grpSpPr>
        <p:sp>
          <p:nvSpPr>
            <p:cNvPr id="7444" name="Google Shape;7444;p65"/>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65"/>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65"/>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65"/>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8" name="Google Shape;7448;p65"/>
          <p:cNvGrpSpPr/>
          <p:nvPr/>
        </p:nvGrpSpPr>
        <p:grpSpPr>
          <a:xfrm>
            <a:off x="1745162" y="3625988"/>
            <a:ext cx="354341" cy="353394"/>
            <a:chOff x="-46779100" y="3938500"/>
            <a:chExt cx="299325" cy="298525"/>
          </a:xfrm>
        </p:grpSpPr>
        <p:sp>
          <p:nvSpPr>
            <p:cNvPr id="7449" name="Google Shape;7449;p65"/>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5"/>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1" name="Google Shape;7451;p65"/>
          <p:cNvGrpSpPr/>
          <p:nvPr/>
        </p:nvGrpSpPr>
        <p:grpSpPr>
          <a:xfrm>
            <a:off x="3952900" y="2758855"/>
            <a:ext cx="355258" cy="355288"/>
            <a:chOff x="-44924250" y="3206000"/>
            <a:chExt cx="300100" cy="300125"/>
          </a:xfrm>
        </p:grpSpPr>
        <p:sp>
          <p:nvSpPr>
            <p:cNvPr id="7452" name="Google Shape;7452;p65"/>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5"/>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5"/>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5"/>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65"/>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7" name="Google Shape;7457;p65"/>
          <p:cNvGrpSpPr/>
          <p:nvPr/>
        </p:nvGrpSpPr>
        <p:grpSpPr>
          <a:xfrm>
            <a:off x="1267386" y="1386849"/>
            <a:ext cx="355258" cy="355258"/>
            <a:chOff x="-50134375" y="3183175"/>
            <a:chExt cx="300100" cy="300100"/>
          </a:xfrm>
        </p:grpSpPr>
        <p:sp>
          <p:nvSpPr>
            <p:cNvPr id="7458" name="Google Shape;7458;p65"/>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5"/>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65"/>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65"/>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5"/>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5"/>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65"/>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65"/>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65"/>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65"/>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8" name="Google Shape;7468;p65"/>
          <p:cNvGrpSpPr/>
          <p:nvPr/>
        </p:nvGrpSpPr>
        <p:grpSpPr>
          <a:xfrm>
            <a:off x="1267386" y="1822251"/>
            <a:ext cx="355258" cy="355288"/>
            <a:chOff x="-50134375" y="3550975"/>
            <a:chExt cx="300100" cy="300125"/>
          </a:xfrm>
        </p:grpSpPr>
        <p:sp>
          <p:nvSpPr>
            <p:cNvPr id="7469" name="Google Shape;7469;p65"/>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65"/>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1" name="Google Shape;7471;p65"/>
          <p:cNvGrpSpPr/>
          <p:nvPr/>
        </p:nvGrpSpPr>
        <p:grpSpPr>
          <a:xfrm>
            <a:off x="1267386" y="2259783"/>
            <a:ext cx="355258" cy="355051"/>
            <a:chOff x="-50134375" y="3920575"/>
            <a:chExt cx="300100" cy="299925"/>
          </a:xfrm>
        </p:grpSpPr>
        <p:sp>
          <p:nvSpPr>
            <p:cNvPr id="7472" name="Google Shape;7472;p65"/>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5"/>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5"/>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5" name="Google Shape;7475;p65"/>
          <p:cNvGrpSpPr/>
          <p:nvPr/>
        </p:nvGrpSpPr>
        <p:grpSpPr>
          <a:xfrm>
            <a:off x="3478110" y="1407358"/>
            <a:ext cx="357123" cy="355258"/>
            <a:chOff x="-48262200" y="3200500"/>
            <a:chExt cx="301675" cy="300100"/>
          </a:xfrm>
        </p:grpSpPr>
        <p:sp>
          <p:nvSpPr>
            <p:cNvPr id="7476" name="Google Shape;7476;p65"/>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65"/>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65"/>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5"/>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5"/>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5"/>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65"/>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65"/>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5"/>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5" name="Google Shape;7485;p65"/>
          <p:cNvGrpSpPr/>
          <p:nvPr/>
        </p:nvGrpSpPr>
        <p:grpSpPr>
          <a:xfrm>
            <a:off x="3507483" y="1844447"/>
            <a:ext cx="298377" cy="354519"/>
            <a:chOff x="-48233050" y="3569725"/>
            <a:chExt cx="252050" cy="299475"/>
          </a:xfrm>
        </p:grpSpPr>
        <p:sp>
          <p:nvSpPr>
            <p:cNvPr id="7486" name="Google Shape;7486;p65"/>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65"/>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5"/>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9" name="Google Shape;7489;p65"/>
          <p:cNvGrpSpPr/>
          <p:nvPr/>
        </p:nvGrpSpPr>
        <p:grpSpPr>
          <a:xfrm>
            <a:off x="3531248" y="2278191"/>
            <a:ext cx="250847" cy="358070"/>
            <a:chOff x="-48216525" y="3936125"/>
            <a:chExt cx="211900" cy="302475"/>
          </a:xfrm>
        </p:grpSpPr>
        <p:sp>
          <p:nvSpPr>
            <p:cNvPr id="7490" name="Google Shape;7490;p65"/>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5"/>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5"/>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5"/>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4" name="Google Shape;7494;p65"/>
          <p:cNvGrpSpPr/>
          <p:nvPr/>
        </p:nvGrpSpPr>
        <p:grpSpPr>
          <a:xfrm>
            <a:off x="2186966" y="2753261"/>
            <a:ext cx="355258" cy="355288"/>
            <a:chOff x="-46410500" y="3201275"/>
            <a:chExt cx="300100" cy="300125"/>
          </a:xfrm>
        </p:grpSpPr>
        <p:sp>
          <p:nvSpPr>
            <p:cNvPr id="7495" name="Google Shape;7495;p65"/>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5"/>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5"/>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5"/>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5"/>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0" name="Google Shape;7500;p65"/>
          <p:cNvGrpSpPr/>
          <p:nvPr/>
        </p:nvGrpSpPr>
        <p:grpSpPr>
          <a:xfrm>
            <a:off x="2186966" y="3188692"/>
            <a:ext cx="355258" cy="356205"/>
            <a:chOff x="-46409700" y="3569100"/>
            <a:chExt cx="300100" cy="300900"/>
          </a:xfrm>
        </p:grpSpPr>
        <p:sp>
          <p:nvSpPr>
            <p:cNvPr id="7501" name="Google Shape;7501;p65"/>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65"/>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65"/>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65"/>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5"/>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6" name="Google Shape;7506;p65"/>
          <p:cNvGrpSpPr/>
          <p:nvPr/>
        </p:nvGrpSpPr>
        <p:grpSpPr>
          <a:xfrm>
            <a:off x="2174847" y="3624124"/>
            <a:ext cx="379497" cy="358070"/>
            <a:chOff x="-46422300" y="3936925"/>
            <a:chExt cx="320575" cy="302475"/>
          </a:xfrm>
        </p:grpSpPr>
        <p:sp>
          <p:nvSpPr>
            <p:cNvPr id="7507" name="Google Shape;7507;p65"/>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65"/>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9" name="Google Shape;7509;p65"/>
          <p:cNvGrpSpPr/>
          <p:nvPr/>
        </p:nvGrpSpPr>
        <p:grpSpPr>
          <a:xfrm>
            <a:off x="3952426" y="3178452"/>
            <a:ext cx="356205" cy="355258"/>
            <a:chOff x="-44914800" y="3560450"/>
            <a:chExt cx="300900" cy="300100"/>
          </a:xfrm>
        </p:grpSpPr>
        <p:sp>
          <p:nvSpPr>
            <p:cNvPr id="7510" name="Google Shape;7510;p65"/>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65"/>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65"/>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5"/>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5"/>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5" name="Google Shape;7515;p65"/>
          <p:cNvGrpSpPr/>
          <p:nvPr/>
        </p:nvGrpSpPr>
        <p:grpSpPr>
          <a:xfrm>
            <a:off x="1707478" y="1387086"/>
            <a:ext cx="354311" cy="354104"/>
            <a:chOff x="-49764975" y="3183375"/>
            <a:chExt cx="299300" cy="299125"/>
          </a:xfrm>
        </p:grpSpPr>
        <p:sp>
          <p:nvSpPr>
            <p:cNvPr id="7516" name="Google Shape;7516;p65"/>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65"/>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65"/>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5"/>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5"/>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5"/>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65"/>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65"/>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65"/>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5" name="Google Shape;7525;p65"/>
          <p:cNvGrpSpPr/>
          <p:nvPr/>
        </p:nvGrpSpPr>
        <p:grpSpPr>
          <a:xfrm>
            <a:off x="1707478" y="1822547"/>
            <a:ext cx="354311" cy="355909"/>
            <a:chOff x="-49764975" y="3551225"/>
            <a:chExt cx="299300" cy="300650"/>
          </a:xfrm>
        </p:grpSpPr>
        <p:sp>
          <p:nvSpPr>
            <p:cNvPr id="7526" name="Google Shape;7526;p65"/>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65"/>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5"/>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5"/>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65"/>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65"/>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65"/>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5"/>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65"/>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65"/>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65"/>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7" name="Google Shape;7537;p65"/>
          <p:cNvGrpSpPr/>
          <p:nvPr/>
        </p:nvGrpSpPr>
        <p:grpSpPr>
          <a:xfrm>
            <a:off x="1705140" y="2259310"/>
            <a:ext cx="358987" cy="355525"/>
            <a:chOff x="-49766550" y="3920175"/>
            <a:chExt cx="303250" cy="300325"/>
          </a:xfrm>
        </p:grpSpPr>
        <p:sp>
          <p:nvSpPr>
            <p:cNvPr id="7538" name="Google Shape;7538;p65"/>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5"/>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65"/>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65"/>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2" name="Google Shape;7542;p65"/>
          <p:cNvGrpSpPr/>
          <p:nvPr/>
        </p:nvGrpSpPr>
        <p:grpSpPr>
          <a:xfrm>
            <a:off x="3920671" y="1407358"/>
            <a:ext cx="357123" cy="354341"/>
            <a:chOff x="-47892800" y="3200500"/>
            <a:chExt cx="301675" cy="299325"/>
          </a:xfrm>
        </p:grpSpPr>
        <p:sp>
          <p:nvSpPr>
            <p:cNvPr id="7543" name="Google Shape;7543;p65"/>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5"/>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5"/>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65"/>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65"/>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65"/>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9" name="Google Shape;7549;p65"/>
          <p:cNvGrpSpPr/>
          <p:nvPr/>
        </p:nvGrpSpPr>
        <p:grpSpPr>
          <a:xfrm>
            <a:off x="3984537" y="1843707"/>
            <a:ext cx="229391" cy="355258"/>
            <a:chOff x="-47839250" y="3569100"/>
            <a:chExt cx="193775" cy="300100"/>
          </a:xfrm>
        </p:grpSpPr>
        <p:sp>
          <p:nvSpPr>
            <p:cNvPr id="7550" name="Google Shape;7550;p65"/>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65"/>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65"/>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5"/>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5"/>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5"/>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6" name="Google Shape;7556;p65"/>
          <p:cNvGrpSpPr/>
          <p:nvPr/>
        </p:nvGrpSpPr>
        <p:grpSpPr>
          <a:xfrm>
            <a:off x="3921603" y="2280056"/>
            <a:ext cx="355258" cy="356205"/>
            <a:chOff x="-47892800" y="3937700"/>
            <a:chExt cx="300100" cy="300900"/>
          </a:xfrm>
        </p:grpSpPr>
        <p:sp>
          <p:nvSpPr>
            <p:cNvPr id="7557" name="Google Shape;7557;p65"/>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65"/>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65"/>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5"/>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5"/>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65"/>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65"/>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5"/>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5" name="Google Shape;7565;p65"/>
          <p:cNvGrpSpPr/>
          <p:nvPr/>
        </p:nvGrpSpPr>
        <p:grpSpPr>
          <a:xfrm>
            <a:off x="2626898" y="2773770"/>
            <a:ext cx="355258" cy="311458"/>
            <a:chOff x="-46042675" y="3218600"/>
            <a:chExt cx="300100" cy="263100"/>
          </a:xfrm>
        </p:grpSpPr>
        <p:sp>
          <p:nvSpPr>
            <p:cNvPr id="7566" name="Google Shape;7566;p65"/>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65"/>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65"/>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65"/>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65"/>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65"/>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2" name="Google Shape;7572;p65"/>
          <p:cNvGrpSpPr/>
          <p:nvPr/>
        </p:nvGrpSpPr>
        <p:grpSpPr>
          <a:xfrm>
            <a:off x="2626898" y="3188219"/>
            <a:ext cx="355258" cy="323118"/>
            <a:chOff x="-46042675" y="3568700"/>
            <a:chExt cx="300100" cy="272950"/>
          </a:xfrm>
        </p:grpSpPr>
        <p:sp>
          <p:nvSpPr>
            <p:cNvPr id="7573" name="Google Shape;7573;p65"/>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65"/>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65"/>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5"/>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65"/>
          <p:cNvGrpSpPr/>
          <p:nvPr/>
        </p:nvGrpSpPr>
        <p:grpSpPr>
          <a:xfrm>
            <a:off x="2668849" y="3625189"/>
            <a:ext cx="271357" cy="356057"/>
            <a:chOff x="-46007225" y="3937825"/>
            <a:chExt cx="229225" cy="300775"/>
          </a:xfrm>
        </p:grpSpPr>
        <p:sp>
          <p:nvSpPr>
            <p:cNvPr id="7578" name="Google Shape;7578;p65"/>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5"/>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5"/>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5"/>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65"/>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65"/>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5"/>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5"/>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65"/>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65"/>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8" name="Google Shape;7588;p65"/>
          <p:cNvGrpSpPr/>
          <p:nvPr/>
        </p:nvGrpSpPr>
        <p:grpSpPr>
          <a:xfrm>
            <a:off x="3974341" y="3615275"/>
            <a:ext cx="312375" cy="357596"/>
            <a:chOff x="-44895900" y="3929450"/>
            <a:chExt cx="263875" cy="302075"/>
          </a:xfrm>
        </p:grpSpPr>
        <p:sp>
          <p:nvSpPr>
            <p:cNvPr id="7589" name="Google Shape;7589;p65"/>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5"/>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5"/>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5"/>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65"/>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65"/>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5" name="Google Shape;7595;p65"/>
          <p:cNvGrpSpPr/>
          <p:nvPr/>
        </p:nvGrpSpPr>
        <p:grpSpPr>
          <a:xfrm>
            <a:off x="2148160" y="1398036"/>
            <a:ext cx="356205" cy="332885"/>
            <a:chOff x="-49397175" y="3192625"/>
            <a:chExt cx="300900" cy="281200"/>
          </a:xfrm>
        </p:grpSpPr>
        <p:sp>
          <p:nvSpPr>
            <p:cNvPr id="7596" name="Google Shape;7596;p65"/>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5"/>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65"/>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65"/>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65"/>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5"/>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5"/>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3" name="Google Shape;7603;p65"/>
          <p:cNvGrpSpPr/>
          <p:nvPr/>
        </p:nvGrpSpPr>
        <p:grpSpPr>
          <a:xfrm>
            <a:off x="2174263" y="1822251"/>
            <a:ext cx="304000" cy="356205"/>
            <a:chOff x="-49375900" y="3550975"/>
            <a:chExt cx="256800" cy="300900"/>
          </a:xfrm>
        </p:grpSpPr>
        <p:sp>
          <p:nvSpPr>
            <p:cNvPr id="7604" name="Google Shape;7604;p65"/>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65"/>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65"/>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5"/>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5"/>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65"/>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65"/>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5"/>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5"/>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5"/>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5"/>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5" name="Google Shape;7615;p65"/>
          <p:cNvGrpSpPr/>
          <p:nvPr/>
        </p:nvGrpSpPr>
        <p:grpSpPr>
          <a:xfrm>
            <a:off x="2169616" y="2259546"/>
            <a:ext cx="313293" cy="356205"/>
            <a:chOff x="-49378250" y="3920375"/>
            <a:chExt cx="264650" cy="300900"/>
          </a:xfrm>
        </p:grpSpPr>
        <p:sp>
          <p:nvSpPr>
            <p:cNvPr id="7616" name="Google Shape;7616;p65"/>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65"/>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65"/>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5"/>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65"/>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5"/>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5"/>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3" name="Google Shape;7623;p65"/>
          <p:cNvGrpSpPr/>
          <p:nvPr/>
        </p:nvGrpSpPr>
        <p:grpSpPr>
          <a:xfrm>
            <a:off x="888604" y="2752344"/>
            <a:ext cx="312375" cy="357123"/>
            <a:chOff x="-47505300" y="3200500"/>
            <a:chExt cx="263875" cy="301675"/>
          </a:xfrm>
        </p:grpSpPr>
        <p:sp>
          <p:nvSpPr>
            <p:cNvPr id="7624" name="Google Shape;7624;p65"/>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5"/>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65"/>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65"/>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65"/>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65"/>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5"/>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5"/>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5"/>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5"/>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5"/>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5"/>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65"/>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7" name="Google Shape;7637;p65"/>
          <p:cNvGrpSpPr/>
          <p:nvPr/>
        </p:nvGrpSpPr>
        <p:grpSpPr>
          <a:xfrm>
            <a:off x="866704" y="3188692"/>
            <a:ext cx="356176" cy="355051"/>
            <a:chOff x="-47524975" y="3569100"/>
            <a:chExt cx="300875" cy="299925"/>
          </a:xfrm>
        </p:grpSpPr>
        <p:sp>
          <p:nvSpPr>
            <p:cNvPr id="7638" name="Google Shape;7638;p65"/>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65"/>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65"/>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65"/>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5"/>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3" name="Google Shape;7643;p65"/>
          <p:cNvGrpSpPr/>
          <p:nvPr/>
        </p:nvGrpSpPr>
        <p:grpSpPr>
          <a:xfrm>
            <a:off x="867162" y="3667954"/>
            <a:ext cx="355258" cy="270410"/>
            <a:chOff x="-47523400" y="3973950"/>
            <a:chExt cx="300100" cy="228425"/>
          </a:xfrm>
        </p:grpSpPr>
        <p:sp>
          <p:nvSpPr>
            <p:cNvPr id="7644" name="Google Shape;7644;p65"/>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5"/>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65"/>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65"/>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5"/>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9" name="Google Shape;7649;p65"/>
          <p:cNvGrpSpPr/>
          <p:nvPr/>
        </p:nvGrpSpPr>
        <p:grpSpPr>
          <a:xfrm>
            <a:off x="3072283" y="2750953"/>
            <a:ext cx="354341" cy="357596"/>
            <a:chOff x="-45673275" y="3199325"/>
            <a:chExt cx="299325" cy="302075"/>
          </a:xfrm>
        </p:grpSpPr>
        <p:sp>
          <p:nvSpPr>
            <p:cNvPr id="7650" name="Google Shape;7650;p65"/>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5"/>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65"/>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3" name="Google Shape;7653;p65"/>
          <p:cNvGrpSpPr/>
          <p:nvPr/>
        </p:nvGrpSpPr>
        <p:grpSpPr>
          <a:xfrm>
            <a:off x="3071351" y="3209202"/>
            <a:ext cx="356205" cy="314240"/>
            <a:chOff x="-45674075" y="3586425"/>
            <a:chExt cx="300900" cy="265450"/>
          </a:xfrm>
        </p:grpSpPr>
        <p:sp>
          <p:nvSpPr>
            <p:cNvPr id="7654" name="Google Shape;7654;p65"/>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65"/>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6" name="Google Shape;7656;p65"/>
          <p:cNvGrpSpPr/>
          <p:nvPr/>
        </p:nvGrpSpPr>
        <p:grpSpPr>
          <a:xfrm>
            <a:off x="3072283" y="3625041"/>
            <a:ext cx="354341" cy="356205"/>
            <a:chOff x="-45673275" y="3937700"/>
            <a:chExt cx="299325" cy="300900"/>
          </a:xfrm>
        </p:grpSpPr>
        <p:sp>
          <p:nvSpPr>
            <p:cNvPr id="7657" name="Google Shape;7657;p65"/>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65"/>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65"/>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65"/>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5"/>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65"/>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3" name="Google Shape;7663;p65"/>
          <p:cNvGrpSpPr/>
          <p:nvPr/>
        </p:nvGrpSpPr>
        <p:grpSpPr>
          <a:xfrm>
            <a:off x="2186449" y="4117825"/>
            <a:ext cx="356205" cy="356205"/>
            <a:chOff x="-44512325" y="3176075"/>
            <a:chExt cx="300900" cy="300900"/>
          </a:xfrm>
        </p:grpSpPr>
        <p:sp>
          <p:nvSpPr>
            <p:cNvPr id="7664" name="Google Shape;7664;p65"/>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65"/>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5"/>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7" name="Google Shape;7667;p65"/>
          <p:cNvGrpSpPr/>
          <p:nvPr/>
        </p:nvGrpSpPr>
        <p:grpSpPr>
          <a:xfrm>
            <a:off x="2589789" y="1386849"/>
            <a:ext cx="354341" cy="354341"/>
            <a:chOff x="-49027775" y="3183175"/>
            <a:chExt cx="299325" cy="299325"/>
          </a:xfrm>
        </p:grpSpPr>
        <p:sp>
          <p:nvSpPr>
            <p:cNvPr id="7668" name="Google Shape;7668;p65"/>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5"/>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5"/>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65"/>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2" name="Google Shape;7672;p65"/>
          <p:cNvGrpSpPr/>
          <p:nvPr/>
        </p:nvGrpSpPr>
        <p:grpSpPr>
          <a:xfrm>
            <a:off x="2589330" y="1822251"/>
            <a:ext cx="355258" cy="357152"/>
            <a:chOff x="-49027775" y="3550975"/>
            <a:chExt cx="300100" cy="301700"/>
          </a:xfrm>
        </p:grpSpPr>
        <p:sp>
          <p:nvSpPr>
            <p:cNvPr id="7673" name="Google Shape;7673;p65"/>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65"/>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5"/>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65"/>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65"/>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65"/>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65"/>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5"/>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5"/>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5"/>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3" name="Google Shape;7683;p65"/>
          <p:cNvGrpSpPr/>
          <p:nvPr/>
        </p:nvGrpSpPr>
        <p:grpSpPr>
          <a:xfrm>
            <a:off x="2587406" y="2259310"/>
            <a:ext cx="359106" cy="355525"/>
            <a:chOff x="-49031025" y="3920175"/>
            <a:chExt cx="303350" cy="300325"/>
          </a:xfrm>
        </p:grpSpPr>
        <p:sp>
          <p:nvSpPr>
            <p:cNvPr id="7684" name="Google Shape;7684;p65"/>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65"/>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65"/>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5"/>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5"/>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5"/>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0" name="Google Shape;7690;p65"/>
          <p:cNvGrpSpPr/>
          <p:nvPr/>
        </p:nvGrpSpPr>
        <p:grpSpPr>
          <a:xfrm>
            <a:off x="1303511" y="2752344"/>
            <a:ext cx="356176" cy="354341"/>
            <a:chOff x="-47155575" y="3200500"/>
            <a:chExt cx="300875" cy="299325"/>
          </a:xfrm>
        </p:grpSpPr>
        <p:sp>
          <p:nvSpPr>
            <p:cNvPr id="7691" name="Google Shape;7691;p65"/>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65"/>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65"/>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65"/>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5"/>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5"/>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65"/>
          <p:cNvGrpSpPr/>
          <p:nvPr/>
        </p:nvGrpSpPr>
        <p:grpSpPr>
          <a:xfrm>
            <a:off x="1303970" y="3188692"/>
            <a:ext cx="355258" cy="355258"/>
            <a:chOff x="-47154800" y="3569100"/>
            <a:chExt cx="300100" cy="300100"/>
          </a:xfrm>
        </p:grpSpPr>
        <p:sp>
          <p:nvSpPr>
            <p:cNvPr id="7698" name="Google Shape;7698;p65"/>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65"/>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5"/>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5"/>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5"/>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5"/>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4" name="Google Shape;7704;p65"/>
          <p:cNvGrpSpPr/>
          <p:nvPr/>
        </p:nvGrpSpPr>
        <p:grpSpPr>
          <a:xfrm>
            <a:off x="1304443" y="3626905"/>
            <a:ext cx="354311" cy="353423"/>
            <a:chOff x="-47154000" y="3939275"/>
            <a:chExt cx="299300" cy="298550"/>
          </a:xfrm>
        </p:grpSpPr>
        <p:sp>
          <p:nvSpPr>
            <p:cNvPr id="7705" name="Google Shape;7705;p65"/>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65"/>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5"/>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5"/>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9" name="Google Shape;7709;p65"/>
          <p:cNvGrpSpPr/>
          <p:nvPr/>
        </p:nvGrpSpPr>
        <p:grpSpPr>
          <a:xfrm>
            <a:off x="3529733" y="2752344"/>
            <a:ext cx="312375" cy="354341"/>
            <a:chOff x="-45286550" y="3200500"/>
            <a:chExt cx="263875" cy="299325"/>
          </a:xfrm>
        </p:grpSpPr>
        <p:sp>
          <p:nvSpPr>
            <p:cNvPr id="7710" name="Google Shape;7710;p65"/>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65"/>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5"/>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3" name="Google Shape;7713;p65"/>
          <p:cNvGrpSpPr/>
          <p:nvPr/>
        </p:nvGrpSpPr>
        <p:grpSpPr>
          <a:xfrm>
            <a:off x="3529733" y="3189639"/>
            <a:ext cx="312375" cy="354311"/>
            <a:chOff x="-45286550" y="3569900"/>
            <a:chExt cx="263875" cy="299300"/>
          </a:xfrm>
        </p:grpSpPr>
        <p:sp>
          <p:nvSpPr>
            <p:cNvPr id="7714" name="Google Shape;7714;p65"/>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65"/>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5"/>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5"/>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5"/>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65"/>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0" name="Google Shape;7720;p65"/>
          <p:cNvGrpSpPr/>
          <p:nvPr/>
        </p:nvGrpSpPr>
        <p:grpSpPr>
          <a:xfrm>
            <a:off x="3540920" y="3625988"/>
            <a:ext cx="290001" cy="355258"/>
            <a:chOff x="-45277900" y="3938500"/>
            <a:chExt cx="244975" cy="300100"/>
          </a:xfrm>
        </p:grpSpPr>
        <p:sp>
          <p:nvSpPr>
            <p:cNvPr id="7721" name="Google Shape;7721;p65"/>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5"/>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65"/>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65"/>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5" name="Google Shape;7725;p65"/>
          <p:cNvGrpSpPr/>
          <p:nvPr/>
        </p:nvGrpSpPr>
        <p:grpSpPr>
          <a:xfrm>
            <a:off x="2626869" y="4095090"/>
            <a:ext cx="355258" cy="355258"/>
            <a:chOff x="-44502875" y="3576975"/>
            <a:chExt cx="300100" cy="300100"/>
          </a:xfrm>
        </p:grpSpPr>
        <p:sp>
          <p:nvSpPr>
            <p:cNvPr id="7726" name="Google Shape;7726;p65"/>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5"/>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65"/>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9" name="Google Shape;7729;p65"/>
          <p:cNvGrpSpPr/>
          <p:nvPr/>
        </p:nvGrpSpPr>
        <p:grpSpPr>
          <a:xfrm>
            <a:off x="4835456" y="1828361"/>
            <a:ext cx="356196" cy="354670"/>
            <a:chOff x="-13946200" y="3647075"/>
            <a:chExt cx="353650" cy="352100"/>
          </a:xfrm>
        </p:grpSpPr>
        <p:sp>
          <p:nvSpPr>
            <p:cNvPr id="7730" name="Google Shape;7730;p65"/>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65"/>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5"/>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5"/>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5"/>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5"/>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6" name="Google Shape;7736;p65"/>
          <p:cNvGrpSpPr/>
          <p:nvPr/>
        </p:nvGrpSpPr>
        <p:grpSpPr>
          <a:xfrm>
            <a:off x="6618849" y="1387844"/>
            <a:ext cx="357002" cy="354267"/>
            <a:chOff x="-12163025" y="3214275"/>
            <a:chExt cx="354450" cy="351700"/>
          </a:xfrm>
        </p:grpSpPr>
        <p:sp>
          <p:nvSpPr>
            <p:cNvPr id="7737" name="Google Shape;7737;p65"/>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5"/>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65"/>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0" name="Google Shape;7740;p65"/>
          <p:cNvGrpSpPr/>
          <p:nvPr/>
        </p:nvGrpSpPr>
        <p:grpSpPr>
          <a:xfrm>
            <a:off x="6619629" y="1827581"/>
            <a:ext cx="355441" cy="356232"/>
            <a:chOff x="-12160675" y="3647875"/>
            <a:chExt cx="352900" cy="353650"/>
          </a:xfrm>
        </p:grpSpPr>
        <p:sp>
          <p:nvSpPr>
            <p:cNvPr id="7741" name="Google Shape;7741;p65"/>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5"/>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5"/>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65"/>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65"/>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5"/>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5"/>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8" name="Google Shape;7748;p65"/>
          <p:cNvGrpSpPr/>
          <p:nvPr/>
        </p:nvGrpSpPr>
        <p:grpSpPr>
          <a:xfrm>
            <a:off x="6630345" y="2272036"/>
            <a:ext cx="354635" cy="356232"/>
            <a:chOff x="-12160675" y="4081850"/>
            <a:chExt cx="352100" cy="353650"/>
          </a:xfrm>
        </p:grpSpPr>
        <p:sp>
          <p:nvSpPr>
            <p:cNvPr id="7749" name="Google Shape;7749;p65"/>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65"/>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5"/>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5"/>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5"/>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5"/>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5" name="Google Shape;7755;p65"/>
          <p:cNvGrpSpPr/>
          <p:nvPr/>
        </p:nvGrpSpPr>
        <p:grpSpPr>
          <a:xfrm>
            <a:off x="4835311" y="2746480"/>
            <a:ext cx="355416" cy="355652"/>
            <a:chOff x="-10391650" y="3180600"/>
            <a:chExt cx="352875" cy="353075"/>
          </a:xfrm>
        </p:grpSpPr>
        <p:sp>
          <p:nvSpPr>
            <p:cNvPr id="7756" name="Google Shape;7756;p65"/>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65"/>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5"/>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5"/>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5"/>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5"/>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2" name="Google Shape;7762;p65"/>
          <p:cNvGrpSpPr/>
          <p:nvPr/>
        </p:nvGrpSpPr>
        <p:grpSpPr>
          <a:xfrm>
            <a:off x="4835310" y="3223278"/>
            <a:ext cx="354635" cy="353890"/>
            <a:chOff x="-10390875" y="3616350"/>
            <a:chExt cx="352100" cy="351325"/>
          </a:xfrm>
        </p:grpSpPr>
        <p:sp>
          <p:nvSpPr>
            <p:cNvPr id="7763" name="Google Shape;7763;p65"/>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65"/>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65"/>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6" name="Google Shape;7766;p65"/>
          <p:cNvGrpSpPr/>
          <p:nvPr/>
        </p:nvGrpSpPr>
        <p:grpSpPr>
          <a:xfrm>
            <a:off x="7502285" y="2747943"/>
            <a:ext cx="312585" cy="354670"/>
            <a:chOff x="-10370400" y="4049550"/>
            <a:chExt cx="310350" cy="352100"/>
          </a:xfrm>
        </p:grpSpPr>
        <p:sp>
          <p:nvSpPr>
            <p:cNvPr id="7767" name="Google Shape;7767;p65"/>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65"/>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65"/>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65"/>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5"/>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2" name="Google Shape;7772;p65"/>
          <p:cNvGrpSpPr/>
          <p:nvPr/>
        </p:nvGrpSpPr>
        <p:grpSpPr>
          <a:xfrm>
            <a:off x="6606541" y="2746884"/>
            <a:ext cx="379236" cy="354847"/>
            <a:chOff x="-8674650" y="3210975"/>
            <a:chExt cx="376525" cy="352275"/>
          </a:xfrm>
        </p:grpSpPr>
        <p:sp>
          <p:nvSpPr>
            <p:cNvPr id="7773" name="Google Shape;7773;p65"/>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65"/>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65"/>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5"/>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5"/>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65"/>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9" name="Google Shape;7779;p65"/>
          <p:cNvGrpSpPr/>
          <p:nvPr/>
        </p:nvGrpSpPr>
        <p:grpSpPr>
          <a:xfrm>
            <a:off x="5278038" y="1828361"/>
            <a:ext cx="356221" cy="354670"/>
            <a:chOff x="-13512225" y="3647075"/>
            <a:chExt cx="353675" cy="352100"/>
          </a:xfrm>
        </p:grpSpPr>
        <p:sp>
          <p:nvSpPr>
            <p:cNvPr id="7780" name="Google Shape;7780;p65"/>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65"/>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65"/>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5"/>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5"/>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65"/>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65"/>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65"/>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5"/>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5"/>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0" name="Google Shape;7790;p65"/>
          <p:cNvGrpSpPr/>
          <p:nvPr/>
        </p:nvGrpSpPr>
        <p:grpSpPr>
          <a:xfrm>
            <a:off x="5288351" y="2272427"/>
            <a:ext cx="356221" cy="355451"/>
            <a:chOff x="-13512225" y="4080275"/>
            <a:chExt cx="353675" cy="352875"/>
          </a:xfrm>
        </p:grpSpPr>
        <p:sp>
          <p:nvSpPr>
            <p:cNvPr id="7791" name="Google Shape;7791;p65"/>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65"/>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65"/>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5"/>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5"/>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5"/>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5"/>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5"/>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5"/>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65"/>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65"/>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2" name="Google Shape;7802;p65"/>
          <p:cNvGrpSpPr/>
          <p:nvPr/>
        </p:nvGrpSpPr>
        <p:grpSpPr>
          <a:xfrm>
            <a:off x="7061431" y="1419788"/>
            <a:ext cx="356196" cy="290379"/>
            <a:chOff x="-11728250" y="3245400"/>
            <a:chExt cx="353650" cy="288275"/>
          </a:xfrm>
        </p:grpSpPr>
        <p:sp>
          <p:nvSpPr>
            <p:cNvPr id="7803" name="Google Shape;7803;p65"/>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65"/>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65"/>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5"/>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5"/>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8" name="Google Shape;7808;p65"/>
          <p:cNvGrpSpPr/>
          <p:nvPr/>
        </p:nvGrpSpPr>
        <p:grpSpPr>
          <a:xfrm>
            <a:off x="7093939" y="2272427"/>
            <a:ext cx="311804" cy="355451"/>
            <a:chOff x="-11703850" y="4081850"/>
            <a:chExt cx="309575" cy="352875"/>
          </a:xfrm>
        </p:grpSpPr>
        <p:sp>
          <p:nvSpPr>
            <p:cNvPr id="7809" name="Google Shape;7809;p65"/>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65"/>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65"/>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65"/>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5"/>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5"/>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65"/>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65"/>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7" name="Google Shape;7817;p65"/>
          <p:cNvGrpSpPr/>
          <p:nvPr/>
        </p:nvGrpSpPr>
        <p:grpSpPr>
          <a:xfrm>
            <a:off x="5282595" y="2746580"/>
            <a:ext cx="357002" cy="355451"/>
            <a:chOff x="-9958475" y="3180025"/>
            <a:chExt cx="354450" cy="352875"/>
          </a:xfrm>
        </p:grpSpPr>
        <p:sp>
          <p:nvSpPr>
            <p:cNvPr id="7818" name="Google Shape;7818;p65"/>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65"/>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65"/>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1" name="Google Shape;7821;p65"/>
          <p:cNvGrpSpPr/>
          <p:nvPr/>
        </p:nvGrpSpPr>
        <p:grpSpPr>
          <a:xfrm>
            <a:off x="5291722" y="3222561"/>
            <a:ext cx="337966" cy="355325"/>
            <a:chOff x="-9949025" y="3615575"/>
            <a:chExt cx="335550" cy="352750"/>
          </a:xfrm>
        </p:grpSpPr>
        <p:sp>
          <p:nvSpPr>
            <p:cNvPr id="7822" name="Google Shape;7822;p65"/>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65"/>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65"/>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5" name="Google Shape;7825;p65"/>
          <p:cNvGrpSpPr/>
          <p:nvPr/>
        </p:nvGrpSpPr>
        <p:grpSpPr>
          <a:xfrm>
            <a:off x="7926568" y="2746067"/>
            <a:ext cx="360175" cy="358423"/>
            <a:chOff x="-9961625" y="4048175"/>
            <a:chExt cx="357600" cy="355825"/>
          </a:xfrm>
        </p:grpSpPr>
        <p:sp>
          <p:nvSpPr>
            <p:cNvPr id="7826" name="Google Shape;7826;p65"/>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5"/>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5"/>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65"/>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65"/>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5"/>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2" name="Google Shape;7832;p65"/>
          <p:cNvGrpSpPr/>
          <p:nvPr/>
        </p:nvGrpSpPr>
        <p:grpSpPr>
          <a:xfrm>
            <a:off x="6613289" y="3221579"/>
            <a:ext cx="364959" cy="357289"/>
            <a:chOff x="-8680950" y="3624225"/>
            <a:chExt cx="362350" cy="354700"/>
          </a:xfrm>
        </p:grpSpPr>
        <p:sp>
          <p:nvSpPr>
            <p:cNvPr id="7833" name="Google Shape;7833;p65"/>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5"/>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5"/>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5"/>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5"/>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5"/>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9" name="Google Shape;7839;p65"/>
          <p:cNvGrpSpPr/>
          <p:nvPr/>
        </p:nvGrpSpPr>
        <p:grpSpPr>
          <a:xfrm>
            <a:off x="5749533" y="1387239"/>
            <a:ext cx="313365" cy="355476"/>
            <a:chOff x="-13056975" y="3212300"/>
            <a:chExt cx="311125" cy="352900"/>
          </a:xfrm>
        </p:grpSpPr>
        <p:sp>
          <p:nvSpPr>
            <p:cNvPr id="7840" name="Google Shape;7840;p65"/>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65"/>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65"/>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5"/>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4" name="Google Shape;7844;p65"/>
          <p:cNvGrpSpPr/>
          <p:nvPr/>
        </p:nvGrpSpPr>
        <p:grpSpPr>
          <a:xfrm>
            <a:off x="5726921" y="1828034"/>
            <a:ext cx="358588" cy="355325"/>
            <a:chOff x="-13077450" y="3647075"/>
            <a:chExt cx="356025" cy="352750"/>
          </a:xfrm>
        </p:grpSpPr>
        <p:sp>
          <p:nvSpPr>
            <p:cNvPr id="7845" name="Google Shape;7845;p65"/>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65"/>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5"/>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8" name="Google Shape;7848;p65"/>
          <p:cNvGrpSpPr/>
          <p:nvPr/>
        </p:nvGrpSpPr>
        <p:grpSpPr>
          <a:xfrm>
            <a:off x="5738027" y="2271633"/>
            <a:ext cx="357002" cy="357037"/>
            <a:chOff x="-13079025" y="4079475"/>
            <a:chExt cx="354450" cy="354450"/>
          </a:xfrm>
        </p:grpSpPr>
        <p:sp>
          <p:nvSpPr>
            <p:cNvPr id="7849" name="Google Shape;7849;p65"/>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65"/>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65"/>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65"/>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3" name="Google Shape;7853;p65"/>
          <p:cNvGrpSpPr/>
          <p:nvPr/>
        </p:nvGrpSpPr>
        <p:grpSpPr>
          <a:xfrm>
            <a:off x="7511094" y="1387642"/>
            <a:ext cx="356221" cy="354670"/>
            <a:chOff x="-11292700" y="3213875"/>
            <a:chExt cx="353675" cy="352100"/>
          </a:xfrm>
        </p:grpSpPr>
        <p:sp>
          <p:nvSpPr>
            <p:cNvPr id="7854" name="Google Shape;7854;p65"/>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65"/>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5"/>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5"/>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5"/>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5"/>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5"/>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1" name="Google Shape;7861;p65"/>
          <p:cNvGrpSpPr/>
          <p:nvPr/>
        </p:nvGrpSpPr>
        <p:grpSpPr>
          <a:xfrm>
            <a:off x="7505152" y="1827581"/>
            <a:ext cx="368106" cy="356232"/>
            <a:chOff x="-11299000" y="3647875"/>
            <a:chExt cx="365475" cy="353650"/>
          </a:xfrm>
        </p:grpSpPr>
        <p:sp>
          <p:nvSpPr>
            <p:cNvPr id="7862" name="Google Shape;7862;p65"/>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65"/>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65"/>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5"/>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5"/>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5"/>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8" name="Google Shape;7868;p65"/>
          <p:cNvGrpSpPr/>
          <p:nvPr/>
        </p:nvGrpSpPr>
        <p:grpSpPr>
          <a:xfrm>
            <a:off x="7520614" y="2283532"/>
            <a:ext cx="357808" cy="333240"/>
            <a:chOff x="-11295075" y="4092875"/>
            <a:chExt cx="355250" cy="330825"/>
          </a:xfrm>
        </p:grpSpPr>
        <p:sp>
          <p:nvSpPr>
            <p:cNvPr id="7869" name="Google Shape;7869;p65"/>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5"/>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5"/>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5"/>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5"/>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4" name="Google Shape;7874;p65"/>
          <p:cNvGrpSpPr/>
          <p:nvPr/>
        </p:nvGrpSpPr>
        <p:grpSpPr>
          <a:xfrm>
            <a:off x="5746214" y="2746580"/>
            <a:ext cx="312585" cy="355451"/>
            <a:chOff x="-9500075" y="3180800"/>
            <a:chExt cx="310350" cy="352875"/>
          </a:xfrm>
        </p:grpSpPr>
        <p:sp>
          <p:nvSpPr>
            <p:cNvPr id="7875" name="Google Shape;7875;p65"/>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65"/>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65"/>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5"/>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65"/>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65"/>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5"/>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5"/>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65"/>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4" name="Google Shape;7884;p65"/>
          <p:cNvGrpSpPr/>
          <p:nvPr/>
        </p:nvGrpSpPr>
        <p:grpSpPr>
          <a:xfrm>
            <a:off x="5724005" y="3222095"/>
            <a:ext cx="356221" cy="356257"/>
            <a:chOff x="-9523700" y="3614000"/>
            <a:chExt cx="353675" cy="353675"/>
          </a:xfrm>
        </p:grpSpPr>
        <p:sp>
          <p:nvSpPr>
            <p:cNvPr id="7885" name="Google Shape;7885;p65"/>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5"/>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5"/>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5"/>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65"/>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65"/>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5"/>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5"/>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65"/>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4" name="Google Shape;7894;p65"/>
          <p:cNvGrpSpPr/>
          <p:nvPr/>
        </p:nvGrpSpPr>
        <p:grpSpPr>
          <a:xfrm>
            <a:off x="7508956" y="3244737"/>
            <a:ext cx="356221" cy="354670"/>
            <a:chOff x="-9523700" y="4049550"/>
            <a:chExt cx="353675" cy="352100"/>
          </a:xfrm>
        </p:grpSpPr>
        <p:sp>
          <p:nvSpPr>
            <p:cNvPr id="7895" name="Google Shape;7895;p65"/>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65"/>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65"/>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5"/>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5"/>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5"/>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65"/>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2" name="Google Shape;7902;p65"/>
          <p:cNvGrpSpPr/>
          <p:nvPr/>
        </p:nvGrpSpPr>
        <p:grpSpPr>
          <a:xfrm>
            <a:off x="7065071" y="3244710"/>
            <a:ext cx="357002" cy="311029"/>
            <a:chOff x="-8209150" y="3659675"/>
            <a:chExt cx="354450" cy="308775"/>
          </a:xfrm>
        </p:grpSpPr>
        <p:sp>
          <p:nvSpPr>
            <p:cNvPr id="7903" name="Google Shape;7903;p65"/>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5"/>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65"/>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65"/>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5"/>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5"/>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9" name="Google Shape;7909;p65"/>
          <p:cNvGrpSpPr/>
          <p:nvPr/>
        </p:nvGrpSpPr>
        <p:grpSpPr>
          <a:xfrm>
            <a:off x="6178632" y="2273623"/>
            <a:ext cx="356221" cy="353059"/>
            <a:chOff x="-12643475" y="4081850"/>
            <a:chExt cx="353675" cy="350500"/>
          </a:xfrm>
        </p:grpSpPr>
        <p:sp>
          <p:nvSpPr>
            <p:cNvPr id="7910" name="Google Shape;7910;p65"/>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65"/>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65"/>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5"/>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14" name="Google Shape;7914;p65"/>
          <p:cNvSpPr/>
          <p:nvPr/>
        </p:nvSpPr>
        <p:spPr>
          <a:xfrm>
            <a:off x="7991737" y="1828263"/>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15" name="Google Shape;7915;p65"/>
          <p:cNvGrpSpPr/>
          <p:nvPr/>
        </p:nvGrpSpPr>
        <p:grpSpPr>
          <a:xfrm>
            <a:off x="7961232" y="2283532"/>
            <a:ext cx="356221" cy="333240"/>
            <a:chOff x="-10858725" y="4092875"/>
            <a:chExt cx="353675" cy="330825"/>
          </a:xfrm>
        </p:grpSpPr>
        <p:sp>
          <p:nvSpPr>
            <p:cNvPr id="7916" name="Google Shape;7916;p65"/>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65"/>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5"/>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5"/>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5"/>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5"/>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65"/>
          <p:cNvGrpSpPr/>
          <p:nvPr/>
        </p:nvGrpSpPr>
        <p:grpSpPr>
          <a:xfrm>
            <a:off x="6219755" y="3222498"/>
            <a:ext cx="252278" cy="355451"/>
            <a:chOff x="-9039300" y="3614000"/>
            <a:chExt cx="250475" cy="352875"/>
          </a:xfrm>
        </p:grpSpPr>
        <p:sp>
          <p:nvSpPr>
            <p:cNvPr id="7923" name="Google Shape;7923;p65"/>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5"/>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5" name="Google Shape;7925;p65"/>
          <p:cNvGrpSpPr/>
          <p:nvPr/>
        </p:nvGrpSpPr>
        <p:grpSpPr>
          <a:xfrm>
            <a:off x="7951721" y="3244737"/>
            <a:ext cx="354635" cy="354670"/>
            <a:chOff x="-9088150" y="4049550"/>
            <a:chExt cx="352100" cy="352100"/>
          </a:xfrm>
        </p:grpSpPr>
        <p:sp>
          <p:nvSpPr>
            <p:cNvPr id="7926" name="Google Shape;7926;p65"/>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5"/>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5"/>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5"/>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65"/>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65"/>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2" name="Google Shape;7932;p65"/>
          <p:cNvGrpSpPr/>
          <p:nvPr/>
        </p:nvGrpSpPr>
        <p:grpSpPr>
          <a:xfrm>
            <a:off x="7086085" y="2746970"/>
            <a:ext cx="315757" cy="354670"/>
            <a:chOff x="-8191825" y="3174500"/>
            <a:chExt cx="313500" cy="352100"/>
          </a:xfrm>
        </p:grpSpPr>
        <p:sp>
          <p:nvSpPr>
            <p:cNvPr id="7933" name="Google Shape;7933;p65"/>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5"/>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65"/>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6" name="Google Shape;7936;p65"/>
          <p:cNvGrpSpPr/>
          <p:nvPr/>
        </p:nvGrpSpPr>
        <p:grpSpPr>
          <a:xfrm>
            <a:off x="4835443" y="1387491"/>
            <a:ext cx="356221" cy="354973"/>
            <a:chOff x="-13947000" y="3212800"/>
            <a:chExt cx="353675" cy="352400"/>
          </a:xfrm>
        </p:grpSpPr>
        <p:sp>
          <p:nvSpPr>
            <p:cNvPr id="7937" name="Google Shape;7937;p65"/>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65"/>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39" name="Google Shape;7939;p65"/>
          <p:cNvSpPr/>
          <p:nvPr/>
        </p:nvSpPr>
        <p:spPr>
          <a:xfrm>
            <a:off x="4878563" y="2273025"/>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40" name="Google Shape;7940;p65"/>
          <p:cNvGrpSpPr/>
          <p:nvPr/>
        </p:nvGrpSpPr>
        <p:grpSpPr>
          <a:xfrm>
            <a:off x="5278038" y="1386849"/>
            <a:ext cx="356221" cy="356257"/>
            <a:chOff x="-13512225" y="3211525"/>
            <a:chExt cx="353675" cy="353675"/>
          </a:xfrm>
        </p:grpSpPr>
        <p:sp>
          <p:nvSpPr>
            <p:cNvPr id="7941" name="Google Shape;7941;p65"/>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65"/>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65"/>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65"/>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65"/>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6" name="Google Shape;7946;p65"/>
          <p:cNvGrpSpPr/>
          <p:nvPr/>
        </p:nvGrpSpPr>
        <p:grpSpPr>
          <a:xfrm>
            <a:off x="6168320" y="1387239"/>
            <a:ext cx="356221" cy="355476"/>
            <a:chOff x="-12643475" y="3212300"/>
            <a:chExt cx="353675" cy="352900"/>
          </a:xfrm>
        </p:grpSpPr>
        <p:sp>
          <p:nvSpPr>
            <p:cNvPr id="7947" name="Google Shape;7947;p65"/>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5"/>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5"/>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5"/>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65"/>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65"/>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5"/>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5"/>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5"/>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6" name="Google Shape;7956;p65"/>
          <p:cNvGrpSpPr/>
          <p:nvPr/>
        </p:nvGrpSpPr>
        <p:grpSpPr>
          <a:xfrm>
            <a:off x="6168320" y="1839013"/>
            <a:ext cx="356221" cy="333366"/>
            <a:chOff x="-12643475" y="3657325"/>
            <a:chExt cx="353675" cy="330950"/>
          </a:xfrm>
        </p:grpSpPr>
        <p:sp>
          <p:nvSpPr>
            <p:cNvPr id="7957" name="Google Shape;7957;p65"/>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5"/>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65"/>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65"/>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65"/>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5"/>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3" name="Google Shape;7963;p65"/>
          <p:cNvGrpSpPr/>
          <p:nvPr/>
        </p:nvGrpSpPr>
        <p:grpSpPr>
          <a:xfrm>
            <a:off x="7951322" y="1387642"/>
            <a:ext cx="355416" cy="354670"/>
            <a:chOff x="-10857925" y="3213875"/>
            <a:chExt cx="352875" cy="352100"/>
          </a:xfrm>
        </p:grpSpPr>
        <p:sp>
          <p:nvSpPr>
            <p:cNvPr id="7964" name="Google Shape;7964;p65"/>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5"/>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65"/>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65"/>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65"/>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65"/>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5"/>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5"/>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65"/>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65"/>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4" name="Google Shape;7974;p65"/>
          <p:cNvGrpSpPr/>
          <p:nvPr/>
        </p:nvGrpSpPr>
        <p:grpSpPr>
          <a:xfrm>
            <a:off x="6168237" y="2747071"/>
            <a:ext cx="356096" cy="354469"/>
            <a:chOff x="-9089725" y="3180200"/>
            <a:chExt cx="353550" cy="351900"/>
          </a:xfrm>
        </p:grpSpPr>
        <p:sp>
          <p:nvSpPr>
            <p:cNvPr id="7975" name="Google Shape;7975;p65"/>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65"/>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7" name="Google Shape;7977;p65"/>
          <p:cNvGrpSpPr/>
          <p:nvPr/>
        </p:nvGrpSpPr>
        <p:grpSpPr>
          <a:xfrm>
            <a:off x="7060235" y="1826875"/>
            <a:ext cx="358588" cy="357642"/>
            <a:chOff x="7083760" y="1971660"/>
            <a:chExt cx="358588" cy="357642"/>
          </a:xfrm>
        </p:grpSpPr>
        <p:sp>
          <p:nvSpPr>
            <p:cNvPr id="7978" name="Google Shape;7978;p65"/>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65"/>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5"/>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65"/>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5"/>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65"/>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65"/>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5"/>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5"/>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5"/>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5"/>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65"/>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90" name="Google Shape;7990;p65"/>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7991" name="Google Shape;7991;p65"/>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995"/>
        <p:cNvGrpSpPr/>
        <p:nvPr/>
      </p:nvGrpSpPr>
      <p:grpSpPr>
        <a:xfrm>
          <a:off x="0" y="0"/>
          <a:ext cx="0" cy="0"/>
          <a:chOff x="0" y="0"/>
          <a:chExt cx="0" cy="0"/>
        </a:xfrm>
      </p:grpSpPr>
      <p:sp>
        <p:nvSpPr>
          <p:cNvPr id="7996" name="Google Shape;7996;p66"/>
          <p:cNvSpPr/>
          <p:nvPr/>
        </p:nvSpPr>
        <p:spPr>
          <a:xfrm>
            <a:off x="772696"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97" name="Google Shape;7997;p66"/>
          <p:cNvGrpSpPr/>
          <p:nvPr/>
        </p:nvGrpSpPr>
        <p:grpSpPr>
          <a:xfrm>
            <a:off x="719610" y="2243507"/>
            <a:ext cx="452798" cy="449473"/>
            <a:chOff x="-21322300" y="3693325"/>
            <a:chExt cx="306400" cy="304150"/>
          </a:xfrm>
        </p:grpSpPr>
        <p:sp>
          <p:nvSpPr>
            <p:cNvPr id="7998" name="Google Shape;7998;p66"/>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6"/>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6"/>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66"/>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2" name="Google Shape;8002;p66"/>
          <p:cNvGrpSpPr/>
          <p:nvPr/>
        </p:nvGrpSpPr>
        <p:grpSpPr>
          <a:xfrm>
            <a:off x="719019" y="2810244"/>
            <a:ext cx="453980" cy="422540"/>
            <a:chOff x="-21322300" y="4077125"/>
            <a:chExt cx="307200" cy="285925"/>
          </a:xfrm>
        </p:grpSpPr>
        <p:sp>
          <p:nvSpPr>
            <p:cNvPr id="8003" name="Google Shape;8003;p66"/>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6"/>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6"/>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6"/>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6"/>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6"/>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6"/>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66"/>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66"/>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6"/>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6"/>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6"/>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5" name="Google Shape;8015;p66"/>
          <p:cNvGrpSpPr/>
          <p:nvPr/>
        </p:nvGrpSpPr>
        <p:grpSpPr>
          <a:xfrm>
            <a:off x="3496195" y="1689128"/>
            <a:ext cx="451653" cy="450212"/>
            <a:chOff x="-19394200" y="3333800"/>
            <a:chExt cx="305625" cy="304650"/>
          </a:xfrm>
        </p:grpSpPr>
        <p:sp>
          <p:nvSpPr>
            <p:cNvPr id="8016" name="Google Shape;8016;p66"/>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6"/>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66"/>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66"/>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6"/>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66"/>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66"/>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6"/>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6"/>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5" name="Google Shape;8025;p66"/>
          <p:cNvGrpSpPr/>
          <p:nvPr/>
        </p:nvGrpSpPr>
        <p:grpSpPr>
          <a:xfrm>
            <a:off x="3495032" y="2243580"/>
            <a:ext cx="453980" cy="449325"/>
            <a:chOff x="-19396575" y="3708500"/>
            <a:chExt cx="307200" cy="304050"/>
          </a:xfrm>
        </p:grpSpPr>
        <p:sp>
          <p:nvSpPr>
            <p:cNvPr id="8026" name="Google Shape;8026;p66"/>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6"/>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6"/>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9" name="Google Shape;8029;p66"/>
          <p:cNvGrpSpPr/>
          <p:nvPr/>
        </p:nvGrpSpPr>
        <p:grpSpPr>
          <a:xfrm>
            <a:off x="3489212" y="2796461"/>
            <a:ext cx="465618" cy="450101"/>
            <a:chOff x="-19394200" y="4084200"/>
            <a:chExt cx="315075" cy="304575"/>
          </a:xfrm>
        </p:grpSpPr>
        <p:sp>
          <p:nvSpPr>
            <p:cNvPr id="8030" name="Google Shape;8030;p66"/>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6"/>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66"/>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66"/>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6"/>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6"/>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66"/>
          <p:cNvGrpSpPr/>
          <p:nvPr/>
        </p:nvGrpSpPr>
        <p:grpSpPr>
          <a:xfrm>
            <a:off x="6294923" y="1689001"/>
            <a:ext cx="400447" cy="450470"/>
            <a:chOff x="-17526750" y="3309200"/>
            <a:chExt cx="270975" cy="304825"/>
          </a:xfrm>
        </p:grpSpPr>
        <p:sp>
          <p:nvSpPr>
            <p:cNvPr id="8037" name="Google Shape;8037;p66"/>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66"/>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6"/>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6"/>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6"/>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2" name="Google Shape;8042;p66"/>
          <p:cNvGrpSpPr/>
          <p:nvPr/>
        </p:nvGrpSpPr>
        <p:grpSpPr>
          <a:xfrm>
            <a:off x="6271075" y="2244173"/>
            <a:ext cx="448143" cy="448143"/>
            <a:chOff x="-17542500" y="3684100"/>
            <a:chExt cx="303250" cy="303250"/>
          </a:xfrm>
        </p:grpSpPr>
        <p:sp>
          <p:nvSpPr>
            <p:cNvPr id="8043" name="Google Shape;8043;p66"/>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6"/>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66"/>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66"/>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66"/>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6"/>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66"/>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0" name="Google Shape;8050;p66"/>
          <p:cNvGrpSpPr/>
          <p:nvPr/>
        </p:nvGrpSpPr>
        <p:grpSpPr>
          <a:xfrm>
            <a:off x="6270484" y="2810817"/>
            <a:ext cx="449325" cy="421395"/>
            <a:chOff x="-17542500" y="4068450"/>
            <a:chExt cx="304050" cy="285150"/>
          </a:xfrm>
        </p:grpSpPr>
        <p:sp>
          <p:nvSpPr>
            <p:cNvPr id="8051" name="Google Shape;8051;p66"/>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6"/>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6"/>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6"/>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66"/>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66"/>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7" name="Google Shape;8057;p66"/>
          <p:cNvGrpSpPr/>
          <p:nvPr/>
        </p:nvGrpSpPr>
        <p:grpSpPr>
          <a:xfrm>
            <a:off x="3500906" y="3342211"/>
            <a:ext cx="343404" cy="449325"/>
            <a:chOff x="-15652200" y="3335975"/>
            <a:chExt cx="232375" cy="304050"/>
          </a:xfrm>
        </p:grpSpPr>
        <p:sp>
          <p:nvSpPr>
            <p:cNvPr id="8058" name="Google Shape;8058;p66"/>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6"/>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6"/>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66"/>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66"/>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6"/>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66"/>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66"/>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66"/>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7" name="Google Shape;8067;p66"/>
          <p:cNvGrpSpPr/>
          <p:nvPr/>
        </p:nvGrpSpPr>
        <p:grpSpPr>
          <a:xfrm>
            <a:off x="1274819" y="2243729"/>
            <a:ext cx="449325" cy="449030"/>
            <a:chOff x="-20945825" y="3692175"/>
            <a:chExt cx="304050" cy="303850"/>
          </a:xfrm>
        </p:grpSpPr>
        <p:sp>
          <p:nvSpPr>
            <p:cNvPr id="8068" name="Google Shape;8068;p66"/>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66"/>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66"/>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6"/>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2" name="Google Shape;8072;p66"/>
          <p:cNvGrpSpPr/>
          <p:nvPr/>
        </p:nvGrpSpPr>
        <p:grpSpPr>
          <a:xfrm>
            <a:off x="4081644" y="1689848"/>
            <a:ext cx="372516" cy="448771"/>
            <a:chOff x="-18994100" y="3334775"/>
            <a:chExt cx="252075" cy="303675"/>
          </a:xfrm>
        </p:grpSpPr>
        <p:sp>
          <p:nvSpPr>
            <p:cNvPr id="8073" name="Google Shape;8073;p66"/>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6"/>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66"/>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66"/>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7" name="Google Shape;8077;p66"/>
          <p:cNvGrpSpPr/>
          <p:nvPr/>
        </p:nvGrpSpPr>
        <p:grpSpPr>
          <a:xfrm>
            <a:off x="4096200" y="2244743"/>
            <a:ext cx="343404" cy="446998"/>
            <a:chOff x="-18983850" y="3710075"/>
            <a:chExt cx="232375" cy="302475"/>
          </a:xfrm>
        </p:grpSpPr>
        <p:sp>
          <p:nvSpPr>
            <p:cNvPr id="8078" name="Google Shape;8078;p66"/>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6"/>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6"/>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66"/>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2" name="Google Shape;8082;p66"/>
          <p:cNvGrpSpPr/>
          <p:nvPr/>
        </p:nvGrpSpPr>
        <p:grpSpPr>
          <a:xfrm>
            <a:off x="1274247" y="1689573"/>
            <a:ext cx="450470" cy="449325"/>
            <a:chOff x="-20946600" y="3317850"/>
            <a:chExt cx="304825" cy="304050"/>
          </a:xfrm>
        </p:grpSpPr>
        <p:sp>
          <p:nvSpPr>
            <p:cNvPr id="8083" name="Google Shape;8083;p66"/>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6"/>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6"/>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6" name="Google Shape;8086;p66"/>
          <p:cNvGrpSpPr/>
          <p:nvPr/>
        </p:nvGrpSpPr>
        <p:grpSpPr>
          <a:xfrm>
            <a:off x="1300422" y="2797442"/>
            <a:ext cx="398119" cy="448143"/>
            <a:chOff x="-20930075" y="4066100"/>
            <a:chExt cx="269400" cy="303250"/>
          </a:xfrm>
        </p:grpSpPr>
        <p:sp>
          <p:nvSpPr>
            <p:cNvPr id="8087" name="Google Shape;8087;p66"/>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66"/>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9" name="Google Shape;8089;p66"/>
          <p:cNvGrpSpPr/>
          <p:nvPr/>
        </p:nvGrpSpPr>
        <p:grpSpPr>
          <a:xfrm>
            <a:off x="4042667" y="2797422"/>
            <a:ext cx="450470" cy="448180"/>
            <a:chOff x="-19020075" y="4084200"/>
            <a:chExt cx="304825" cy="303275"/>
          </a:xfrm>
        </p:grpSpPr>
        <p:sp>
          <p:nvSpPr>
            <p:cNvPr id="8090" name="Google Shape;8090;p66"/>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66"/>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66"/>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6"/>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6"/>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66"/>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66"/>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66"/>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6"/>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9" name="Google Shape;8099;p66"/>
          <p:cNvGrpSpPr/>
          <p:nvPr/>
        </p:nvGrpSpPr>
        <p:grpSpPr>
          <a:xfrm>
            <a:off x="6859931" y="1689001"/>
            <a:ext cx="396937" cy="450470"/>
            <a:chOff x="-17149475" y="3309200"/>
            <a:chExt cx="268600" cy="304825"/>
          </a:xfrm>
        </p:grpSpPr>
        <p:sp>
          <p:nvSpPr>
            <p:cNvPr id="8100" name="Google Shape;8100;p66"/>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6"/>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2" name="Google Shape;8102;p66"/>
          <p:cNvGrpSpPr/>
          <p:nvPr/>
        </p:nvGrpSpPr>
        <p:grpSpPr>
          <a:xfrm>
            <a:off x="6833737" y="2258120"/>
            <a:ext cx="449325" cy="420249"/>
            <a:chOff x="-17168375" y="3692750"/>
            <a:chExt cx="304050" cy="284375"/>
          </a:xfrm>
        </p:grpSpPr>
        <p:sp>
          <p:nvSpPr>
            <p:cNvPr id="8103" name="Google Shape;8103;p66"/>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66"/>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66"/>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66"/>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6"/>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6"/>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6"/>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0" name="Google Shape;8110;p66"/>
          <p:cNvGrpSpPr/>
          <p:nvPr/>
        </p:nvGrpSpPr>
        <p:grpSpPr>
          <a:xfrm>
            <a:off x="6830246" y="2796852"/>
            <a:ext cx="456308" cy="449325"/>
            <a:chOff x="-17170750" y="4058800"/>
            <a:chExt cx="308775" cy="304050"/>
          </a:xfrm>
        </p:grpSpPr>
        <p:sp>
          <p:nvSpPr>
            <p:cNvPr id="8111" name="Google Shape;8111;p66"/>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6"/>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66"/>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66"/>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6"/>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6"/>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66"/>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66"/>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66"/>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6"/>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66"/>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66"/>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6"/>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66"/>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66"/>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6"/>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6"/>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8" name="Google Shape;8128;p66"/>
          <p:cNvGrpSpPr/>
          <p:nvPr/>
        </p:nvGrpSpPr>
        <p:grpSpPr>
          <a:xfrm>
            <a:off x="5692143" y="3343358"/>
            <a:ext cx="450470" cy="446998"/>
            <a:chOff x="-15688425" y="3707725"/>
            <a:chExt cx="304825" cy="302475"/>
          </a:xfrm>
        </p:grpSpPr>
        <p:sp>
          <p:nvSpPr>
            <p:cNvPr id="8129" name="Google Shape;8129;p66"/>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66"/>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66"/>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6"/>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66"/>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66"/>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5" name="Google Shape;8135;p66"/>
          <p:cNvGrpSpPr/>
          <p:nvPr/>
        </p:nvGrpSpPr>
        <p:grpSpPr>
          <a:xfrm>
            <a:off x="1836300" y="1690441"/>
            <a:ext cx="451653" cy="447589"/>
            <a:chOff x="-20572500" y="3319025"/>
            <a:chExt cx="305625" cy="302875"/>
          </a:xfrm>
        </p:grpSpPr>
        <p:sp>
          <p:nvSpPr>
            <p:cNvPr id="8136" name="Google Shape;8136;p66"/>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6"/>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8" name="Google Shape;8138;p66"/>
          <p:cNvGrpSpPr/>
          <p:nvPr/>
        </p:nvGrpSpPr>
        <p:grpSpPr>
          <a:xfrm>
            <a:off x="1837463" y="2305410"/>
            <a:ext cx="449325" cy="325670"/>
            <a:chOff x="-20571700" y="3722875"/>
            <a:chExt cx="304050" cy="220375"/>
          </a:xfrm>
        </p:grpSpPr>
        <p:sp>
          <p:nvSpPr>
            <p:cNvPr id="8139" name="Google Shape;8139;p66"/>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66"/>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66"/>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6"/>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6"/>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6"/>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6"/>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6" name="Google Shape;8146;p66"/>
          <p:cNvGrpSpPr/>
          <p:nvPr/>
        </p:nvGrpSpPr>
        <p:grpSpPr>
          <a:xfrm>
            <a:off x="1836891" y="2796278"/>
            <a:ext cx="450470" cy="450470"/>
            <a:chOff x="-20571700" y="4066875"/>
            <a:chExt cx="304825" cy="304825"/>
          </a:xfrm>
        </p:grpSpPr>
        <p:sp>
          <p:nvSpPr>
            <p:cNvPr id="8147" name="Google Shape;8147;p66"/>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6"/>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66"/>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66"/>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6"/>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6"/>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3" name="Google Shape;8153;p66"/>
          <p:cNvGrpSpPr/>
          <p:nvPr/>
        </p:nvGrpSpPr>
        <p:grpSpPr>
          <a:xfrm>
            <a:off x="4603593" y="1688259"/>
            <a:ext cx="453980" cy="451948"/>
            <a:chOff x="-18645175" y="3334200"/>
            <a:chExt cx="307200" cy="305825"/>
          </a:xfrm>
        </p:grpSpPr>
        <p:sp>
          <p:nvSpPr>
            <p:cNvPr id="8154" name="Google Shape;8154;p66"/>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66"/>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6"/>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66"/>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66"/>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9" name="Google Shape;8159;p66"/>
          <p:cNvGrpSpPr/>
          <p:nvPr/>
        </p:nvGrpSpPr>
        <p:grpSpPr>
          <a:xfrm>
            <a:off x="4604184" y="2242989"/>
            <a:ext cx="452798" cy="450507"/>
            <a:chOff x="-18645175" y="3708500"/>
            <a:chExt cx="306400" cy="304850"/>
          </a:xfrm>
        </p:grpSpPr>
        <p:sp>
          <p:nvSpPr>
            <p:cNvPr id="8160" name="Google Shape;8160;p66"/>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6"/>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6"/>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6"/>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66"/>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66"/>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6"/>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7" name="Google Shape;8167;p66"/>
          <p:cNvGrpSpPr/>
          <p:nvPr/>
        </p:nvGrpSpPr>
        <p:grpSpPr>
          <a:xfrm>
            <a:off x="4601857" y="2795630"/>
            <a:ext cx="457453" cy="451763"/>
            <a:chOff x="-18647525" y="4082625"/>
            <a:chExt cx="309550" cy="305700"/>
          </a:xfrm>
        </p:grpSpPr>
        <p:sp>
          <p:nvSpPr>
            <p:cNvPr id="8168" name="Google Shape;8168;p66"/>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66"/>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66"/>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6"/>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2" name="Google Shape;8172;p66"/>
          <p:cNvGrpSpPr/>
          <p:nvPr/>
        </p:nvGrpSpPr>
        <p:grpSpPr>
          <a:xfrm>
            <a:off x="7412241" y="1689592"/>
            <a:ext cx="395755" cy="449288"/>
            <a:chOff x="-16775350" y="3309200"/>
            <a:chExt cx="267800" cy="304025"/>
          </a:xfrm>
        </p:grpSpPr>
        <p:sp>
          <p:nvSpPr>
            <p:cNvPr id="8173" name="Google Shape;8173;p66"/>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66"/>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6"/>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6" name="Google Shape;8176;p66"/>
          <p:cNvGrpSpPr/>
          <p:nvPr/>
        </p:nvGrpSpPr>
        <p:grpSpPr>
          <a:xfrm>
            <a:off x="7412241" y="2241827"/>
            <a:ext cx="395755" cy="452835"/>
            <a:chOff x="-16775350" y="3683300"/>
            <a:chExt cx="267800" cy="306425"/>
          </a:xfrm>
        </p:grpSpPr>
        <p:sp>
          <p:nvSpPr>
            <p:cNvPr id="8177" name="Google Shape;8177;p66"/>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66"/>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6"/>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0" name="Google Shape;8180;p66"/>
          <p:cNvGrpSpPr/>
          <p:nvPr/>
        </p:nvGrpSpPr>
        <p:grpSpPr>
          <a:xfrm>
            <a:off x="7384292" y="2796870"/>
            <a:ext cx="451653" cy="449288"/>
            <a:chOff x="-16794250" y="4058225"/>
            <a:chExt cx="305625" cy="304025"/>
          </a:xfrm>
        </p:grpSpPr>
        <p:sp>
          <p:nvSpPr>
            <p:cNvPr id="8181" name="Google Shape;8181;p66"/>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66"/>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6"/>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66"/>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66"/>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6"/>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66"/>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66"/>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66"/>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90" name="Google Shape;8190;p66"/>
          <p:cNvSpPr/>
          <p:nvPr/>
        </p:nvSpPr>
        <p:spPr>
          <a:xfrm>
            <a:off x="7962960"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91" name="Google Shape;8191;p66"/>
          <p:cNvGrpSpPr/>
          <p:nvPr/>
        </p:nvGrpSpPr>
        <p:grpSpPr>
          <a:xfrm>
            <a:off x="2385709" y="1689573"/>
            <a:ext cx="457453" cy="449325"/>
            <a:chOff x="-20199150" y="3317850"/>
            <a:chExt cx="309550" cy="304050"/>
          </a:xfrm>
        </p:grpSpPr>
        <p:sp>
          <p:nvSpPr>
            <p:cNvPr id="8192" name="Google Shape;8192;p66"/>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6"/>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6"/>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6"/>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66"/>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66"/>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66"/>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9" name="Google Shape;8199;p66"/>
          <p:cNvGrpSpPr/>
          <p:nvPr/>
        </p:nvGrpSpPr>
        <p:grpSpPr>
          <a:xfrm>
            <a:off x="2388036" y="2242861"/>
            <a:ext cx="452798" cy="450766"/>
            <a:chOff x="-20199150" y="3693150"/>
            <a:chExt cx="306400" cy="305025"/>
          </a:xfrm>
        </p:grpSpPr>
        <p:sp>
          <p:nvSpPr>
            <p:cNvPr id="8200" name="Google Shape;8200;p66"/>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66"/>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66"/>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6"/>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66"/>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66"/>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6" name="Google Shape;8206;p66"/>
          <p:cNvGrpSpPr/>
          <p:nvPr/>
        </p:nvGrpSpPr>
        <p:grpSpPr>
          <a:xfrm>
            <a:off x="2388609" y="2795687"/>
            <a:ext cx="451653" cy="451653"/>
            <a:chOff x="-20197575" y="4066875"/>
            <a:chExt cx="305625" cy="305625"/>
          </a:xfrm>
        </p:grpSpPr>
        <p:sp>
          <p:nvSpPr>
            <p:cNvPr id="8207" name="Google Shape;8207;p66"/>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6"/>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6"/>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66"/>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66"/>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66"/>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66"/>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66"/>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5" name="Google Shape;8215;p66"/>
          <p:cNvGrpSpPr/>
          <p:nvPr/>
        </p:nvGrpSpPr>
        <p:grpSpPr>
          <a:xfrm>
            <a:off x="5170827" y="1687520"/>
            <a:ext cx="449325" cy="453426"/>
            <a:chOff x="-18271050" y="3333200"/>
            <a:chExt cx="304050" cy="306825"/>
          </a:xfrm>
        </p:grpSpPr>
        <p:sp>
          <p:nvSpPr>
            <p:cNvPr id="8216" name="Google Shape;8216;p66"/>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6"/>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6"/>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66"/>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66"/>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1" name="Google Shape;8221;p66"/>
          <p:cNvGrpSpPr/>
          <p:nvPr/>
        </p:nvGrpSpPr>
        <p:grpSpPr>
          <a:xfrm>
            <a:off x="5171399" y="2244171"/>
            <a:ext cx="448180" cy="448143"/>
            <a:chOff x="-18270275" y="3710875"/>
            <a:chExt cx="303275" cy="303250"/>
          </a:xfrm>
        </p:grpSpPr>
        <p:sp>
          <p:nvSpPr>
            <p:cNvPr id="8222" name="Google Shape;8222;p66"/>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6"/>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66"/>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66"/>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66"/>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6"/>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8" name="Google Shape;8228;p66"/>
          <p:cNvGrpSpPr/>
          <p:nvPr/>
        </p:nvGrpSpPr>
        <p:grpSpPr>
          <a:xfrm>
            <a:off x="5224951" y="2797422"/>
            <a:ext cx="341076" cy="448180"/>
            <a:chOff x="-18234025" y="4084200"/>
            <a:chExt cx="230800" cy="303275"/>
          </a:xfrm>
        </p:grpSpPr>
        <p:sp>
          <p:nvSpPr>
            <p:cNvPr id="8229" name="Google Shape;8229;p66"/>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66"/>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6"/>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2" name="Google Shape;8232;p66"/>
          <p:cNvGrpSpPr/>
          <p:nvPr/>
        </p:nvGrpSpPr>
        <p:grpSpPr>
          <a:xfrm>
            <a:off x="2337506" y="3341641"/>
            <a:ext cx="449325" cy="450470"/>
            <a:chOff x="-16419350" y="3308400"/>
            <a:chExt cx="304050" cy="304825"/>
          </a:xfrm>
        </p:grpSpPr>
        <p:sp>
          <p:nvSpPr>
            <p:cNvPr id="8233" name="Google Shape;8233;p66"/>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6"/>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66"/>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66"/>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6"/>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6"/>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66"/>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0" name="Google Shape;8240;p66"/>
          <p:cNvGrpSpPr/>
          <p:nvPr/>
        </p:nvGrpSpPr>
        <p:grpSpPr>
          <a:xfrm>
            <a:off x="4609062" y="3340423"/>
            <a:ext cx="395755" cy="452872"/>
            <a:chOff x="-16401225" y="3683275"/>
            <a:chExt cx="267800" cy="306450"/>
          </a:xfrm>
        </p:grpSpPr>
        <p:sp>
          <p:nvSpPr>
            <p:cNvPr id="8241" name="Google Shape;8241;p66"/>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66"/>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6"/>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6"/>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6"/>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6"/>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6"/>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8" name="Google Shape;8248;p66"/>
          <p:cNvGrpSpPr/>
          <p:nvPr/>
        </p:nvGrpSpPr>
        <p:grpSpPr>
          <a:xfrm>
            <a:off x="7974511" y="2797062"/>
            <a:ext cx="450470" cy="448180"/>
            <a:chOff x="-16419350" y="4058200"/>
            <a:chExt cx="304825" cy="303275"/>
          </a:xfrm>
        </p:grpSpPr>
        <p:sp>
          <p:nvSpPr>
            <p:cNvPr id="8249" name="Google Shape;8249;p66"/>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66"/>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66"/>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6"/>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6"/>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6"/>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6"/>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6" name="Google Shape;8256;p66"/>
          <p:cNvGrpSpPr/>
          <p:nvPr/>
        </p:nvGrpSpPr>
        <p:grpSpPr>
          <a:xfrm>
            <a:off x="4001398" y="3343080"/>
            <a:ext cx="450507" cy="447589"/>
            <a:chOff x="-15296200" y="3326900"/>
            <a:chExt cx="304850" cy="302875"/>
          </a:xfrm>
        </p:grpSpPr>
        <p:sp>
          <p:nvSpPr>
            <p:cNvPr id="8257" name="Google Shape;8257;p66"/>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66"/>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6"/>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6"/>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66"/>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2" name="Google Shape;8262;p66"/>
          <p:cNvGrpSpPr/>
          <p:nvPr/>
        </p:nvGrpSpPr>
        <p:grpSpPr>
          <a:xfrm>
            <a:off x="2917051" y="1706881"/>
            <a:ext cx="486566" cy="414708"/>
            <a:chOff x="-19835275" y="3330250"/>
            <a:chExt cx="329250" cy="280625"/>
          </a:xfrm>
        </p:grpSpPr>
        <p:sp>
          <p:nvSpPr>
            <p:cNvPr id="8263" name="Google Shape;8263;p66"/>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6"/>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6"/>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6" name="Google Shape;8266;p66"/>
          <p:cNvGrpSpPr/>
          <p:nvPr/>
        </p:nvGrpSpPr>
        <p:grpSpPr>
          <a:xfrm>
            <a:off x="2935080" y="2243470"/>
            <a:ext cx="450507" cy="449547"/>
            <a:chOff x="-19822675" y="3692750"/>
            <a:chExt cx="304850" cy="304200"/>
          </a:xfrm>
        </p:grpSpPr>
        <p:sp>
          <p:nvSpPr>
            <p:cNvPr id="8267" name="Google Shape;8267;p66"/>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6"/>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6"/>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6"/>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6"/>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2" name="Google Shape;8272;p66"/>
          <p:cNvGrpSpPr/>
          <p:nvPr/>
        </p:nvGrpSpPr>
        <p:grpSpPr>
          <a:xfrm>
            <a:off x="2935672" y="2796278"/>
            <a:ext cx="449325" cy="450470"/>
            <a:chOff x="-19822675" y="4066875"/>
            <a:chExt cx="304050" cy="304825"/>
          </a:xfrm>
        </p:grpSpPr>
        <p:sp>
          <p:nvSpPr>
            <p:cNvPr id="8273" name="Google Shape;8273;p66"/>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66"/>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66"/>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66"/>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6"/>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66"/>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9" name="Google Shape;8279;p66"/>
          <p:cNvGrpSpPr/>
          <p:nvPr/>
        </p:nvGrpSpPr>
        <p:grpSpPr>
          <a:xfrm>
            <a:off x="5744740" y="1689571"/>
            <a:ext cx="399302" cy="449325"/>
            <a:chOff x="-17878825" y="3334400"/>
            <a:chExt cx="270200" cy="304050"/>
          </a:xfrm>
        </p:grpSpPr>
        <p:sp>
          <p:nvSpPr>
            <p:cNvPr id="8280" name="Google Shape;8280;p66"/>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66"/>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66"/>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6"/>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6"/>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6"/>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66"/>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7" name="Google Shape;8287;p66"/>
          <p:cNvGrpSpPr/>
          <p:nvPr/>
        </p:nvGrpSpPr>
        <p:grpSpPr>
          <a:xfrm>
            <a:off x="5718565" y="2242416"/>
            <a:ext cx="451653" cy="451653"/>
            <a:chOff x="-17896150" y="3709300"/>
            <a:chExt cx="305625" cy="305625"/>
          </a:xfrm>
        </p:grpSpPr>
        <p:sp>
          <p:nvSpPr>
            <p:cNvPr id="8288" name="Google Shape;8288;p66"/>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6"/>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6"/>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66"/>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2" name="Google Shape;8292;p66"/>
          <p:cNvGrpSpPr/>
          <p:nvPr/>
        </p:nvGrpSpPr>
        <p:grpSpPr>
          <a:xfrm>
            <a:off x="5746495" y="2795686"/>
            <a:ext cx="395792" cy="451653"/>
            <a:chOff x="-17878025" y="4082625"/>
            <a:chExt cx="267825" cy="305625"/>
          </a:xfrm>
        </p:grpSpPr>
        <p:sp>
          <p:nvSpPr>
            <p:cNvPr id="8293" name="Google Shape;8293;p66"/>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6"/>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6"/>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66"/>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66"/>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6"/>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6"/>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0" name="Google Shape;8300;p66"/>
          <p:cNvGrpSpPr/>
          <p:nvPr/>
        </p:nvGrpSpPr>
        <p:grpSpPr>
          <a:xfrm>
            <a:off x="2890388" y="3355015"/>
            <a:ext cx="450507" cy="423722"/>
            <a:chOff x="-16044450" y="3317850"/>
            <a:chExt cx="304850" cy="286725"/>
          </a:xfrm>
        </p:grpSpPr>
        <p:sp>
          <p:nvSpPr>
            <p:cNvPr id="8301" name="Google Shape;8301;p66"/>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66"/>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6"/>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66"/>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05" name="Google Shape;8305;p66"/>
          <p:cNvSpPr/>
          <p:nvPr/>
        </p:nvSpPr>
        <p:spPr>
          <a:xfrm>
            <a:off x="5135108"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6" name="Google Shape;8306;p66"/>
          <p:cNvGrpSpPr/>
          <p:nvPr/>
        </p:nvGrpSpPr>
        <p:grpSpPr>
          <a:xfrm>
            <a:off x="8012905" y="2243724"/>
            <a:ext cx="373662" cy="449030"/>
            <a:chOff x="-16018450" y="4058400"/>
            <a:chExt cx="252850" cy="303850"/>
          </a:xfrm>
        </p:grpSpPr>
        <p:sp>
          <p:nvSpPr>
            <p:cNvPr id="8307" name="Google Shape;8307;p66"/>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66"/>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66"/>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6"/>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11" name="Google Shape;8311;p66"/>
          <p:cNvSpPr/>
          <p:nvPr/>
        </p:nvSpPr>
        <p:spPr>
          <a:xfrm>
            <a:off x="6245621"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66"/>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Icons</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316"/>
        <p:cNvGrpSpPr/>
        <p:nvPr/>
      </p:nvGrpSpPr>
      <p:grpSpPr>
        <a:xfrm>
          <a:off x="0" y="0"/>
          <a:ext cx="0" cy="0"/>
          <a:chOff x="0" y="0"/>
          <a:chExt cx="0" cy="0"/>
        </a:xfrm>
      </p:grpSpPr>
      <p:grpSp>
        <p:nvGrpSpPr>
          <p:cNvPr id="8317" name="Google Shape;8317;p67"/>
          <p:cNvGrpSpPr/>
          <p:nvPr/>
        </p:nvGrpSpPr>
        <p:grpSpPr>
          <a:xfrm>
            <a:off x="829817" y="1689241"/>
            <a:ext cx="442337" cy="419623"/>
            <a:chOff x="-6696925" y="3272575"/>
            <a:chExt cx="307200" cy="291425"/>
          </a:xfrm>
        </p:grpSpPr>
        <p:sp>
          <p:nvSpPr>
            <p:cNvPr id="8318" name="Google Shape;8318;p67"/>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7"/>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0" name="Google Shape;8320;p67"/>
          <p:cNvGrpSpPr/>
          <p:nvPr/>
        </p:nvGrpSpPr>
        <p:grpSpPr>
          <a:xfrm>
            <a:off x="829799" y="2204636"/>
            <a:ext cx="442373" cy="420775"/>
            <a:chOff x="-6690625" y="3631325"/>
            <a:chExt cx="307225" cy="292225"/>
          </a:xfrm>
        </p:grpSpPr>
        <p:sp>
          <p:nvSpPr>
            <p:cNvPr id="8321" name="Google Shape;8321;p67"/>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7"/>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7"/>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7"/>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67"/>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6" name="Google Shape;8326;p67"/>
          <p:cNvGrpSpPr/>
          <p:nvPr/>
        </p:nvGrpSpPr>
        <p:grpSpPr>
          <a:xfrm>
            <a:off x="851921" y="2756972"/>
            <a:ext cx="421927" cy="419371"/>
            <a:chOff x="-6689825" y="3992050"/>
            <a:chExt cx="293025" cy="291250"/>
          </a:xfrm>
        </p:grpSpPr>
        <p:sp>
          <p:nvSpPr>
            <p:cNvPr id="8327" name="Google Shape;8327;p67"/>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67"/>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7"/>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7"/>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7"/>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7"/>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67"/>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67"/>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7"/>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7"/>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7"/>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67"/>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39" name="Google Shape;8339;p67"/>
          <p:cNvSpPr/>
          <p:nvPr/>
        </p:nvSpPr>
        <p:spPr>
          <a:xfrm>
            <a:off x="3529770"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0" name="Google Shape;8340;p67"/>
          <p:cNvGrpSpPr/>
          <p:nvPr/>
        </p:nvGrpSpPr>
        <p:grpSpPr>
          <a:xfrm>
            <a:off x="3535232" y="2205192"/>
            <a:ext cx="423043" cy="419659"/>
            <a:chOff x="-4837325" y="3612425"/>
            <a:chExt cx="293800" cy="291450"/>
          </a:xfrm>
        </p:grpSpPr>
        <p:sp>
          <p:nvSpPr>
            <p:cNvPr id="8341" name="Google Shape;8341;p67"/>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7"/>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7"/>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4" name="Google Shape;8344;p67"/>
          <p:cNvGrpSpPr/>
          <p:nvPr/>
        </p:nvGrpSpPr>
        <p:grpSpPr>
          <a:xfrm>
            <a:off x="3548265" y="2756826"/>
            <a:ext cx="420775" cy="419659"/>
            <a:chOff x="-4837325" y="3971575"/>
            <a:chExt cx="292225" cy="291450"/>
          </a:xfrm>
        </p:grpSpPr>
        <p:sp>
          <p:nvSpPr>
            <p:cNvPr id="8345" name="Google Shape;8345;p67"/>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7"/>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67"/>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67"/>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7"/>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67"/>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1" name="Google Shape;8351;p67"/>
          <p:cNvGrpSpPr/>
          <p:nvPr/>
        </p:nvGrpSpPr>
        <p:grpSpPr>
          <a:xfrm>
            <a:off x="6240279" y="1714185"/>
            <a:ext cx="430998" cy="369730"/>
            <a:chOff x="-3037625" y="3254850"/>
            <a:chExt cx="299325" cy="256775"/>
          </a:xfrm>
        </p:grpSpPr>
        <p:sp>
          <p:nvSpPr>
            <p:cNvPr id="8352" name="Google Shape;8352;p67"/>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67"/>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67"/>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7"/>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6" name="Google Shape;8356;p67"/>
          <p:cNvGrpSpPr/>
          <p:nvPr/>
        </p:nvGrpSpPr>
        <p:grpSpPr>
          <a:xfrm>
            <a:off x="6244239" y="2204615"/>
            <a:ext cx="423079" cy="420811"/>
            <a:chOff x="-3031325" y="3597450"/>
            <a:chExt cx="293825" cy="292250"/>
          </a:xfrm>
        </p:grpSpPr>
        <p:sp>
          <p:nvSpPr>
            <p:cNvPr id="8357" name="Google Shape;8357;p67"/>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67"/>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7"/>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7"/>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1" name="Google Shape;8361;p67"/>
          <p:cNvGrpSpPr/>
          <p:nvPr/>
        </p:nvGrpSpPr>
        <p:grpSpPr>
          <a:xfrm>
            <a:off x="6256714" y="2781214"/>
            <a:ext cx="421927" cy="370882"/>
            <a:chOff x="-3030525" y="3973150"/>
            <a:chExt cx="293025" cy="257575"/>
          </a:xfrm>
        </p:grpSpPr>
        <p:sp>
          <p:nvSpPr>
            <p:cNvPr id="8362" name="Google Shape;8362;p67"/>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67"/>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4" name="Google Shape;8364;p67"/>
          <p:cNvGrpSpPr/>
          <p:nvPr/>
        </p:nvGrpSpPr>
        <p:grpSpPr>
          <a:xfrm>
            <a:off x="1358307" y="3369426"/>
            <a:ext cx="421927" cy="297195"/>
            <a:chOff x="-1199300" y="3279250"/>
            <a:chExt cx="293025" cy="206400"/>
          </a:xfrm>
        </p:grpSpPr>
        <p:sp>
          <p:nvSpPr>
            <p:cNvPr id="8365" name="Google Shape;8365;p67"/>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67"/>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67"/>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7"/>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9" name="Google Shape;8369;p67"/>
          <p:cNvGrpSpPr/>
          <p:nvPr/>
        </p:nvGrpSpPr>
        <p:grpSpPr>
          <a:xfrm>
            <a:off x="1365393" y="1688773"/>
            <a:ext cx="444605" cy="420559"/>
            <a:chOff x="-6338550" y="3272950"/>
            <a:chExt cx="308775" cy="292075"/>
          </a:xfrm>
        </p:grpSpPr>
        <p:sp>
          <p:nvSpPr>
            <p:cNvPr id="8370" name="Google Shape;8370;p67"/>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67"/>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67"/>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3" name="Google Shape;8373;p67"/>
          <p:cNvGrpSpPr/>
          <p:nvPr/>
        </p:nvGrpSpPr>
        <p:grpSpPr>
          <a:xfrm>
            <a:off x="1376732" y="2205194"/>
            <a:ext cx="421927" cy="419659"/>
            <a:chOff x="-6329100" y="3632100"/>
            <a:chExt cx="293025" cy="291450"/>
          </a:xfrm>
        </p:grpSpPr>
        <p:sp>
          <p:nvSpPr>
            <p:cNvPr id="8374" name="Google Shape;8374;p67"/>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7"/>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67"/>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7" name="Google Shape;8377;p67"/>
          <p:cNvGrpSpPr/>
          <p:nvPr/>
        </p:nvGrpSpPr>
        <p:grpSpPr>
          <a:xfrm>
            <a:off x="1389783" y="2756828"/>
            <a:ext cx="419623" cy="419659"/>
            <a:chOff x="-6329875" y="3992050"/>
            <a:chExt cx="291425" cy="291450"/>
          </a:xfrm>
        </p:grpSpPr>
        <p:sp>
          <p:nvSpPr>
            <p:cNvPr id="8378" name="Google Shape;8378;p67"/>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7"/>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67"/>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67"/>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2" name="Google Shape;8382;p67"/>
          <p:cNvGrpSpPr/>
          <p:nvPr/>
        </p:nvGrpSpPr>
        <p:grpSpPr>
          <a:xfrm>
            <a:off x="4075920" y="1687530"/>
            <a:ext cx="423079" cy="423043"/>
            <a:chOff x="-4478975" y="3251700"/>
            <a:chExt cx="293825" cy="293800"/>
          </a:xfrm>
        </p:grpSpPr>
        <p:sp>
          <p:nvSpPr>
            <p:cNvPr id="8383" name="Google Shape;8383;p67"/>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67"/>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67"/>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6" name="Google Shape;8386;p67"/>
          <p:cNvGrpSpPr/>
          <p:nvPr/>
        </p:nvGrpSpPr>
        <p:grpSpPr>
          <a:xfrm>
            <a:off x="4075920" y="2205192"/>
            <a:ext cx="423079" cy="419659"/>
            <a:chOff x="-4475825" y="3612425"/>
            <a:chExt cx="293825" cy="291450"/>
          </a:xfrm>
        </p:grpSpPr>
        <p:sp>
          <p:nvSpPr>
            <p:cNvPr id="8387" name="Google Shape;8387;p67"/>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7"/>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7"/>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0" name="Google Shape;8390;p67"/>
          <p:cNvGrpSpPr/>
          <p:nvPr/>
        </p:nvGrpSpPr>
        <p:grpSpPr>
          <a:xfrm>
            <a:off x="4084992" y="2756844"/>
            <a:ext cx="428730" cy="419623"/>
            <a:chOff x="-4480550" y="3970800"/>
            <a:chExt cx="297750" cy="291425"/>
          </a:xfrm>
        </p:grpSpPr>
        <p:sp>
          <p:nvSpPr>
            <p:cNvPr id="8391" name="Google Shape;8391;p67"/>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7"/>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3" name="Google Shape;8393;p67"/>
          <p:cNvGrpSpPr/>
          <p:nvPr/>
        </p:nvGrpSpPr>
        <p:grpSpPr>
          <a:xfrm>
            <a:off x="6788826" y="1689221"/>
            <a:ext cx="415123" cy="419659"/>
            <a:chOff x="-2668225" y="3239075"/>
            <a:chExt cx="288300" cy="291450"/>
          </a:xfrm>
        </p:grpSpPr>
        <p:sp>
          <p:nvSpPr>
            <p:cNvPr id="8394" name="Google Shape;8394;p67"/>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7"/>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67"/>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67"/>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67"/>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9" name="Google Shape;8399;p67"/>
          <p:cNvGrpSpPr/>
          <p:nvPr/>
        </p:nvGrpSpPr>
        <p:grpSpPr>
          <a:xfrm>
            <a:off x="6785982" y="2205191"/>
            <a:ext cx="420811" cy="419659"/>
            <a:chOff x="-2671375" y="3597450"/>
            <a:chExt cx="292250" cy="291450"/>
          </a:xfrm>
        </p:grpSpPr>
        <p:sp>
          <p:nvSpPr>
            <p:cNvPr id="8400" name="Google Shape;8400;p67"/>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7"/>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2" name="Google Shape;8402;p67"/>
          <p:cNvGrpSpPr/>
          <p:nvPr/>
        </p:nvGrpSpPr>
        <p:grpSpPr>
          <a:xfrm>
            <a:off x="6796765" y="2755691"/>
            <a:ext cx="423043" cy="421927"/>
            <a:chOff x="-2670575" y="3956600"/>
            <a:chExt cx="293800" cy="293025"/>
          </a:xfrm>
        </p:grpSpPr>
        <p:sp>
          <p:nvSpPr>
            <p:cNvPr id="8403" name="Google Shape;8403;p67"/>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67"/>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7"/>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7"/>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7" name="Google Shape;8407;p67"/>
          <p:cNvGrpSpPr/>
          <p:nvPr/>
        </p:nvGrpSpPr>
        <p:grpSpPr>
          <a:xfrm>
            <a:off x="3054285" y="3311947"/>
            <a:ext cx="426462" cy="418363"/>
            <a:chOff x="-1183550" y="3586525"/>
            <a:chExt cx="296175" cy="290550"/>
          </a:xfrm>
        </p:grpSpPr>
        <p:sp>
          <p:nvSpPr>
            <p:cNvPr id="8408" name="Google Shape;8408;p67"/>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7"/>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67"/>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67"/>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67"/>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7"/>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7"/>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7"/>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7"/>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7" name="Google Shape;8417;p67"/>
          <p:cNvGrpSpPr/>
          <p:nvPr/>
        </p:nvGrpSpPr>
        <p:grpSpPr>
          <a:xfrm>
            <a:off x="1917896" y="1689799"/>
            <a:ext cx="420811" cy="418507"/>
            <a:chOff x="-5971525" y="3273750"/>
            <a:chExt cx="292250" cy="290650"/>
          </a:xfrm>
        </p:grpSpPr>
        <p:sp>
          <p:nvSpPr>
            <p:cNvPr id="8418" name="Google Shape;8418;p67"/>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67"/>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0" name="Google Shape;8420;p67"/>
          <p:cNvGrpSpPr/>
          <p:nvPr/>
        </p:nvGrpSpPr>
        <p:grpSpPr>
          <a:xfrm>
            <a:off x="1912226" y="2203826"/>
            <a:ext cx="432150" cy="422395"/>
            <a:chOff x="-5974675" y="3632100"/>
            <a:chExt cx="300125" cy="293350"/>
          </a:xfrm>
        </p:grpSpPr>
        <p:sp>
          <p:nvSpPr>
            <p:cNvPr id="8421" name="Google Shape;8421;p67"/>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67"/>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67"/>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4" name="Google Shape;8424;p67"/>
          <p:cNvGrpSpPr/>
          <p:nvPr/>
        </p:nvGrpSpPr>
        <p:grpSpPr>
          <a:xfrm>
            <a:off x="1942267" y="2755694"/>
            <a:ext cx="395865" cy="421927"/>
            <a:chOff x="-5971525" y="3990475"/>
            <a:chExt cx="274925" cy="293025"/>
          </a:xfrm>
        </p:grpSpPr>
        <p:sp>
          <p:nvSpPr>
            <p:cNvPr id="8425" name="Google Shape;8425;p67"/>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7"/>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7"/>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7"/>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9" name="Google Shape;8429;p67"/>
          <p:cNvGrpSpPr/>
          <p:nvPr/>
        </p:nvGrpSpPr>
        <p:grpSpPr>
          <a:xfrm>
            <a:off x="4615473" y="1689798"/>
            <a:ext cx="420775" cy="418507"/>
            <a:chOff x="-4118225" y="3253275"/>
            <a:chExt cx="292225" cy="290650"/>
          </a:xfrm>
        </p:grpSpPr>
        <p:sp>
          <p:nvSpPr>
            <p:cNvPr id="8430" name="Google Shape;8430;p67"/>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67"/>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2" name="Google Shape;8432;p67"/>
          <p:cNvGrpSpPr/>
          <p:nvPr/>
        </p:nvGrpSpPr>
        <p:grpSpPr>
          <a:xfrm>
            <a:off x="4665924" y="2204922"/>
            <a:ext cx="319874" cy="420199"/>
            <a:chOff x="-4082800" y="3612425"/>
            <a:chExt cx="222150" cy="291825"/>
          </a:xfrm>
        </p:grpSpPr>
        <p:sp>
          <p:nvSpPr>
            <p:cNvPr id="8433" name="Google Shape;8433;p67"/>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7"/>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7"/>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6" name="Google Shape;8436;p67"/>
          <p:cNvGrpSpPr/>
          <p:nvPr/>
        </p:nvGrpSpPr>
        <p:grpSpPr>
          <a:xfrm>
            <a:off x="4627372" y="2769876"/>
            <a:ext cx="420775" cy="393561"/>
            <a:chOff x="-4118225" y="3990475"/>
            <a:chExt cx="292225" cy="273325"/>
          </a:xfrm>
        </p:grpSpPr>
        <p:sp>
          <p:nvSpPr>
            <p:cNvPr id="8437" name="Google Shape;8437;p67"/>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67"/>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67"/>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67"/>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1" name="Google Shape;8441;p67"/>
          <p:cNvGrpSpPr/>
          <p:nvPr/>
        </p:nvGrpSpPr>
        <p:grpSpPr>
          <a:xfrm>
            <a:off x="7338026" y="1688087"/>
            <a:ext cx="394713" cy="421927"/>
            <a:chOff x="-2312225" y="3238300"/>
            <a:chExt cx="274125" cy="293025"/>
          </a:xfrm>
        </p:grpSpPr>
        <p:sp>
          <p:nvSpPr>
            <p:cNvPr id="8442" name="Google Shape;8442;p67"/>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7"/>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4" name="Google Shape;8444;p67"/>
          <p:cNvGrpSpPr/>
          <p:nvPr/>
        </p:nvGrpSpPr>
        <p:grpSpPr>
          <a:xfrm>
            <a:off x="7335742" y="2756825"/>
            <a:ext cx="423079" cy="419659"/>
            <a:chOff x="-2310650" y="3958175"/>
            <a:chExt cx="293825" cy="291450"/>
          </a:xfrm>
        </p:grpSpPr>
        <p:sp>
          <p:nvSpPr>
            <p:cNvPr id="8445" name="Google Shape;8445;p67"/>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7"/>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7" name="Google Shape;8447;p67"/>
          <p:cNvGrpSpPr/>
          <p:nvPr/>
        </p:nvGrpSpPr>
        <p:grpSpPr>
          <a:xfrm>
            <a:off x="4702603" y="3308459"/>
            <a:ext cx="424159" cy="419659"/>
            <a:chOff x="-1182750" y="3962900"/>
            <a:chExt cx="294575" cy="291450"/>
          </a:xfrm>
        </p:grpSpPr>
        <p:sp>
          <p:nvSpPr>
            <p:cNvPr id="8448" name="Google Shape;8448;p67"/>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7"/>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67"/>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67"/>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7"/>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67"/>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67"/>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5" name="Google Shape;8455;p67"/>
          <p:cNvGrpSpPr/>
          <p:nvPr/>
        </p:nvGrpSpPr>
        <p:grpSpPr>
          <a:xfrm>
            <a:off x="2455739" y="1689223"/>
            <a:ext cx="424195" cy="419659"/>
            <a:chOff x="-5611575" y="3272950"/>
            <a:chExt cx="294600" cy="291450"/>
          </a:xfrm>
        </p:grpSpPr>
        <p:sp>
          <p:nvSpPr>
            <p:cNvPr id="8456" name="Google Shape;8456;p67"/>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7"/>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7"/>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7"/>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67"/>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1" name="Google Shape;8461;p67"/>
          <p:cNvGrpSpPr/>
          <p:nvPr/>
        </p:nvGrpSpPr>
        <p:grpSpPr>
          <a:xfrm>
            <a:off x="2455739" y="2205770"/>
            <a:ext cx="424195" cy="418507"/>
            <a:chOff x="-5613150" y="3632900"/>
            <a:chExt cx="294600" cy="290650"/>
          </a:xfrm>
        </p:grpSpPr>
        <p:sp>
          <p:nvSpPr>
            <p:cNvPr id="8462" name="Google Shape;8462;p67"/>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7"/>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4" name="Google Shape;8464;p67"/>
          <p:cNvGrpSpPr/>
          <p:nvPr/>
        </p:nvGrpSpPr>
        <p:grpSpPr>
          <a:xfrm>
            <a:off x="7324977" y="2153586"/>
            <a:ext cx="420811" cy="522864"/>
            <a:chOff x="-2310650" y="3525775"/>
            <a:chExt cx="292250" cy="363125"/>
          </a:xfrm>
        </p:grpSpPr>
        <p:sp>
          <p:nvSpPr>
            <p:cNvPr id="8465" name="Google Shape;8465;p67"/>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67"/>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7"/>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67"/>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9" name="Google Shape;8469;p67"/>
          <p:cNvGrpSpPr/>
          <p:nvPr/>
        </p:nvGrpSpPr>
        <p:grpSpPr>
          <a:xfrm>
            <a:off x="2467638" y="2756270"/>
            <a:ext cx="424195" cy="420775"/>
            <a:chOff x="-5613150" y="3991275"/>
            <a:chExt cx="294600" cy="292225"/>
          </a:xfrm>
        </p:grpSpPr>
        <p:sp>
          <p:nvSpPr>
            <p:cNvPr id="8470" name="Google Shape;8470;p67"/>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7"/>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67"/>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67"/>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67"/>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67"/>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67"/>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67"/>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67"/>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9" name="Google Shape;8479;p67"/>
          <p:cNvGrpSpPr/>
          <p:nvPr/>
        </p:nvGrpSpPr>
        <p:grpSpPr>
          <a:xfrm>
            <a:off x="5139126" y="1689438"/>
            <a:ext cx="434634" cy="419227"/>
            <a:chOff x="-3768700" y="3253275"/>
            <a:chExt cx="301850" cy="291150"/>
          </a:xfrm>
        </p:grpSpPr>
        <p:sp>
          <p:nvSpPr>
            <p:cNvPr id="8480" name="Google Shape;8480;p67"/>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7"/>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67"/>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3" name="Google Shape;8483;p67"/>
          <p:cNvGrpSpPr/>
          <p:nvPr/>
        </p:nvGrpSpPr>
        <p:grpSpPr>
          <a:xfrm>
            <a:off x="5143209" y="2217090"/>
            <a:ext cx="426462" cy="395865"/>
            <a:chOff x="-3808700" y="3628950"/>
            <a:chExt cx="296175" cy="274925"/>
          </a:xfrm>
        </p:grpSpPr>
        <p:sp>
          <p:nvSpPr>
            <p:cNvPr id="8484" name="Google Shape;8484;p67"/>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7"/>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7"/>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7" name="Google Shape;8487;p67"/>
          <p:cNvGrpSpPr/>
          <p:nvPr/>
        </p:nvGrpSpPr>
        <p:grpSpPr>
          <a:xfrm>
            <a:off x="5208420" y="2756412"/>
            <a:ext cx="419443" cy="420487"/>
            <a:chOff x="-3771675" y="3971775"/>
            <a:chExt cx="291300" cy="292025"/>
          </a:xfrm>
        </p:grpSpPr>
        <p:sp>
          <p:nvSpPr>
            <p:cNvPr id="8488" name="Google Shape;8488;p67"/>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67"/>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7"/>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7"/>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7"/>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3" name="Google Shape;8493;p67"/>
          <p:cNvGrpSpPr/>
          <p:nvPr/>
        </p:nvGrpSpPr>
        <p:grpSpPr>
          <a:xfrm>
            <a:off x="7869864" y="1716461"/>
            <a:ext cx="420271" cy="320774"/>
            <a:chOff x="-1951475" y="3273100"/>
            <a:chExt cx="291875" cy="222775"/>
          </a:xfrm>
        </p:grpSpPr>
        <p:sp>
          <p:nvSpPr>
            <p:cNvPr id="8494" name="Google Shape;8494;p67"/>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7"/>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67"/>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7" name="Google Shape;8497;p67"/>
          <p:cNvGrpSpPr/>
          <p:nvPr/>
        </p:nvGrpSpPr>
        <p:grpSpPr>
          <a:xfrm>
            <a:off x="7867344" y="2205191"/>
            <a:ext cx="425310" cy="419659"/>
            <a:chOff x="-1951475" y="3597450"/>
            <a:chExt cx="295375" cy="291450"/>
          </a:xfrm>
        </p:grpSpPr>
        <p:sp>
          <p:nvSpPr>
            <p:cNvPr id="8498" name="Google Shape;8498;p67"/>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67"/>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67"/>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67"/>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2" name="Google Shape;8502;p67"/>
          <p:cNvGrpSpPr/>
          <p:nvPr/>
        </p:nvGrpSpPr>
        <p:grpSpPr>
          <a:xfrm>
            <a:off x="7869595" y="2756825"/>
            <a:ext cx="444605" cy="419659"/>
            <a:chOff x="-1960150" y="3956600"/>
            <a:chExt cx="308775" cy="291450"/>
          </a:xfrm>
        </p:grpSpPr>
        <p:sp>
          <p:nvSpPr>
            <p:cNvPr id="8503" name="Google Shape;8503;p67"/>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7"/>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5" name="Google Shape;8505;p67"/>
          <p:cNvGrpSpPr/>
          <p:nvPr/>
        </p:nvGrpSpPr>
        <p:grpSpPr>
          <a:xfrm>
            <a:off x="1923633" y="3307636"/>
            <a:ext cx="420775" cy="420775"/>
            <a:chOff x="-804700" y="3226500"/>
            <a:chExt cx="292225" cy="292225"/>
          </a:xfrm>
        </p:grpSpPr>
        <p:sp>
          <p:nvSpPr>
            <p:cNvPr id="8506" name="Google Shape;8506;p67"/>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67"/>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67"/>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67"/>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67"/>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67"/>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67"/>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3" name="Google Shape;8513;p67"/>
          <p:cNvGrpSpPr/>
          <p:nvPr/>
        </p:nvGrpSpPr>
        <p:grpSpPr>
          <a:xfrm>
            <a:off x="3003724" y="1688647"/>
            <a:ext cx="420775" cy="420811"/>
            <a:chOff x="-5251625" y="3272950"/>
            <a:chExt cx="292225" cy="292250"/>
          </a:xfrm>
        </p:grpSpPr>
        <p:sp>
          <p:nvSpPr>
            <p:cNvPr id="8514" name="Google Shape;8514;p67"/>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7"/>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7"/>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7" name="Google Shape;8517;p67"/>
          <p:cNvGrpSpPr/>
          <p:nvPr/>
        </p:nvGrpSpPr>
        <p:grpSpPr>
          <a:xfrm>
            <a:off x="3000322" y="2204348"/>
            <a:ext cx="427578" cy="421351"/>
            <a:chOff x="-5254775" y="3631325"/>
            <a:chExt cx="296950" cy="292625"/>
          </a:xfrm>
        </p:grpSpPr>
        <p:sp>
          <p:nvSpPr>
            <p:cNvPr id="8518" name="Google Shape;8518;p67"/>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7"/>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7"/>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7"/>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67"/>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67"/>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7"/>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5" name="Google Shape;8525;p67"/>
          <p:cNvGrpSpPr/>
          <p:nvPr/>
        </p:nvGrpSpPr>
        <p:grpSpPr>
          <a:xfrm>
            <a:off x="3016181" y="2756270"/>
            <a:ext cx="419659" cy="420775"/>
            <a:chOff x="-5251625" y="3991275"/>
            <a:chExt cx="291450" cy="292225"/>
          </a:xfrm>
        </p:grpSpPr>
        <p:sp>
          <p:nvSpPr>
            <p:cNvPr id="8526" name="Google Shape;8526;p67"/>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7"/>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67"/>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67"/>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67"/>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1" name="Google Shape;8531;p67"/>
          <p:cNvGrpSpPr/>
          <p:nvPr/>
        </p:nvGrpSpPr>
        <p:grpSpPr>
          <a:xfrm>
            <a:off x="5756763" y="1689240"/>
            <a:ext cx="319874" cy="419623"/>
            <a:chOff x="-3365275" y="3253275"/>
            <a:chExt cx="222150" cy="291425"/>
          </a:xfrm>
        </p:grpSpPr>
        <p:sp>
          <p:nvSpPr>
            <p:cNvPr id="8532" name="Google Shape;8532;p67"/>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7"/>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4" name="Google Shape;8534;p67"/>
          <p:cNvGrpSpPr/>
          <p:nvPr/>
        </p:nvGrpSpPr>
        <p:grpSpPr>
          <a:xfrm>
            <a:off x="5730701" y="2204058"/>
            <a:ext cx="371998" cy="421927"/>
            <a:chOff x="-3383375" y="3611625"/>
            <a:chExt cx="258350" cy="293025"/>
          </a:xfrm>
        </p:grpSpPr>
        <p:sp>
          <p:nvSpPr>
            <p:cNvPr id="8535" name="Google Shape;8535;p67"/>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7"/>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7" name="Google Shape;8537;p67"/>
          <p:cNvGrpSpPr/>
          <p:nvPr/>
        </p:nvGrpSpPr>
        <p:grpSpPr>
          <a:xfrm>
            <a:off x="5793050" y="2756826"/>
            <a:ext cx="271097" cy="419659"/>
            <a:chOff x="-3347950" y="3971575"/>
            <a:chExt cx="188275" cy="291450"/>
          </a:xfrm>
        </p:grpSpPr>
        <p:sp>
          <p:nvSpPr>
            <p:cNvPr id="8538" name="Google Shape;8538;p67"/>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67"/>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7"/>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1" name="Google Shape;8541;p67"/>
          <p:cNvGrpSpPr/>
          <p:nvPr/>
        </p:nvGrpSpPr>
        <p:grpSpPr>
          <a:xfrm>
            <a:off x="842909" y="3307061"/>
            <a:ext cx="371998" cy="421927"/>
            <a:chOff x="-1575775" y="3238300"/>
            <a:chExt cx="258350" cy="293025"/>
          </a:xfrm>
        </p:grpSpPr>
        <p:sp>
          <p:nvSpPr>
            <p:cNvPr id="8542" name="Google Shape;8542;p67"/>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7"/>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7"/>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7"/>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7"/>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7" name="Google Shape;8547;p67"/>
          <p:cNvGrpSpPr/>
          <p:nvPr/>
        </p:nvGrpSpPr>
        <p:grpSpPr>
          <a:xfrm>
            <a:off x="2487807" y="3309051"/>
            <a:ext cx="423079" cy="424159"/>
            <a:chOff x="-1591550" y="3597475"/>
            <a:chExt cx="293825" cy="294575"/>
          </a:xfrm>
        </p:grpSpPr>
        <p:sp>
          <p:nvSpPr>
            <p:cNvPr id="8548" name="Google Shape;8548;p67"/>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67"/>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67"/>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1" name="Google Shape;8551;p67"/>
          <p:cNvGrpSpPr/>
          <p:nvPr/>
        </p:nvGrpSpPr>
        <p:grpSpPr>
          <a:xfrm>
            <a:off x="4137277" y="3318663"/>
            <a:ext cx="421927" cy="399248"/>
            <a:chOff x="-1592325" y="3957400"/>
            <a:chExt cx="293025" cy="277275"/>
          </a:xfrm>
        </p:grpSpPr>
        <p:sp>
          <p:nvSpPr>
            <p:cNvPr id="8552" name="Google Shape;8552;p67"/>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7"/>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7"/>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7"/>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6" name="Google Shape;8556;p67"/>
          <p:cNvGrpSpPr/>
          <p:nvPr/>
        </p:nvGrpSpPr>
        <p:grpSpPr>
          <a:xfrm>
            <a:off x="3624147" y="3310744"/>
            <a:ext cx="369730" cy="420775"/>
            <a:chOff x="-778700" y="3612425"/>
            <a:chExt cx="256775" cy="292225"/>
          </a:xfrm>
        </p:grpSpPr>
        <p:sp>
          <p:nvSpPr>
            <p:cNvPr id="8557" name="Google Shape;8557;p67"/>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67"/>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67"/>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67"/>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67"/>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67"/>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3" name="Google Shape;8563;p67"/>
          <p:cNvGrpSpPr/>
          <p:nvPr/>
        </p:nvGrpSpPr>
        <p:grpSpPr>
          <a:xfrm>
            <a:off x="6095649" y="3828305"/>
            <a:ext cx="340731" cy="387641"/>
            <a:chOff x="7728464" y="1561258"/>
            <a:chExt cx="349719" cy="397866"/>
          </a:xfrm>
        </p:grpSpPr>
        <p:sp>
          <p:nvSpPr>
            <p:cNvPr id="8564" name="Google Shape;8564;p67"/>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7"/>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6" name="Google Shape;8566;p67"/>
          <p:cNvGrpSpPr/>
          <p:nvPr/>
        </p:nvGrpSpPr>
        <p:grpSpPr>
          <a:xfrm>
            <a:off x="4018617" y="3828305"/>
            <a:ext cx="387681" cy="387641"/>
            <a:chOff x="5611350" y="1561258"/>
            <a:chExt cx="397907" cy="397866"/>
          </a:xfrm>
        </p:grpSpPr>
        <p:sp>
          <p:nvSpPr>
            <p:cNvPr id="8567" name="Google Shape;8567;p67"/>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67"/>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7"/>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7"/>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1" name="Google Shape;8571;p67"/>
          <p:cNvGrpSpPr/>
          <p:nvPr/>
        </p:nvGrpSpPr>
        <p:grpSpPr>
          <a:xfrm>
            <a:off x="4537903" y="3925571"/>
            <a:ext cx="387610" cy="193109"/>
            <a:chOff x="6140660" y="1661097"/>
            <a:chExt cx="397835" cy="198202"/>
          </a:xfrm>
        </p:grpSpPr>
        <p:sp>
          <p:nvSpPr>
            <p:cNvPr id="8572" name="Google Shape;8572;p67"/>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67"/>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7"/>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67"/>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6" name="Google Shape;8576;p67"/>
          <p:cNvGrpSpPr/>
          <p:nvPr/>
        </p:nvGrpSpPr>
        <p:grpSpPr>
          <a:xfrm>
            <a:off x="5057118" y="3828305"/>
            <a:ext cx="387681" cy="387641"/>
            <a:chOff x="6669907" y="1561258"/>
            <a:chExt cx="397907" cy="397866"/>
          </a:xfrm>
        </p:grpSpPr>
        <p:sp>
          <p:nvSpPr>
            <p:cNvPr id="8577" name="Google Shape;8577;p67"/>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67"/>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67"/>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7"/>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7"/>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2" name="Google Shape;8582;p67"/>
          <p:cNvGrpSpPr/>
          <p:nvPr/>
        </p:nvGrpSpPr>
        <p:grpSpPr>
          <a:xfrm>
            <a:off x="1942348" y="3885842"/>
            <a:ext cx="387681" cy="272572"/>
            <a:chOff x="3386036" y="1746339"/>
            <a:chExt cx="397907" cy="279762"/>
          </a:xfrm>
        </p:grpSpPr>
        <p:sp>
          <p:nvSpPr>
            <p:cNvPr id="8583" name="Google Shape;8583;p67"/>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7"/>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5" name="Google Shape;8585;p67"/>
          <p:cNvGrpSpPr/>
          <p:nvPr/>
        </p:nvGrpSpPr>
        <p:grpSpPr>
          <a:xfrm>
            <a:off x="2980045" y="3828288"/>
            <a:ext cx="387681" cy="387681"/>
            <a:chOff x="4417380" y="1687279"/>
            <a:chExt cx="397907" cy="397907"/>
          </a:xfrm>
        </p:grpSpPr>
        <p:sp>
          <p:nvSpPr>
            <p:cNvPr id="8586" name="Google Shape;8586;p67"/>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7"/>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8" name="Google Shape;8588;p67"/>
          <p:cNvGrpSpPr/>
          <p:nvPr/>
        </p:nvGrpSpPr>
        <p:grpSpPr>
          <a:xfrm>
            <a:off x="7926526" y="3308537"/>
            <a:ext cx="387661" cy="387661"/>
            <a:chOff x="2869999" y="1687279"/>
            <a:chExt cx="397887" cy="397887"/>
          </a:xfrm>
        </p:grpSpPr>
        <p:sp>
          <p:nvSpPr>
            <p:cNvPr id="8589" name="Google Shape;8589;p67"/>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67"/>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1" name="Google Shape;8591;p67"/>
          <p:cNvGrpSpPr/>
          <p:nvPr/>
        </p:nvGrpSpPr>
        <p:grpSpPr>
          <a:xfrm>
            <a:off x="2461634" y="3828664"/>
            <a:ext cx="386807" cy="386929"/>
            <a:chOff x="3902887" y="1687655"/>
            <a:chExt cx="397010" cy="397135"/>
          </a:xfrm>
        </p:grpSpPr>
        <p:sp>
          <p:nvSpPr>
            <p:cNvPr id="8592" name="Google Shape;8592;p67"/>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67"/>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4" name="Google Shape;8594;p67"/>
          <p:cNvGrpSpPr/>
          <p:nvPr/>
        </p:nvGrpSpPr>
        <p:grpSpPr>
          <a:xfrm>
            <a:off x="3499331" y="3828344"/>
            <a:ext cx="387681" cy="387681"/>
            <a:chOff x="4933458" y="1687279"/>
            <a:chExt cx="397907" cy="397907"/>
          </a:xfrm>
        </p:grpSpPr>
        <p:sp>
          <p:nvSpPr>
            <p:cNvPr id="8595" name="Google Shape;8595;p67"/>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7"/>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7" name="Google Shape;8597;p67"/>
          <p:cNvGrpSpPr/>
          <p:nvPr/>
        </p:nvGrpSpPr>
        <p:grpSpPr>
          <a:xfrm>
            <a:off x="5273586" y="3308775"/>
            <a:ext cx="387681" cy="387661"/>
            <a:chOff x="266768" y="1721375"/>
            <a:chExt cx="397907" cy="397887"/>
          </a:xfrm>
        </p:grpSpPr>
        <p:sp>
          <p:nvSpPr>
            <p:cNvPr id="8598" name="Google Shape;8598;p67"/>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67"/>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0" name="Google Shape;8600;p67"/>
          <p:cNvGrpSpPr/>
          <p:nvPr/>
        </p:nvGrpSpPr>
        <p:grpSpPr>
          <a:xfrm>
            <a:off x="7395588" y="3308924"/>
            <a:ext cx="387539" cy="386888"/>
            <a:chOff x="2408992" y="1722875"/>
            <a:chExt cx="397761" cy="397093"/>
          </a:xfrm>
        </p:grpSpPr>
        <p:sp>
          <p:nvSpPr>
            <p:cNvPr id="8601" name="Google Shape;8601;p67"/>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7"/>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3" name="Google Shape;8603;p67"/>
          <p:cNvGrpSpPr/>
          <p:nvPr/>
        </p:nvGrpSpPr>
        <p:grpSpPr>
          <a:xfrm>
            <a:off x="5576404" y="3828305"/>
            <a:ext cx="387641" cy="387641"/>
            <a:chOff x="7199196" y="1561258"/>
            <a:chExt cx="397866" cy="397866"/>
          </a:xfrm>
        </p:grpSpPr>
        <p:sp>
          <p:nvSpPr>
            <p:cNvPr id="8604" name="Google Shape;8604;p67"/>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67"/>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7"/>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7" name="Google Shape;8607;p67"/>
          <p:cNvGrpSpPr/>
          <p:nvPr/>
        </p:nvGrpSpPr>
        <p:grpSpPr>
          <a:xfrm>
            <a:off x="6332282" y="3308537"/>
            <a:ext cx="387661" cy="387661"/>
            <a:chOff x="1379798" y="1723250"/>
            <a:chExt cx="397887" cy="397887"/>
          </a:xfrm>
        </p:grpSpPr>
        <p:sp>
          <p:nvSpPr>
            <p:cNvPr id="8608" name="Google Shape;8608;p67"/>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67"/>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67"/>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67"/>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2" name="Google Shape;8612;p67"/>
          <p:cNvGrpSpPr/>
          <p:nvPr/>
        </p:nvGrpSpPr>
        <p:grpSpPr>
          <a:xfrm>
            <a:off x="5801242" y="3308537"/>
            <a:ext cx="387641" cy="387661"/>
            <a:chOff x="864491" y="1723250"/>
            <a:chExt cx="397866" cy="397887"/>
          </a:xfrm>
        </p:grpSpPr>
        <p:sp>
          <p:nvSpPr>
            <p:cNvPr id="8613" name="Google Shape;8613;p67"/>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7"/>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7"/>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16" name="Google Shape;8616;p67"/>
          <p:cNvSpPr/>
          <p:nvPr/>
        </p:nvSpPr>
        <p:spPr>
          <a:xfrm>
            <a:off x="6863342"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7" name="Google Shape;8617;p67"/>
          <p:cNvGrpSpPr/>
          <p:nvPr/>
        </p:nvGrpSpPr>
        <p:grpSpPr>
          <a:xfrm>
            <a:off x="6568070" y="3827060"/>
            <a:ext cx="388966" cy="388966"/>
            <a:chOff x="1190625" y="238125"/>
            <a:chExt cx="5235075" cy="5235075"/>
          </a:xfrm>
        </p:grpSpPr>
        <p:sp>
          <p:nvSpPr>
            <p:cNvPr id="8618" name="Google Shape;8618;p67"/>
            <p:cNvSpPr/>
            <p:nvPr/>
          </p:nvSpPr>
          <p:spPr>
            <a:xfrm>
              <a:off x="2315100" y="1168900"/>
              <a:ext cx="2952100" cy="3373700"/>
            </a:xfrm>
            <a:custGeom>
              <a:avLst/>
              <a:gdLst/>
              <a:ahLst/>
              <a:cxnLst/>
              <a:rect l="l" t="t" r="r" b="b"/>
              <a:pathLst>
                <a:path w="118084" h="134948" extrusionOk="0">
                  <a:moveTo>
                    <a:pt x="69703" y="1"/>
                  </a:moveTo>
                  <a:cubicBezTo>
                    <a:pt x="69732" y="18483"/>
                    <a:pt x="69791" y="73192"/>
                    <a:pt x="69614" y="94277"/>
                  </a:cubicBezTo>
                  <a:cubicBezTo>
                    <a:pt x="69555" y="101848"/>
                    <a:pt x="66627" y="108827"/>
                    <a:pt x="61393" y="113914"/>
                  </a:cubicBezTo>
                  <a:cubicBezTo>
                    <a:pt x="56291" y="118871"/>
                    <a:pt x="49391" y="121638"/>
                    <a:pt x="41981" y="121638"/>
                  </a:cubicBezTo>
                  <a:cubicBezTo>
                    <a:pt x="41788" y="121638"/>
                    <a:pt x="41595" y="121636"/>
                    <a:pt x="41402" y="121632"/>
                  </a:cubicBezTo>
                  <a:cubicBezTo>
                    <a:pt x="26527" y="121336"/>
                    <a:pt x="14462" y="109005"/>
                    <a:pt x="14491" y="94159"/>
                  </a:cubicBezTo>
                  <a:cubicBezTo>
                    <a:pt x="14491" y="82094"/>
                    <a:pt x="22387" y="71477"/>
                    <a:pt x="33950" y="67988"/>
                  </a:cubicBezTo>
                  <a:lnTo>
                    <a:pt x="33861" y="54473"/>
                  </a:lnTo>
                  <a:cubicBezTo>
                    <a:pt x="25522" y="56070"/>
                    <a:pt x="17360" y="60949"/>
                    <a:pt x="11238" y="68224"/>
                  </a:cubicBezTo>
                  <a:cubicBezTo>
                    <a:pt x="3401" y="77480"/>
                    <a:pt x="1" y="88984"/>
                    <a:pt x="1864" y="99837"/>
                  </a:cubicBezTo>
                  <a:cubicBezTo>
                    <a:pt x="3668" y="109951"/>
                    <a:pt x="8961" y="119148"/>
                    <a:pt x="16857" y="125772"/>
                  </a:cubicBezTo>
                  <a:cubicBezTo>
                    <a:pt x="23901" y="131741"/>
                    <a:pt x="32192" y="134947"/>
                    <a:pt x="40396" y="134947"/>
                  </a:cubicBezTo>
                  <a:cubicBezTo>
                    <a:pt x="41215" y="134947"/>
                    <a:pt x="42034" y="134915"/>
                    <a:pt x="42851" y="134851"/>
                  </a:cubicBezTo>
                  <a:cubicBezTo>
                    <a:pt x="66893" y="133017"/>
                    <a:pt x="82508" y="116634"/>
                    <a:pt x="82596" y="93183"/>
                  </a:cubicBezTo>
                  <a:lnTo>
                    <a:pt x="82626" y="43738"/>
                  </a:lnTo>
                  <a:cubicBezTo>
                    <a:pt x="82626" y="40066"/>
                    <a:pt x="85620" y="37517"/>
                    <a:pt x="88833" y="37517"/>
                  </a:cubicBezTo>
                  <a:cubicBezTo>
                    <a:pt x="90045" y="37517"/>
                    <a:pt x="91289" y="37880"/>
                    <a:pt x="92414" y="38681"/>
                  </a:cubicBezTo>
                  <a:cubicBezTo>
                    <a:pt x="100014" y="44064"/>
                    <a:pt x="111163" y="46104"/>
                    <a:pt x="118083" y="46873"/>
                  </a:cubicBezTo>
                  <a:lnTo>
                    <a:pt x="118083" y="34127"/>
                  </a:lnTo>
                  <a:cubicBezTo>
                    <a:pt x="112405" y="32530"/>
                    <a:pt x="106432" y="30697"/>
                    <a:pt x="101197" y="27503"/>
                  </a:cubicBezTo>
                  <a:cubicBezTo>
                    <a:pt x="91320" y="21441"/>
                    <a:pt x="85228" y="12214"/>
                    <a:pt x="83069" y="30"/>
                  </a:cubicBezTo>
                  <a:lnTo>
                    <a:pt x="830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67"/>
            <p:cNvSpPr/>
            <p:nvPr/>
          </p:nvSpPr>
          <p:spPr>
            <a:xfrm>
              <a:off x="1190625" y="238125"/>
              <a:ext cx="5235075" cy="5235075"/>
            </a:xfrm>
            <a:custGeom>
              <a:avLst/>
              <a:gdLst/>
              <a:ahLst/>
              <a:cxnLst/>
              <a:rect l="l" t="t" r="r" b="b"/>
              <a:pathLst>
                <a:path w="209403" h="209403" extrusionOk="0">
                  <a:moveTo>
                    <a:pt x="108469" y="24836"/>
                  </a:moveTo>
                  <a:cubicBezTo>
                    <a:pt x="108549" y="24836"/>
                    <a:pt x="108628" y="24838"/>
                    <a:pt x="108708" y="24841"/>
                  </a:cubicBezTo>
                  <a:lnTo>
                    <a:pt x="132248" y="24841"/>
                  </a:lnTo>
                  <a:cubicBezTo>
                    <a:pt x="132267" y="24841"/>
                    <a:pt x="132287" y="24841"/>
                    <a:pt x="132306" y="24841"/>
                  </a:cubicBezTo>
                  <a:cubicBezTo>
                    <a:pt x="136154" y="24841"/>
                    <a:pt x="139377" y="27758"/>
                    <a:pt x="139789" y="31583"/>
                  </a:cubicBezTo>
                  <a:cubicBezTo>
                    <a:pt x="140794" y="42082"/>
                    <a:pt x="144993" y="49445"/>
                    <a:pt x="152653" y="54147"/>
                  </a:cubicBezTo>
                  <a:cubicBezTo>
                    <a:pt x="156556" y="56542"/>
                    <a:pt x="161406" y="57991"/>
                    <a:pt x="166463" y="59411"/>
                  </a:cubicBezTo>
                  <a:cubicBezTo>
                    <a:pt x="167557" y="59736"/>
                    <a:pt x="168651" y="59973"/>
                    <a:pt x="169775" y="60150"/>
                  </a:cubicBezTo>
                  <a:cubicBezTo>
                    <a:pt x="173028" y="60357"/>
                    <a:pt x="175512" y="63078"/>
                    <a:pt x="175453" y="66331"/>
                  </a:cubicBezTo>
                  <a:lnTo>
                    <a:pt x="175453" y="90787"/>
                  </a:lnTo>
                  <a:cubicBezTo>
                    <a:pt x="175453" y="92414"/>
                    <a:pt x="174802" y="94011"/>
                    <a:pt x="173620" y="95194"/>
                  </a:cubicBezTo>
                  <a:cubicBezTo>
                    <a:pt x="172462" y="96322"/>
                    <a:pt x="170909" y="96969"/>
                    <a:pt x="169292" y="96969"/>
                  </a:cubicBezTo>
                  <a:cubicBezTo>
                    <a:pt x="169256" y="96969"/>
                    <a:pt x="169220" y="96969"/>
                    <a:pt x="169184" y="96968"/>
                  </a:cubicBezTo>
                  <a:cubicBezTo>
                    <a:pt x="168444" y="96968"/>
                    <a:pt x="154871" y="96702"/>
                    <a:pt x="141888" y="91970"/>
                  </a:cubicBezTo>
                  <a:cubicBezTo>
                    <a:pt x="141720" y="91905"/>
                    <a:pt x="141550" y="91875"/>
                    <a:pt x="141384" y="91875"/>
                  </a:cubicBezTo>
                  <a:cubicBezTo>
                    <a:pt x="140646" y="91875"/>
                    <a:pt x="139996" y="92474"/>
                    <a:pt x="139996" y="93271"/>
                  </a:cubicBezTo>
                  <a:lnTo>
                    <a:pt x="139966" y="130444"/>
                  </a:lnTo>
                  <a:cubicBezTo>
                    <a:pt x="139848" y="160371"/>
                    <a:pt x="119265" y="182077"/>
                    <a:pt x="88776" y="184443"/>
                  </a:cubicBezTo>
                  <a:cubicBezTo>
                    <a:pt x="87653" y="184532"/>
                    <a:pt x="86529" y="184561"/>
                    <a:pt x="85405" y="184561"/>
                  </a:cubicBezTo>
                  <a:cubicBezTo>
                    <a:pt x="61481" y="184561"/>
                    <a:pt x="39095" y="164896"/>
                    <a:pt x="34629" y="139168"/>
                  </a:cubicBezTo>
                  <a:cubicBezTo>
                    <a:pt x="32116" y="124707"/>
                    <a:pt x="36522" y="109507"/>
                    <a:pt x="46724" y="97441"/>
                  </a:cubicBezTo>
                  <a:cubicBezTo>
                    <a:pt x="56803" y="85541"/>
                    <a:pt x="70647" y="78721"/>
                    <a:pt x="84747" y="78721"/>
                  </a:cubicBezTo>
                  <a:cubicBezTo>
                    <a:pt x="84839" y="78721"/>
                    <a:pt x="84930" y="78721"/>
                    <a:pt x="85021" y="78722"/>
                  </a:cubicBezTo>
                  <a:cubicBezTo>
                    <a:pt x="88392" y="78722"/>
                    <a:pt x="91142" y="81472"/>
                    <a:pt x="91172" y="84873"/>
                  </a:cubicBezTo>
                  <a:lnTo>
                    <a:pt x="91349" y="108856"/>
                  </a:lnTo>
                  <a:cubicBezTo>
                    <a:pt x="91349" y="112641"/>
                    <a:pt x="88658" y="116013"/>
                    <a:pt x="84902" y="116545"/>
                  </a:cubicBezTo>
                  <a:cubicBezTo>
                    <a:pt x="77125" y="117580"/>
                    <a:pt x="71447" y="124441"/>
                    <a:pt x="71890" y="132277"/>
                  </a:cubicBezTo>
                  <a:cubicBezTo>
                    <a:pt x="72334" y="140114"/>
                    <a:pt x="78751" y="146295"/>
                    <a:pt x="86618" y="146443"/>
                  </a:cubicBezTo>
                  <a:cubicBezTo>
                    <a:pt x="86736" y="146445"/>
                    <a:pt x="86855" y="146446"/>
                    <a:pt x="86973" y="146446"/>
                  </a:cubicBezTo>
                  <a:cubicBezTo>
                    <a:pt x="91096" y="146446"/>
                    <a:pt x="94919" y="144946"/>
                    <a:pt x="97707" y="142243"/>
                  </a:cubicBezTo>
                  <a:cubicBezTo>
                    <a:pt x="100605" y="139434"/>
                    <a:pt x="102143" y="135619"/>
                    <a:pt x="102173" y="131390"/>
                  </a:cubicBezTo>
                  <a:cubicBezTo>
                    <a:pt x="102380" y="106047"/>
                    <a:pt x="102291" y="31790"/>
                    <a:pt x="102291" y="31051"/>
                  </a:cubicBezTo>
                  <a:cubicBezTo>
                    <a:pt x="102291" y="28419"/>
                    <a:pt x="103917" y="26083"/>
                    <a:pt x="106401" y="25196"/>
                  </a:cubicBezTo>
                  <a:cubicBezTo>
                    <a:pt x="107067" y="24956"/>
                    <a:pt x="107756" y="24836"/>
                    <a:pt x="108469" y="24836"/>
                  </a:cubicBezTo>
                  <a:close/>
                  <a:moveTo>
                    <a:pt x="33831" y="0"/>
                  </a:moveTo>
                  <a:cubicBezTo>
                    <a:pt x="15141" y="0"/>
                    <a:pt x="0" y="15141"/>
                    <a:pt x="0" y="33831"/>
                  </a:cubicBezTo>
                  <a:lnTo>
                    <a:pt x="0" y="175601"/>
                  </a:lnTo>
                  <a:cubicBezTo>
                    <a:pt x="0" y="194261"/>
                    <a:pt x="15141" y="209402"/>
                    <a:pt x="33831" y="209402"/>
                  </a:cubicBezTo>
                  <a:lnTo>
                    <a:pt x="175601" y="209402"/>
                  </a:lnTo>
                  <a:cubicBezTo>
                    <a:pt x="194261" y="209402"/>
                    <a:pt x="209402" y="194261"/>
                    <a:pt x="209402" y="175601"/>
                  </a:cubicBezTo>
                  <a:lnTo>
                    <a:pt x="209402" y="33831"/>
                  </a:lnTo>
                  <a:cubicBezTo>
                    <a:pt x="209402" y="15141"/>
                    <a:pt x="194261" y="0"/>
                    <a:pt x="1756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20" name="Google Shape;8620;p67"/>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SEO &amp; Marketing Icons</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624"/>
        <p:cNvGrpSpPr/>
        <p:nvPr/>
      </p:nvGrpSpPr>
      <p:grpSpPr>
        <a:xfrm>
          <a:off x="0" y="0"/>
          <a:ext cx="0" cy="0"/>
          <a:chOff x="0" y="0"/>
          <a:chExt cx="0" cy="0"/>
        </a:xfrm>
      </p:grpSpPr>
      <p:pic>
        <p:nvPicPr>
          <p:cNvPr id="8625" name="Google Shape;8625;p68">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Bowling Equipment Marketing Plan by Slidesgo">
  <a:themeElements>
    <a:clrScheme name="Simple Light">
      <a:dk1>
        <a:srgbClr val="313835"/>
      </a:dk1>
      <a:lt1>
        <a:srgbClr val="6E7F77"/>
      </a:lt1>
      <a:dk2>
        <a:srgbClr val="868568"/>
      </a:dk2>
      <a:lt2>
        <a:srgbClr val="B59270"/>
      </a:lt2>
      <a:accent1>
        <a:srgbClr val="DAA34B"/>
      </a:accent1>
      <a:accent2>
        <a:srgbClr val="BA7051"/>
      </a:accent2>
      <a:accent3>
        <a:srgbClr val="E8E6D1"/>
      </a:accent3>
      <a:accent4>
        <a:srgbClr val="B2C9BC"/>
      </a:accent4>
      <a:accent5>
        <a:srgbClr val="FFFFFF"/>
      </a:accent5>
      <a:accent6>
        <a:srgbClr val="FFFFFF"/>
      </a:accent6>
      <a:hlink>
        <a:srgbClr val="313835"/>
      </a:hlink>
      <a:folHlink>
        <a:srgbClr val="0097A7"/>
      </a:folHlink>
    </a:clrScheme>
    <a:fontScheme name="自訂 4">
      <a:majorFont>
        <a:latin typeface="Gill Sans MT Ext Condensed Bold"/>
        <a:ea typeface="Noto Sans TC Black"/>
        <a:cs typeface=""/>
      </a:majorFont>
      <a:minorFont>
        <a:latin typeface="Gill Sans MT"/>
        <a:ea typeface="Noto Sans TC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143</TotalTime>
  <Words>2741</Words>
  <Application>Microsoft Office PowerPoint</Application>
  <PresentationFormat>如螢幕大小 (16:9)</PresentationFormat>
  <Paragraphs>428</Paragraphs>
  <Slides>50</Slides>
  <Notes>50</Notes>
  <HiddenSlides>35</HiddenSlides>
  <MMClips>0</MMClips>
  <ScaleCrop>false</ScaleCrop>
  <HeadingPairs>
    <vt:vector size="6" baseType="variant">
      <vt:variant>
        <vt:lpstr>使用字型</vt:lpstr>
      </vt:variant>
      <vt:variant>
        <vt:i4>12</vt:i4>
      </vt:variant>
      <vt:variant>
        <vt:lpstr>佈景主題</vt:lpstr>
      </vt:variant>
      <vt:variant>
        <vt:i4>2</vt:i4>
      </vt:variant>
      <vt:variant>
        <vt:lpstr>投影片標題</vt:lpstr>
      </vt:variant>
      <vt:variant>
        <vt:i4>50</vt:i4>
      </vt:variant>
    </vt:vector>
  </HeadingPairs>
  <TitlesOfParts>
    <vt:vector size="64" baseType="lpstr">
      <vt:lpstr>Proxima Nova Semibold</vt:lpstr>
      <vt:lpstr>Calibri</vt:lpstr>
      <vt:lpstr>Raleway</vt:lpstr>
      <vt:lpstr>Gill Sans MT Ext Condensed Bold</vt:lpstr>
      <vt:lpstr>Roboto Medium</vt:lpstr>
      <vt:lpstr>Arial</vt:lpstr>
      <vt:lpstr>Nunito Light</vt:lpstr>
      <vt:lpstr>Proxima Nova</vt:lpstr>
      <vt:lpstr>Inter</vt:lpstr>
      <vt:lpstr>Grand Hotel</vt:lpstr>
      <vt:lpstr>Open Sans</vt:lpstr>
      <vt:lpstr>Amatic SC</vt:lpstr>
      <vt:lpstr>Bowling Equipment Marketing Plan by Slidesgo</vt:lpstr>
      <vt:lpstr>Slidesgo Final Pages</vt:lpstr>
      <vt:lpstr>AI-Powered Automatic Scoring System for 2-player Toy Bowling</vt:lpstr>
      <vt:lpstr>Table of contents</vt:lpstr>
      <vt:lpstr>PowerPoint 簡報</vt:lpstr>
      <vt:lpstr>Problem Formulation: System Design</vt:lpstr>
      <vt:lpstr>Problem Formulation: Critical Problems</vt:lpstr>
      <vt:lpstr>Proposed Model: Player Recognition</vt:lpstr>
      <vt:lpstr>Proposed Model: Player Recognition</vt:lpstr>
      <vt:lpstr>Proposed Model: Player Recognition</vt:lpstr>
      <vt:lpstr>Experimental Results: Player Recognition</vt:lpstr>
      <vt:lpstr>Proposed Model: Tracking System</vt:lpstr>
      <vt:lpstr>Proposed Model: Tracking System</vt:lpstr>
      <vt:lpstr>Experimental Results: Tracking System</vt:lpstr>
      <vt:lpstr>Experimental Results: Tracking System</vt:lpstr>
      <vt:lpstr>Experimental Results: Tracking System</vt:lpstr>
      <vt:lpstr>Live Demo Time !</vt:lpstr>
      <vt:lpstr>Our goals</vt:lpstr>
      <vt:lpstr>Our guiding principles</vt:lpstr>
      <vt:lpstr>Competitor analysis</vt:lpstr>
      <vt:lpstr>333,000</vt:lpstr>
      <vt:lpstr>123,123</vt:lpstr>
      <vt:lpstr>Market share</vt:lpstr>
      <vt:lpstr>Key action items</vt:lpstr>
      <vt:lpstr>What to show  in a mockup</vt:lpstr>
      <vt:lpstr>Buyer persona infographic</vt:lpstr>
      <vt:lpstr>Roadmap infographic</vt:lpstr>
      <vt:lpstr>Market size overview</vt:lpstr>
      <vt:lpstr>Social media stats</vt:lpstr>
      <vt:lpstr>Case studies</vt:lpstr>
      <vt:lpstr>Thanks</vt:lpstr>
      <vt:lpstr>Icon pack</vt:lpstr>
      <vt:lpstr>Alternative resources</vt:lpstr>
      <vt:lpstr>Resources</vt:lpstr>
      <vt:lpstr>Instructions for use (premium users)</vt:lpstr>
      <vt:lpstr>Instructions for use</vt:lpstr>
      <vt:lpstr>Fonts &amp; colors used</vt:lpstr>
      <vt:lpstr>Storyset</vt:lpstr>
      <vt:lpstr>Use our editable graphic resources...</vt:lpstr>
      <vt:lpstr>PowerPoint 簡報</vt:lpstr>
      <vt:lpstr>PowerPoint 簡報</vt:lpstr>
      <vt:lpstr>PowerPoint 簡報</vt:lpstr>
      <vt:lpstr>PowerPoint 簡報</vt:lpstr>
      <vt:lpstr>PowerPoint 簡報</vt:lpstr>
      <vt:lpstr>...and our sets of editable icons</vt:lpstr>
      <vt:lpstr>PowerPoint 簡報</vt:lpstr>
      <vt:lpstr>PowerPoint 簡報</vt:lpstr>
      <vt:lpstr>PowerPoint 簡報</vt:lpstr>
      <vt:lpstr>PowerPoint 簡報</vt:lpstr>
      <vt:lpstr>Nature Icons</vt:lpstr>
      <vt:lpstr>SEO &amp; Marketing Icons</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Tiffany Wen</dc:creator>
  <cp:lastModifiedBy>温蕙瑄</cp:lastModifiedBy>
  <cp:revision>5</cp:revision>
  <dcterms:modified xsi:type="dcterms:W3CDTF">2025-12-29T07:10:59Z</dcterms:modified>
</cp:coreProperties>
</file>